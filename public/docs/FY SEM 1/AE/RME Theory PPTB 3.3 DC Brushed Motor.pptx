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81" r:id="rId3"/>
    <p:sldId id="297" r:id="rId4"/>
    <p:sldId id="263" r:id="rId5"/>
    <p:sldId id="266" r:id="rId6"/>
    <p:sldId id="267" r:id="rId7"/>
    <p:sldId id="264" r:id="rId8"/>
    <p:sldId id="272" r:id="rId9"/>
    <p:sldId id="277" r:id="rId10"/>
    <p:sldId id="278" r:id="rId11"/>
    <p:sldId id="282" r:id="rId12"/>
    <p:sldId id="257" r:id="rId13"/>
    <p:sldId id="283" r:id="rId14"/>
    <p:sldId id="280" r:id="rId15"/>
    <p:sldId id="279" r:id="rId16"/>
    <p:sldId id="284" r:id="rId17"/>
    <p:sldId id="273" r:id="rId18"/>
    <p:sldId id="286" r:id="rId19"/>
    <p:sldId id="287" r:id="rId20"/>
    <p:sldId id="288" r:id="rId21"/>
    <p:sldId id="296" r:id="rId22"/>
    <p:sldId id="294" r:id="rId23"/>
    <p:sldId id="295" r:id="rId24"/>
    <p:sldId id="291" r:id="rId25"/>
    <p:sldId id="292" r:id="rId26"/>
    <p:sldId id="293" r:id="rId2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24" autoAdjust="0"/>
  </p:normalViewPr>
  <p:slideViewPr>
    <p:cSldViewPr>
      <p:cViewPr>
        <p:scale>
          <a:sx n="80" d="100"/>
          <a:sy n="80" d="100"/>
        </p:scale>
        <p:origin x="-1086" y="-3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03-04T20:12:36.65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ransparency" value="170"/>
      <inkml:brushProperty name="tip" value="rectangle"/>
      <inkml:brushProperty name="rasterOp" value="maskPen"/>
      <inkml:brushProperty name="fitToCurve" value="1"/>
      <inkml:brushProperty name="ignorePressure" value="1"/>
    </inkml:brush>
  </inkml:definitions>
  <inkml:trace contextRef="#ctx0" brushRef="#br0">4367 111,'0'0,"-74"56,24-19,25-18,0-1,-74 57,74-57,-24 38,-26-19,50-18,-24 37,24-38,-49 19,49-18,0-1,0 1,0 0,0-1,1 1,-1-1,0 1,0-1,0-18,-49 38,49-20,0 1,1-19,-1 18,0-18,0 19,0-19,1 0,-26 18,25-18,0 0,0 0,-49 19,49-19,-24 19,-26-1,50-18,-24 37,-26-18,51-19,-1 18,0 1,-25-19,25 19,-24-1,-26 1,51 18,-100 0,99-18,0-1,-25-18,26 19,-51-1,50 1,0-1,1 20,-1-38,25 18,-25 1,0-1,0 1,1 0,-1-1,0 1,0-1,0 1,1-1,-1 1,0 0,0-1,0 1,-24-19,24 18,0 1,0-1,0 1,1 0,-1-1,0 19,0-18,0-1,1 1,-1 0,0-1,0 1,0-1,25 1,0-1,0-18,25 0,50 19,73-19,26 0,25 0,-1 0,-24 0,99-37,-124-19,49-18,-173 74,124-74,-100 36,26-17,-26-1,-24 37,50-18,-51 19,-24-1,25 1,0-1,0 0,0 1,-1-1,1 1,-25-1,25 19,-25-56,74 56,-49-18,0-1,0 1,0-1,0 0,-1 1,1 18,-25-19,50-18,-25 19,49-20,25 1,-49 0,49 0,-24 0,24 18,0-36,-25 36,-49 0,25 1,-25 18,-25-19,24 1,1-1,-25 19,-99 19,0 36,-149 75,99-74,50-19,-100 56,1 0,74-37,0-38,24 75,26-56,-75 19,50 0,74 0,-49-38,49 1,-74 18,74-19,0 1,0 0,0-1,0 19,1-18,-1-1,0 1,0 0,-74-1,74-18,0 19,1-19,-1 0,0 18,-25 1,-24-1,24-18,1 0,24 0,-25 19,25-38,1 1,24-19,0 0,0-19,0 19,0 0,0 18,24 19,-24-19,75-36,-50 18,49-1,-49 38,49-18,174-38,-49 19,123 18,-123-18,-25 37,-26 0,-24-18,-49 18,-25 0,-26 0,1 0,0 0,-25 0,-25 18,0-18,-99 19,-74 37,49-19,-50-19,125 19,-25-18,74-19,-99 56,99-38,-74 19,74-18,0 0,-24-1,24-18,0 19,0-1,-24 19,-26-18,50-19,-74 37,149-37,49-18,0-38,100-37,24 0,-124 37,50 1,-124 36,99-55,-99 55,0 1,24-20,26-17,-1 18,-49-1,49 20,-49-1,0 1,49 18,-74-19,25 1,0-1,0 0,0 1,-1-1,1 1,0-1,25-37,-26 38,1-1,25 1,-25-1,-1 1,1-1,0 0,0 1,0-1,0 1,-25-1,0 1,24-1,1-37,0 38,-25-1,0 1,25-20,-25 20,25-1,-1-18,26 18,-25 1,0-19,-25 0,24 37,1-19,0 0,0 1,0-1,-1 1,-24 18,-24 0,-1 18,-50 1,51-1,73 57,-24-57,0 1,24-19,-49 37,0 19,25-56,-25 18,25-18,-25 38,0-20,0 1,0 18,75-37,-51 0,-24 18,25 57,-25-57,0 1,25-1,0 1,-25 0,0-1,0 1,25-19,-1 55,-24-36,0 0,0-1,0 1,25-1,0 1,-25-1,0 1,0 18,0-18,0-1,0 38,25-56,0 19,-25-1,-25 1,25 18,0-19,-25 1,0 0,25-1,0 1,0-1,0-18,25 19,-25 0,0-1,0 1,25-19,0 37,-25-19,0 1,0 18,0-18,0-1,0 1,0-1,0 1,-25 0,0-1,25 1,0-1,0 1,-25-1,25 38,-25-56,1 19,24 18,-25-19,0-18,-25 0,26 19,-1-19,0 0,0 0,-49 19,49-1,0-18,0 0,0 0,-24 0,-26 0,51 0,-1 0,0 0,0 0,-24 0,24 0,-99 0,99 0,-25 0,25 0,-74 19,74-1,1-18,-1 0,-25 37,-24-18,49-19,0 0,-25 19,-24-1,49-18,0 0,-24 56,24-56,25 18,-25-18,0 19,-49-19,49 0,0 0,25 19,-49-19,-1 18,25 1,-49-1,24 1,50 18,-25-18,-49-19,49 18,-24 1,24-1,-25 1,25 0,-49-1,49 1,0-1,-24 1,24-19,0 18,0 20,0-20,1 1,-1-19,25 18,-75 1,75-1,-24 1,-1 0,0-19,25 18,-25 1,0-1,1 1,-1-1,-25 38,25-56,0 19,1-19,-26 18,50 1,-25-1,0 1,1 0,24-1,0 1,-25-1,0 1,25-1,0 1,0 0,-25-1,0 1,25-1,0 1,0-1,0 20,0-20,-24-18,24 19,0-1,0 1,0-19,74-37,-24 18,-26 1,26-20,74-17,-74 36,49-37,-25 38,-24-38,24 38,-24-1,49-18,-24 18,-50 19,24 0,26-55,-51 55,26-38,-25 38,0-18,-1-1,1 1,25 18,-25 0,-1-19,1 1,0-1,25 19,-50-19,25 1,-1-19,1 18,25 1,49-1,25 0,-74-18,-26 37,1-18,0-1,0 19,0 0,-25-18,25-1,-1 0,-24 1,25-1,0 1,25-1,-26 1,1-1,0 0,25-36,24-20,-74 57,50 18,-26-37,1 18,0-37,25 38,-1-19,-49 18,25 0,-25 1,25 18,0-56,0 19,-25 18,24 1,1-1,-25 1,50-1,-50 1,49 18,-49-19,0-37,25 38,0-1,0 1,-25-1,0 0,25 1,-1-1,1 1,0-1,0 1,0-1,-25 0,0 1,25-1,-25-37,74 38,-74-1,0 1,25-1,0 1,-25-20,24 20,1-38,0 19,0 18,-25 38,-25 0,-74 55,49-18,-24-19,-75 18,50 57,-25-75,-50 56,0-37,25 18,100-37,-150 37,75-18,25 0,49 0,26-38,-76 19,76-18,-1-1,-25 38,25-37,-49 18,49-19,0 1,0 0,1-1,-1 1,0-1,-49 38,49-37,0-1,0 1,-24 18,24-18,-25-1,25 1,0-1,-24 1,24 18,0-18,-24-1,24 1,0-1,-25 1,26-19,-1 18,0-18,-25 0,26 19,-1 0,25-19,99-93,124-74,75-19,24 19,-98 37,-125 74,99-37,-24 0,-25-18,-25 18,-25 19,1-1,-26-36,25 18,-24 56,-51 18,26-37,0 38,-26-1,1-18,0 19,0-20,0-17,-50 55,-74 55,-125 75,125-111,-50 92,-24 19,-26-37,25 0,125-74,-150 74,125-75,49-18,-99 56,99-37,-24-1,-26 1,50-19,1 18,-51 1,50-1,-74 38,74-37,1-1,-26 1,-25-1,51 1,-26 18,25-37,0 19,1-1,-51-18,50 19,1-1,-1 1,0 0,0-19,0 0,1 18,-1 1,0-1,0-18,25 19,-25-1,0 1,1-19,-1 0,25 19,-25-1,0-18,0 0,1 0,-26-18,0-1,-24-37,24 38,-24-57,-1 20,26-1,-26 19,75-19,-24 56,24-37,-25 37,0 0,25-19,0 1,-25 18,25 18,0 1,0 0,0-1,25 38,-25-38,50 20,-50-20,24-18,26 19,-25 18,0-19,24 20,-49 36,25-74,-25 18,25-18,-25 38,0-20,0 1,0 18,25-37,0 0,-25 37,0-18,0-1,0 19,0-18,0 0,24-19,-24 18,0 1,0-1,0 1,0-1,0 1,0 0,0-1,0 19,0-18,0-1,0 1,0 37,0-38,0 1,0-1,25-18,-25-18,0-38,50 19,-50-19,0 19,0-37,0-19,0 19,0-1,0-36,0 92,0-18,0-19,0 38,0-1,0 1,25 18,-1 0,51 0,24 0,50 0,-50 0,75 0,-75 0,50 37,-99-37,24 0,-49 0,0 0,-1 0,-24 18,0 1,0 0,-99 18,0 37,74-74,-74 37,49 0,25-37,-123 38,98-38,-49 55,74-55,0 19,0-1,-24-18,-1 0,25 19,0 0,1-19,-1 0,25 18,0 1,-25-19,25 18,0 1,0-1,0 1,0 0,0-1,0 1,0 18,0-19,0 1,0 0,0-1,0 1,0-1,0 1,0-1,0-18,124-55,25-1,-75 37,26-36,-1 36,-74 19,74-56,-74 38,74-1,-49 1,98-1,-48-18,-51 18,100-36,-99 55,74-56,-25 56,25 0,-25 0,-49 0,49 0,-24 0,-26 0,-24-19,0 19,24 0,-24 0,0-18,-25 18,0 0,-25 18,-24 1,-51 37,-48-1,-1-17,25-20,-25 38,0-38,74 20,-49-20,25 38,25-56,-25 18,74-18,-50 19,26-19,24 0,0 19,-25 18,26-19,-1 1,0-19,-25 0,-49 18,74-18,1 0,73 0,150-55,74-20,49-17,1-20,74-36,-199 92,-49 0,-50-37,0 56,75-93,-124 93,24-19,-49 38,24-20,26-17,-75 18,25 18,0-37,-1 19,-24 19,75-57,24 20,-74 36,0 0,-1 1,1-1,0 1,-25 18,-124 0,-50 0,-24 0,99 0,-25 0,24 0,1 0,-50 0,75 0,-25 0,-1 18,26-18,-25 37,49-37,-49 38,24-38,-24 37,74-37,1 0,-26 37,25-37,-49 18,49-18,0 0,-25 0,-49 19,50-19,24 0,0 0,-25 0,26 0,24 0,0-19,0 1,0-1,0 1,24-19,26-56,0 55,49-17,0-1,100-18,-175 55,51-18,123 18,-99 1,-24-19,24-38,-49 57,-25-1,-1 1,51-38,-75 37,25 19,-1-18,-24 18,-49 18,-150 57,26-1,73 19,1-75,0 38,-100 18,51 1,48-38,76-37,-76 18,76 20,-1-20,-25 19,25-18,0 0,1-1,-26 1,25-1,0 1,-24 37,-26-19,51-19,-1 1,-25 37,25-38,1 1,-1-1,0 1,0-1,25-18,50-55,99-20,74-17,50-57,-124 93,-1-18,26-19,-25-37,-75 74,-49 38,74-38,-49 0,74-18,-99 55,0 1,0-1,-1 1,1-1,0-37,0 38,0-1,-1 1,51-19,-50 18,-1 0,1-36,0 17,0 20,0-1,0 1,49-38,-74 19,25 37,0-19,-25-18,24 19,1-1,0 0,0 1,0-19,-1 18,-24 1,0-1,0 19,-49 37,-75 37,74-55,-24 37,24-19,-24 19,49-38,-25 19,25-18,-24-1,24 1,0 0,0 18,1-19,-1 1,0-19,0 0,25 19,-25-1,1 1,-1-19,25 18,-25 1,0-1,0-18,0 0,25 19,-24 0,-1-1,0-18,25 19,-25-1,0 1,1-19,-26 0,25 18,0 1,1 0,-26-19,25 18,0 1,1 18,-26-37,25 18,0 1,0 0,-49-19,49 18,-24 1,24-19,0 0,0 0,-74 37,49-37,26 18,-51 1,50 18,-24-37,49 19,-25-19,0 0,0 0,-24 37,24-37,0 0,0 0,0 18,-24 1,24-19,-25 19,26-19,-1 0,0 0,0 18,0 1,0-19,1 0,24 18,-50-18,0 19,26-19,-1 0,0 18,0-18,0 0,1 19,-26 18,25-37,-24 19,-26-1,50-18,0 0,1 19,-1-19,0 19,0-19,0 0,1 18,-1 1,-50-19,51 18,-1 1,0-1,-25 20,26-38,24 18,-25 1,0-1,-25-18,1 19,24-1,0 1,0-19,25 19,-25-1,25 1,-24-19,-1 0,25 18,0 1,0-1,0 20,0 17,0-36,0-1,0 1,-25-19,0 19,25-1,0 1,0-1,0 1,0-1,-25-18,1 19,24 0,-25-1,0 1,25-1,0 1,0-1,0 20,0-20,-25 1,25-1,-25 1,25 0,0-1,0 19,0-18,0-1,-24 57,24-57,0 1,-25-1,-25 1,50 0,0-1,0 1,0-1,0 1,-25-1,25 1,0 37,0-38,0 1,0 18,-25-18,1-1,24 1,0-1,0 1,-25-1,0 20,0 17,0-18,25 1,0-20,-24 1,-1-1,-25 1,50-1,0 1,-25 0,1-1,24 1,-25-1,25 20,0-20,0 1,0-1,-25 1,0-1,25 20,-25-38,1 0,24-19,0 0,-25 19,25-18,0-1,0 1,0-1,0 1,25-1,-1 0,1 1,50-19,-51 18,1 0,50-36,-51 36,1 1,-25-1,0 0,50 1,-50-1,0 1,25-1,-1 1,1-1,0 0,0 1,0-1,0-18,-1 19,26-38,0 0,-1-18,1 37,-25-38,-1 57,-24-38,0 38,50-38,-50 37,0-36,50 17,-26-17,-24 36,25 0,0 1,-25-1,0 1,0-1,25 1,0-1,-25 0,0 1,0-1,0 1,0-1,49 19,-49-18,0-1,25 0,-25-18,0 19,0-1,25 1,-25-1,50 0,-26-18,-24 19,25 18,-25 0,-25 18,1 1,-51 18,26 19,24-38,-50 19,50 19,-49 18,49-55,0 18,1 19,-26 18,50-55,-50 74,1-19,49-55,-25 36,25-36,-25 37,0 18,25-18,-74 18,49 0,0-55,25-1,0 19,0-18,0 0,25-19,-25-19,50-18,24-19,-49 38,74-57,-74 57,49-38,50-37,-24 19,-26 18,-49 38,-25 18,0 18,50 38,-50 18,0 0,0 1,-50-1,25 0,0-37,-49 38,49-38,0-37,0 0,25 18,-24-18,-1 0,25 0,0-37,25-18,74-20,75-55,-75 56,25-19,-75 56,-24 18,0-36,-25 36,25 1,-25-1,0 0,0 1,0-1,0 19,0 93,0-19,-25 1,-99 36,99-37,-24 1,-51 73,51-73,-50-20,74-36,-50 37,1-38,-25-18,24 37,26-37,-1 0,25 0,0 0,1 0,-1 0,-25-18,25 18,0-19,1-18,-1 18,0 1,-25-1,50 1,-24-1,-1 19,0 0,25-18,-25 18,0 0,1 0,24-38,0 20,0 18,74 37,75 19,-50-19,0 0,-24-18,98 18,-73 0,-26 0,25-18,-49-19,24 0,-24 0,24-37,-74 18,50-37,24 19,-49 18,0-18,50-37,-51 55,-24-18,0 0,25 0,-25 18,0 1,0-1,0-18,0 19,0-1,-25-37,-24-18,-1 0,50 55,-50-18,26-19,24 38,0-1,0 1,-50-1,25 0,25 1,0-1,-25 19,1 0,-1 19,0-1,25 1,0 18,0-18,0-1,-50 112,50-18,0-19,0 37,0 18,0-74,50-18,-50 19,0-57,0 1,0-1,0-18,0 0,50-111,49-38,-25 38,-74 92,25-55,0 0,25-1,-50 57,0 36,0 19,0 19,0-37,0 55,0 19,0-19,0 0,0-36,-25 73,25-92,-25 18,25 19,-25-38,0 19,0-18,1-1,-1-18,-50 19,26-19,-1 0,-99 0,100-19,-100-36,124 36,-124-55,100 18,-26-55,50 73,-49-17,74 18,-25 18,0 19,0-19,50 19,25 0,24 0,26 0,-51 19,26 18,-51-37,1 19,0-1,25-18,-50 19,24-19,1 0,0 0,0 0,0 0,24-19,75-92,-49 74,74-93,-125 55,101-73,-125 74,0-1,24 38,-24-37,0 55,0-18,0-19,0 38,0 18,-24 18,-1 1,0 37,0-19,0-19,-24 57,24-1,0-18,25-38,-25 19,-24 38,49-38,-50 19,0-19,26-19,24 19,0-18,-25-19,25 0,0-37,-25 18,-25-36,-24-20,24-110,1 110,-1-36,50 37,0 36,0-36,0 55,0 1,0 18,0 18,0 1,0 18,0 19,0-37,0-1,0 1,0-1,0 1,-25-19,25 0,0-93,0 19,0 36,0-17,0-38,0 74,0-18,-25 93,25-56,0-19,0 1,0-19,0 18,0 0,0 1,0-19,0 18,0 1,0-1,0 0,0 1,25-1,-25 1,0-1,25 1,-25-1,25 19,0 0,-25 0,0 19,0-1,0 1,0-1,0 1,0-1,0 20,-25-20,0 38,-49-19,49-18,-50 36,51-36,-51 18,75-18,0-1,-25 1,1 36,-1-36,25 0,0-1,-25 1,0-1,0 1,25 0,0-1,-25 1,1 18,-1-19,25 1,0 0,-50-1,50 19,-25-37,25 19,-24 18,-1 0,25-18,0-1,-25 19,25-18,-25-19,0 19,1-1,-1 1,25-1,0 1,-25-1,25 1,-25-19,25 19,-25-1,-24 19,24-18,0-1,0 57,25-57,0 1,-25 55,25-74,0-18,0-1,25 0,75-36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03-04T20:13:07.50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ransparency" value="170"/>
      <inkml:brushProperty name="tip" value="rectangle"/>
      <inkml:brushProperty name="rasterOp" value="maskPen"/>
      <inkml:brushProperty name="fitToCurve" value="1"/>
      <inkml:brushProperty name="ignorePressure" value="1"/>
    </inkml:brush>
  </inkml:definitions>
  <inkml:trace contextRef="#ctx0" brushRef="#br0">1021 2028,'0'0,"25"0,0 0,-25 19,24-1,-24 1,50 0,-50-1,0 1,25-19,-1 56,26-19,-50-19,0 1,50 37,-50-37,0 18,0-19,24 1,1 0,-25-1,0 1,0-1,0-18,0-18,25-1,0 1,-25-1,0 0,0 1,0-1,25-37,-25 38,24-20,1 20,-25-1,0-18,0 18,0 1,50-1,-50 1,0-20,0 20,0-1,0 0,0 1,0-1,0 1,0-1,24 0,1 1,25-1,-25 1,24-1,-24 0,99-18,-99 37,-1 37,26-37,-50 19,0 37,0 55,0-36,0-1,0 1,0-1,-25 1,0-1,-49-37,74 19,-25 19,0-57,25 20,-74 36,49-18,-49 18,49-55,-24 18,24-18,-49 37,49-38,-25 1,25-1,1 1,-51 0,26-1,24 1,0 0,0-19,1 0,-1 0,0 0,-49 0,24 0,25 0,-74 0,25 0,-25 0,74 0,-74 0,49 0,-24 0,49 0,-24 0,-26 0,75-19,-25 0,1 1,24-1,-25 19,0-19,0 1,25-1,-25 1,25-38,0 19,-49 18,49 0,0-18,0-19,0 38,0-1,0 0,0 1,0 18,0 37,25 19,24-19,-24 56,49-56,-74 19,25-19,50 38,-51-56,26 36,-25-36,24 0,-24-1,49 19,-49-37,0 0,24 19,26 18,-50-37,-1 0,1 0,0 0,25 19,-26-19,1 0,49 37,-24-37,-25 19,0-19,-1 18,1-18,0 0,0 0,-1-18,1 18,0 0,0 0,24 0,-49-19,25 1,0-1,0 0,0 19,-1 0,-24-18,25-1,0 0,0 1,24-38,-49 19,25 18,49-18,-74-19,0 37,0 1,0-1,25 1,-25-1,25 19,-25-19,0 1,0-1,0 1,0-1,-25 19,25-37,0-19,0 37,0 1,25-1,0-37,-1 19,-24 18,75 1,24-20,-49 1,-1 19,100-75,-75 74,-49 0,24 1,26-38,24 37,0-37,-74 38,74-1,-74 19,0 0,49-18,-25 18,1-19,0-18,-26 18,51 19,-26-18,-24-1,74 0,-49 1,-25-1,-1 0,51 19,-51-37,26 37,-25 0,0 0,-1-18,26 18,-25 0,0-19,74 0,-75 1,76-19,-76 18,26-18,-25 18,24 19,26-37,-51 37,26-19,24-18,-49 18,0 19,0 0,-1-18,1 18,-25 0,-99 37,74-37,-99 37,100-37,-51 37,-73-18,48 37,1-56,-99 19,99 18,0-37,49 18,-24-18,49 0,-24 0,24 0,0 0,0 0,0 0,-74 0,74 0,1 0,-51 0,51 0,-51 0,26 0,123-37,0-19,-49 38,25-20,24 20,0-57,-24 20,24-1,25 18,-24-17,-26-1,-24 37,74-18,-99 18,50-37,-25 38,49-19,-49 18,0 0,24-18,25-19,-49 38,25-19,-25 18,74-56,-75 57,26-38,24 19,-49 18,25-37,-25 38,49-20,-49 20,-1-19,-24 18,25 0,-25-18,0 19,25 18,-25-19,0 0,0 1,0-1,0 0,0 1,0-1,25 1,-25-1,0 0,25 1,-25-1,0 1,0-1,0 0,0 1,0-1,0 0,0-18,0 19,0-1,0 19,-25 0,0 0,0 0,0 0,1 0,24 0,-50 37,1-37,24 0,0 0,0 0,0 19,1-19,-1 0,0 18,0 1,0-19,-24 19,-25-1,49-18,0 19,-25 0,26-19,-1 18,0-18,0 0,1 19,-26 18,25-37,0 0,1 0,-1 19,0-1,0-18,0 0,1 19,-1-19,-25 18,-24 1,49-19,-24 19,-26-1,51-18,-1 0,0 38,0-38,0 0,-24 18,-26 1,51-19,-1 0,0 0,0 18,1 1,-1-19,-25 19,25-1,-49 1,25 18,24-18,0-1,0 1,0 0,1-19,24 18,-75-18,75 19,-25-19,1 18,-1 1,-25-19,26 0,-1 19,0-1,0 1,0-1,1 1,-1 0,0-1,0 1,-24 0,24 18,0-19,0 1,1 0,-1-1,0 1,0-1,0 1,1 0,-1-1,0 1,0-1,1 1,-1 0,0-1,0-18,0 0,1 19,-1 0,0-19,25 18,-49 1,24-1,0 1,0 18,0-18,1-1,-1 1,0 0,0-19,25 18,-25 1,1 0,-1-19,25 18,74-18,-49 0,0 0,0-18,-1-1,1 19,25-37,-25 37,24-19,25 0,-49 19,0-18,0-1,0 19,-1 0,1-18,0-1,0 0,-1 1,1-1,50 1,-51-1,1-18,0 18,0 19,-25-19,25 1,24-19,-24 18,49 0,-49 19,0-18,0-1,-1 1,1-1,0 0,0-18,-1 37,1 0,-25-18,25-1,0 0,0 19,-1 0,-24-18,25-1,50 0,-51 1,1-1,0 1,0 18,-25-19,24 0,26 19,-25-18,-25-1,25 1,-1-1,1 19,0 0,0-19,24 1,1 18,-50-19,0-18,25 18,24 19,26-37,-26 18,-24-18,0 19,24 18,-49-19,50 19,-25 0,-1-19,1 1,0-1,0 0,24 19,-24 0,-25-37,25 19,24 18,-24 0,-25-19,25 0,0 1,24-1,-24 19,0-18,0-1,-1 19,-24-19,25 19,0-18,0-20,24 38,-49-18,25-1,0 1,0-1,-1 19,1 0,0-19,49 1,-24-1,-25 1,49-1,-24-18,-26 18,-98 56,49-18,1 0,-1-1,-99 57,74-57,-74 38,-74 37,149-74,24-1,-99 38,25-37,24-1,26-18,-26 19,51-19,-1 19,-25 18,26-37,-1 19,0-1,-49 1,49-1,-25 1,1 0,24-1,-49 1,24 18,25-18,0-1,-49-18,74 38,-25-38,1 0,24 18,-25 1,0-19,0 18,0 1,1 0,-1-19,25 18,-25 19,0-18,0-19,1 0,-1 19,0-1,-49-18,49 0,25 19,-25 0,0-1,1-18,-1 0,-25 19,-24-1,49-18,-24 19,24-19,-25 37,-49-18,74-19,1 0,-26 18,25 1,0-19,1 0,-1 0,0 19,0-1,1-18,-1 0,0 19,0-1,-24 1,24 0,0-1,0 1,-24-19,24 37,0-18,0-19,1 0,24 18,-25 1,0 0,0-19,25 18,-25 1,1-1,24 1,0 0,0-1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emf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19.emf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5" Type="http://schemas.openxmlformats.org/officeDocument/2006/relationships/image" Target="../media/image18.emf"/><Relationship Id="rId4" Type="http://schemas.openxmlformats.org/officeDocument/2006/relationships/customXml" Target="../ink/ink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emf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685800" y="209550"/>
            <a:ext cx="2286000" cy="3276600"/>
            <a:chOff x="5105400" y="609599"/>
            <a:chExt cx="3352800" cy="5486401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5943600" y="609600"/>
              <a:ext cx="1752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5400000">
              <a:off x="5045529" y="1507671"/>
              <a:ext cx="179614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rot="5400000">
              <a:off x="6798129" y="1507671"/>
              <a:ext cx="179614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Arc 10"/>
            <p:cNvSpPr/>
            <p:nvPr/>
          </p:nvSpPr>
          <p:spPr>
            <a:xfrm>
              <a:off x="5943600" y="1926771"/>
              <a:ext cx="1752600" cy="1197429"/>
            </a:xfrm>
            <a:prstGeom prst="arc">
              <a:avLst>
                <a:gd name="adj1" fmla="val 10715029"/>
                <a:gd name="adj2" fmla="val 2155986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grpSp>
          <p:nvGrpSpPr>
            <p:cNvPr id="41" name="Group 40"/>
            <p:cNvGrpSpPr/>
            <p:nvPr/>
          </p:nvGrpSpPr>
          <p:grpSpPr>
            <a:xfrm>
              <a:off x="5105400" y="609600"/>
              <a:ext cx="3352800" cy="5486400"/>
              <a:chOff x="5105400" y="609600"/>
              <a:chExt cx="3352800" cy="5486400"/>
            </a:xfrm>
          </p:grpSpPr>
          <p:grpSp>
            <p:nvGrpSpPr>
              <p:cNvPr id="12" name="Group 63"/>
              <p:cNvGrpSpPr/>
              <p:nvPr/>
            </p:nvGrpSpPr>
            <p:grpSpPr>
              <a:xfrm rot="10800000">
                <a:off x="5943600" y="2895600"/>
                <a:ext cx="1752600" cy="2514600"/>
                <a:chOff x="3657600" y="609600"/>
                <a:chExt cx="1295400" cy="1600200"/>
              </a:xfrm>
            </p:grpSpPr>
            <p:cxnSp>
              <p:nvCxnSpPr>
                <p:cNvPr id="13" name="Straight Connector 12"/>
                <p:cNvCxnSpPr/>
                <p:nvPr/>
              </p:nvCxnSpPr>
              <p:spPr>
                <a:xfrm>
                  <a:off x="3657600" y="609600"/>
                  <a:ext cx="129540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/>
              </p:nvCxnSpPr>
              <p:spPr>
                <a:xfrm rot="5400000">
                  <a:off x="3086100" y="1181100"/>
                  <a:ext cx="114300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/>
              </p:nvCxnSpPr>
              <p:spPr>
                <a:xfrm rot="5400000">
                  <a:off x="4381500" y="1181100"/>
                  <a:ext cx="114300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Arc 15"/>
                <p:cNvSpPr/>
                <p:nvPr/>
              </p:nvSpPr>
              <p:spPr>
                <a:xfrm>
                  <a:off x="3657600" y="1447800"/>
                  <a:ext cx="1295400" cy="762000"/>
                </a:xfrm>
                <a:prstGeom prst="arc">
                  <a:avLst>
                    <a:gd name="adj1" fmla="val 10715029"/>
                    <a:gd name="adj2" fmla="val 21559860"/>
                  </a:avLst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</p:grpSp>
          <p:sp>
            <p:nvSpPr>
              <p:cNvPr id="17" name="Text Box 27"/>
              <p:cNvSpPr txBox="1">
                <a:spLocks noChangeArrowheads="1"/>
              </p:cNvSpPr>
              <p:nvPr/>
            </p:nvSpPr>
            <p:spPr bwMode="auto">
              <a:xfrm>
                <a:off x="6553200" y="609600"/>
                <a:ext cx="533400" cy="8382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2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cs typeface="Calibri" pitchFamily="34" charset="0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ts val="2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0" b="1" i="0" u="none" strike="noStrike" cap="none" normalizeH="0" baseline="0" dirty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alibri" pitchFamily="34" charset="0"/>
                    <a:cs typeface="Calibri" pitchFamily="34" charset="0"/>
                  </a:rPr>
                  <a:t>N</a:t>
                </a:r>
                <a:endParaRPr kumimoji="0" lang="en-US" sz="28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18" name="Text Box 27"/>
              <p:cNvSpPr txBox="1">
                <a:spLocks noChangeArrowheads="1"/>
              </p:cNvSpPr>
              <p:nvPr/>
            </p:nvSpPr>
            <p:spPr bwMode="auto">
              <a:xfrm>
                <a:off x="6553200" y="4572000"/>
                <a:ext cx="533400" cy="8382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2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cs typeface="Calibri" pitchFamily="34" charset="0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ts val="2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0" b="1" i="0" u="none" strike="noStrike" cap="none" normalizeH="0" baseline="0" dirty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alibri" pitchFamily="34" charset="0"/>
                    <a:cs typeface="Calibri" pitchFamily="34" charset="0"/>
                  </a:rPr>
                  <a:t>S</a:t>
                </a:r>
                <a:endParaRPr kumimoji="0" lang="en-US" sz="28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cs typeface="Calibri" pitchFamily="34" charset="0"/>
                </a:endParaRPr>
              </a:p>
            </p:txBody>
          </p:sp>
          <p:cxnSp>
            <p:nvCxnSpPr>
              <p:cNvPr id="19" name="Straight Arrow Connector 18"/>
              <p:cNvCxnSpPr/>
              <p:nvPr/>
            </p:nvCxnSpPr>
            <p:spPr>
              <a:xfrm>
                <a:off x="7010400" y="2362200"/>
                <a:ext cx="990600" cy="1588"/>
              </a:xfrm>
              <a:prstGeom prst="straightConnector1">
                <a:avLst/>
              </a:prstGeom>
              <a:ln w="38100">
                <a:solidFill>
                  <a:srgbClr val="0000FF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 rot="10800000">
                <a:off x="5638800" y="3659188"/>
                <a:ext cx="1066800" cy="1588"/>
              </a:xfrm>
              <a:prstGeom prst="straightConnector1">
                <a:avLst/>
              </a:prstGeom>
              <a:ln w="38100">
                <a:solidFill>
                  <a:srgbClr val="0000FF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 Box 27"/>
              <p:cNvSpPr txBox="1">
                <a:spLocks noChangeArrowheads="1"/>
              </p:cNvSpPr>
              <p:nvPr/>
            </p:nvSpPr>
            <p:spPr bwMode="auto">
              <a:xfrm>
                <a:off x="7924800" y="2209800"/>
                <a:ext cx="533400" cy="3810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2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lang="en-US" sz="4000" b="1" dirty="0" smtClean="0">
                    <a:solidFill>
                      <a:srgbClr val="0000FF"/>
                    </a:solidFill>
                    <a:latin typeface="Calibri" pitchFamily="34" charset="0"/>
                    <a:cs typeface="Calibri" pitchFamily="34" charset="0"/>
                  </a:rPr>
                  <a:t>F</a:t>
                </a:r>
                <a:endParaRPr kumimoji="0" lang="en-US" sz="40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22" name="Text Box 27"/>
              <p:cNvSpPr txBox="1">
                <a:spLocks noChangeArrowheads="1"/>
              </p:cNvSpPr>
              <p:nvPr/>
            </p:nvSpPr>
            <p:spPr bwMode="auto">
              <a:xfrm>
                <a:off x="5181600" y="5715000"/>
                <a:ext cx="3276600" cy="3810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2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lang="en-US" sz="2400" b="1" dirty="0" smtClean="0">
                    <a:solidFill>
                      <a:srgbClr val="0000FF"/>
                    </a:solidFill>
                    <a:latin typeface="Calibri" pitchFamily="34" charset="0"/>
                    <a:cs typeface="Calibri" pitchFamily="34" charset="0"/>
                  </a:rPr>
                  <a:t>A Couple is generated</a:t>
                </a:r>
                <a:endParaRPr kumimoji="0" lang="en-US" sz="24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23" name="Arc 22"/>
              <p:cNvSpPr/>
              <p:nvPr/>
            </p:nvSpPr>
            <p:spPr>
              <a:xfrm>
                <a:off x="7620000" y="2514600"/>
                <a:ext cx="609600" cy="990600"/>
              </a:xfrm>
              <a:prstGeom prst="arc">
                <a:avLst>
                  <a:gd name="adj1" fmla="val 16200000"/>
                  <a:gd name="adj2" fmla="val 5781130"/>
                </a:avLst>
              </a:prstGeom>
              <a:ln w="381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 Box 27"/>
              <p:cNvSpPr txBox="1">
                <a:spLocks noChangeArrowheads="1"/>
              </p:cNvSpPr>
              <p:nvPr/>
            </p:nvSpPr>
            <p:spPr bwMode="auto">
              <a:xfrm>
                <a:off x="5105400" y="3581400"/>
                <a:ext cx="533400" cy="3810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2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lang="en-US" sz="4000" b="1" dirty="0" smtClean="0">
                    <a:solidFill>
                      <a:srgbClr val="0000FF"/>
                    </a:solidFill>
                    <a:latin typeface="Calibri" pitchFamily="34" charset="0"/>
                    <a:cs typeface="Calibri" pitchFamily="34" charset="0"/>
                  </a:rPr>
                  <a:t>F</a:t>
                </a:r>
                <a:endParaRPr kumimoji="0" lang="en-US" sz="40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cs typeface="Calibri" pitchFamily="34" charset="0"/>
                </a:endParaRPr>
              </a:p>
            </p:txBody>
          </p:sp>
          <p:grpSp>
            <p:nvGrpSpPr>
              <p:cNvPr id="25" name="Group 24"/>
              <p:cNvGrpSpPr/>
              <p:nvPr/>
            </p:nvGrpSpPr>
            <p:grpSpPr>
              <a:xfrm>
                <a:off x="6034647" y="2209800"/>
                <a:ext cx="1600200" cy="1600200"/>
                <a:chOff x="6034647" y="2209800"/>
                <a:chExt cx="1600200" cy="1600200"/>
              </a:xfrm>
            </p:grpSpPr>
            <p:sp>
              <p:nvSpPr>
                <p:cNvPr id="26" name="Oval 25"/>
                <p:cNvSpPr/>
                <p:nvPr/>
              </p:nvSpPr>
              <p:spPr>
                <a:xfrm>
                  <a:off x="6034647" y="2209800"/>
                  <a:ext cx="1600200" cy="160020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grpSp>
              <p:nvGrpSpPr>
                <p:cNvPr id="27" name="Group 165"/>
                <p:cNvGrpSpPr/>
                <p:nvPr/>
              </p:nvGrpSpPr>
              <p:grpSpPr>
                <a:xfrm>
                  <a:off x="6720447" y="3505200"/>
                  <a:ext cx="304800" cy="304800"/>
                  <a:chOff x="6705600" y="3505200"/>
                  <a:chExt cx="304800" cy="304800"/>
                </a:xfrm>
              </p:grpSpPr>
              <p:sp>
                <p:nvSpPr>
                  <p:cNvPr id="31" name="Oval 60"/>
                  <p:cNvSpPr/>
                  <p:nvPr/>
                </p:nvSpPr>
                <p:spPr>
                  <a:xfrm>
                    <a:off x="6705600" y="3505200"/>
                    <a:ext cx="304800" cy="30480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/>
                  </a:p>
                </p:txBody>
              </p:sp>
              <p:cxnSp>
                <p:nvCxnSpPr>
                  <p:cNvPr id="32" name="Straight Connector 31"/>
                  <p:cNvCxnSpPr/>
                  <p:nvPr/>
                </p:nvCxnSpPr>
                <p:spPr>
                  <a:xfrm rot="16200000" flipH="1">
                    <a:off x="6781800" y="3581400"/>
                    <a:ext cx="152400" cy="152400"/>
                  </a:xfrm>
                  <a:prstGeom prst="line">
                    <a:avLst/>
                  </a:prstGeom>
                  <a:ln w="254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Straight Connector 32"/>
                  <p:cNvCxnSpPr/>
                  <p:nvPr/>
                </p:nvCxnSpPr>
                <p:spPr>
                  <a:xfrm rot="5400000">
                    <a:off x="6781800" y="3581400"/>
                    <a:ext cx="152400" cy="152400"/>
                  </a:xfrm>
                  <a:prstGeom prst="line">
                    <a:avLst/>
                  </a:prstGeom>
                  <a:ln w="254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" name="Group 164"/>
                <p:cNvGrpSpPr/>
                <p:nvPr/>
              </p:nvGrpSpPr>
              <p:grpSpPr>
                <a:xfrm>
                  <a:off x="6720447" y="2209800"/>
                  <a:ext cx="304800" cy="304800"/>
                  <a:chOff x="6705600" y="2209800"/>
                  <a:chExt cx="304800" cy="304800"/>
                </a:xfrm>
              </p:grpSpPr>
              <p:sp>
                <p:nvSpPr>
                  <p:cNvPr id="29" name="Oval 28"/>
                  <p:cNvSpPr/>
                  <p:nvPr/>
                </p:nvSpPr>
                <p:spPr>
                  <a:xfrm>
                    <a:off x="6705600" y="2209800"/>
                    <a:ext cx="304800" cy="304800"/>
                  </a:xfrm>
                  <a:prstGeom prst="ellipse">
                    <a:avLst/>
                  </a:prstGeom>
                  <a:noFill/>
                  <a:ln w="25400">
                    <a:solidFill>
                      <a:srgbClr val="0000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/>
                  </a:p>
                </p:txBody>
              </p:sp>
              <p:sp>
                <p:nvSpPr>
                  <p:cNvPr id="30" name="Oval 29"/>
                  <p:cNvSpPr/>
                  <p:nvPr/>
                </p:nvSpPr>
                <p:spPr>
                  <a:xfrm>
                    <a:off x="6781800" y="2286000"/>
                    <a:ext cx="152400" cy="152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5400">
                    <a:solidFill>
                      <a:srgbClr val="0000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4" name="Group 33"/>
              <p:cNvGrpSpPr/>
              <p:nvPr/>
            </p:nvGrpSpPr>
            <p:grpSpPr>
              <a:xfrm>
                <a:off x="6017022" y="1295400"/>
                <a:ext cx="1602978" cy="3657600"/>
                <a:chOff x="4038600" y="1295400"/>
                <a:chExt cx="1602978" cy="3657600"/>
              </a:xfrm>
            </p:grpSpPr>
            <p:sp>
              <p:nvSpPr>
                <p:cNvPr id="35" name="Freeform 34"/>
                <p:cNvSpPr/>
                <p:nvPr/>
              </p:nvSpPr>
              <p:spPr>
                <a:xfrm>
                  <a:off x="4577749" y="1304499"/>
                  <a:ext cx="1012398" cy="3572301"/>
                </a:xfrm>
                <a:custGeom>
                  <a:avLst/>
                  <a:gdLst>
                    <a:gd name="connsiteX0" fmla="*/ 186519 w 1171432"/>
                    <a:gd name="connsiteY0" fmla="*/ 0 h 3343701"/>
                    <a:gd name="connsiteX1" fmla="*/ 186519 w 1171432"/>
                    <a:gd name="connsiteY1" fmla="*/ 627797 h 3343701"/>
                    <a:gd name="connsiteX2" fmla="*/ 9098 w 1171432"/>
                    <a:gd name="connsiteY2" fmla="*/ 982639 h 3343701"/>
                    <a:gd name="connsiteX3" fmla="*/ 131928 w 1171432"/>
                    <a:gd name="connsiteY3" fmla="*/ 1392071 h 3343701"/>
                    <a:gd name="connsiteX4" fmla="*/ 787020 w 1171432"/>
                    <a:gd name="connsiteY4" fmla="*/ 1774209 h 3343701"/>
                    <a:gd name="connsiteX5" fmla="*/ 1114566 w 1171432"/>
                    <a:gd name="connsiteY5" fmla="*/ 2197289 h 3343701"/>
                    <a:gd name="connsiteX6" fmla="*/ 1128214 w 1171432"/>
                    <a:gd name="connsiteY6" fmla="*/ 3343701 h 3343701"/>
                    <a:gd name="connsiteX0" fmla="*/ 186519 w 1183563"/>
                    <a:gd name="connsiteY0" fmla="*/ 0 h 3343701"/>
                    <a:gd name="connsiteX1" fmla="*/ 186519 w 1183563"/>
                    <a:gd name="connsiteY1" fmla="*/ 627797 h 3343701"/>
                    <a:gd name="connsiteX2" fmla="*/ 9098 w 1183563"/>
                    <a:gd name="connsiteY2" fmla="*/ 982639 h 3343701"/>
                    <a:gd name="connsiteX3" fmla="*/ 131928 w 1183563"/>
                    <a:gd name="connsiteY3" fmla="*/ 1392071 h 3343701"/>
                    <a:gd name="connsiteX4" fmla="*/ 714232 w 1183563"/>
                    <a:gd name="connsiteY4" fmla="*/ 1819701 h 3343701"/>
                    <a:gd name="connsiteX5" fmla="*/ 1114566 w 1183563"/>
                    <a:gd name="connsiteY5" fmla="*/ 2197289 h 3343701"/>
                    <a:gd name="connsiteX6" fmla="*/ 1128214 w 118356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1019032 w 1149823"/>
                    <a:gd name="connsiteY5" fmla="*/ 2353101 h 3343701"/>
                    <a:gd name="connsiteX6" fmla="*/ 1128214 w 114982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942832 w 1149823"/>
                    <a:gd name="connsiteY5" fmla="*/ 2429301 h 3343701"/>
                    <a:gd name="connsiteX6" fmla="*/ 1128214 w 114982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942832 w 1149823"/>
                    <a:gd name="connsiteY5" fmla="*/ 2429301 h 3343701"/>
                    <a:gd name="connsiteX6" fmla="*/ 1128214 w 1149823"/>
                    <a:gd name="connsiteY6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10190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10190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9428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019032"/>
                    <a:gd name="connsiteY0" fmla="*/ 0 h 3419901"/>
                    <a:gd name="connsiteX1" fmla="*/ 186519 w 1019032"/>
                    <a:gd name="connsiteY1" fmla="*/ 627797 h 3419901"/>
                    <a:gd name="connsiteX2" fmla="*/ 9098 w 1019032"/>
                    <a:gd name="connsiteY2" fmla="*/ 982639 h 3419901"/>
                    <a:gd name="connsiteX3" fmla="*/ 131928 w 1019032"/>
                    <a:gd name="connsiteY3" fmla="*/ 1392071 h 3419901"/>
                    <a:gd name="connsiteX4" fmla="*/ 714232 w 1019032"/>
                    <a:gd name="connsiteY4" fmla="*/ 1819701 h 3419901"/>
                    <a:gd name="connsiteX5" fmla="*/ 942832 w 1019032"/>
                    <a:gd name="connsiteY5" fmla="*/ 2429301 h 3419901"/>
                    <a:gd name="connsiteX6" fmla="*/ 942832 w 1019032"/>
                    <a:gd name="connsiteY6" fmla="*/ 3115101 h 3419901"/>
                    <a:gd name="connsiteX7" fmla="*/ 1019032 w 1019032"/>
                    <a:gd name="connsiteY7" fmla="*/ 3419901 h 3419901"/>
                    <a:gd name="connsiteX0" fmla="*/ 186519 w 980932"/>
                    <a:gd name="connsiteY0" fmla="*/ 0 h 3419901"/>
                    <a:gd name="connsiteX1" fmla="*/ 186519 w 980932"/>
                    <a:gd name="connsiteY1" fmla="*/ 627797 h 3419901"/>
                    <a:gd name="connsiteX2" fmla="*/ 9098 w 980932"/>
                    <a:gd name="connsiteY2" fmla="*/ 982639 h 3419901"/>
                    <a:gd name="connsiteX3" fmla="*/ 131928 w 980932"/>
                    <a:gd name="connsiteY3" fmla="*/ 1392071 h 3419901"/>
                    <a:gd name="connsiteX4" fmla="*/ 714232 w 980932"/>
                    <a:gd name="connsiteY4" fmla="*/ 1819701 h 3419901"/>
                    <a:gd name="connsiteX5" fmla="*/ 942832 w 980932"/>
                    <a:gd name="connsiteY5" fmla="*/ 2429301 h 3419901"/>
                    <a:gd name="connsiteX6" fmla="*/ 942832 w 980932"/>
                    <a:gd name="connsiteY6" fmla="*/ 3115101 h 3419901"/>
                    <a:gd name="connsiteX7" fmla="*/ 942832 w 980932"/>
                    <a:gd name="connsiteY7" fmla="*/ 3419901 h 3419901"/>
                    <a:gd name="connsiteX0" fmla="*/ 186519 w 980932"/>
                    <a:gd name="connsiteY0" fmla="*/ 0 h 3419901"/>
                    <a:gd name="connsiteX1" fmla="*/ 186519 w 980932"/>
                    <a:gd name="connsiteY1" fmla="*/ 627797 h 3419901"/>
                    <a:gd name="connsiteX2" fmla="*/ 9098 w 980932"/>
                    <a:gd name="connsiteY2" fmla="*/ 982639 h 3419901"/>
                    <a:gd name="connsiteX3" fmla="*/ 131928 w 980932"/>
                    <a:gd name="connsiteY3" fmla="*/ 1392071 h 3419901"/>
                    <a:gd name="connsiteX4" fmla="*/ 714232 w 980932"/>
                    <a:gd name="connsiteY4" fmla="*/ 1819701 h 3419901"/>
                    <a:gd name="connsiteX5" fmla="*/ 942832 w 980932"/>
                    <a:gd name="connsiteY5" fmla="*/ 2505501 h 3419901"/>
                    <a:gd name="connsiteX6" fmla="*/ 942832 w 980932"/>
                    <a:gd name="connsiteY6" fmla="*/ 3115101 h 3419901"/>
                    <a:gd name="connsiteX7" fmla="*/ 942832 w 980932"/>
                    <a:gd name="connsiteY7" fmla="*/ 3419901 h 3419901"/>
                    <a:gd name="connsiteX0" fmla="*/ 186519 w 955532"/>
                    <a:gd name="connsiteY0" fmla="*/ 0 h 3419901"/>
                    <a:gd name="connsiteX1" fmla="*/ 186519 w 955532"/>
                    <a:gd name="connsiteY1" fmla="*/ 627797 h 3419901"/>
                    <a:gd name="connsiteX2" fmla="*/ 9098 w 955532"/>
                    <a:gd name="connsiteY2" fmla="*/ 982639 h 3419901"/>
                    <a:gd name="connsiteX3" fmla="*/ 131928 w 955532"/>
                    <a:gd name="connsiteY3" fmla="*/ 1392071 h 3419901"/>
                    <a:gd name="connsiteX4" fmla="*/ 714232 w 955532"/>
                    <a:gd name="connsiteY4" fmla="*/ 1819701 h 3419901"/>
                    <a:gd name="connsiteX5" fmla="*/ 942832 w 955532"/>
                    <a:gd name="connsiteY5" fmla="*/ 2505501 h 3419901"/>
                    <a:gd name="connsiteX6" fmla="*/ 790432 w 955532"/>
                    <a:gd name="connsiteY6" fmla="*/ 3115101 h 3419901"/>
                    <a:gd name="connsiteX7" fmla="*/ 942832 w 955532"/>
                    <a:gd name="connsiteY7" fmla="*/ 3419901 h 3419901"/>
                    <a:gd name="connsiteX0" fmla="*/ 186519 w 955532"/>
                    <a:gd name="connsiteY0" fmla="*/ 0 h 3496101"/>
                    <a:gd name="connsiteX1" fmla="*/ 186519 w 955532"/>
                    <a:gd name="connsiteY1" fmla="*/ 627797 h 3496101"/>
                    <a:gd name="connsiteX2" fmla="*/ 9098 w 955532"/>
                    <a:gd name="connsiteY2" fmla="*/ 982639 h 3496101"/>
                    <a:gd name="connsiteX3" fmla="*/ 131928 w 955532"/>
                    <a:gd name="connsiteY3" fmla="*/ 1392071 h 3496101"/>
                    <a:gd name="connsiteX4" fmla="*/ 714232 w 955532"/>
                    <a:gd name="connsiteY4" fmla="*/ 1819701 h 3496101"/>
                    <a:gd name="connsiteX5" fmla="*/ 942832 w 955532"/>
                    <a:gd name="connsiteY5" fmla="*/ 2505501 h 3496101"/>
                    <a:gd name="connsiteX6" fmla="*/ 790432 w 955532"/>
                    <a:gd name="connsiteY6" fmla="*/ 3115101 h 3496101"/>
                    <a:gd name="connsiteX7" fmla="*/ 790432 w 955532"/>
                    <a:gd name="connsiteY7" fmla="*/ 3496101 h 3496101"/>
                    <a:gd name="connsiteX0" fmla="*/ 319585 w 1088598"/>
                    <a:gd name="connsiteY0" fmla="*/ 0 h 3496101"/>
                    <a:gd name="connsiteX1" fmla="*/ 319585 w 1088598"/>
                    <a:gd name="connsiteY1" fmla="*/ 627797 h 3496101"/>
                    <a:gd name="connsiteX2" fmla="*/ 9098 w 1088598"/>
                    <a:gd name="connsiteY2" fmla="*/ 981501 h 3496101"/>
                    <a:gd name="connsiteX3" fmla="*/ 264994 w 1088598"/>
                    <a:gd name="connsiteY3" fmla="*/ 1392071 h 3496101"/>
                    <a:gd name="connsiteX4" fmla="*/ 847298 w 1088598"/>
                    <a:gd name="connsiteY4" fmla="*/ 1819701 h 3496101"/>
                    <a:gd name="connsiteX5" fmla="*/ 1075898 w 1088598"/>
                    <a:gd name="connsiteY5" fmla="*/ 2505501 h 3496101"/>
                    <a:gd name="connsiteX6" fmla="*/ 923498 w 1088598"/>
                    <a:gd name="connsiteY6" fmla="*/ 3115101 h 3496101"/>
                    <a:gd name="connsiteX7" fmla="*/ 923498 w 1088598"/>
                    <a:gd name="connsiteY7" fmla="*/ 3496101 h 3496101"/>
                    <a:gd name="connsiteX0" fmla="*/ 168891 w 937904"/>
                    <a:gd name="connsiteY0" fmla="*/ 0 h 3496101"/>
                    <a:gd name="connsiteX1" fmla="*/ 168891 w 937904"/>
                    <a:gd name="connsiteY1" fmla="*/ 627797 h 3496101"/>
                    <a:gd name="connsiteX2" fmla="*/ 10804 w 937904"/>
                    <a:gd name="connsiteY2" fmla="*/ 1057701 h 3496101"/>
                    <a:gd name="connsiteX3" fmla="*/ 114300 w 937904"/>
                    <a:gd name="connsiteY3" fmla="*/ 1392071 h 3496101"/>
                    <a:gd name="connsiteX4" fmla="*/ 696604 w 937904"/>
                    <a:gd name="connsiteY4" fmla="*/ 1819701 h 3496101"/>
                    <a:gd name="connsiteX5" fmla="*/ 925204 w 937904"/>
                    <a:gd name="connsiteY5" fmla="*/ 2505501 h 3496101"/>
                    <a:gd name="connsiteX6" fmla="*/ 772804 w 937904"/>
                    <a:gd name="connsiteY6" fmla="*/ 3115101 h 3496101"/>
                    <a:gd name="connsiteX7" fmla="*/ 772804 w 937904"/>
                    <a:gd name="connsiteY7" fmla="*/ 3496101 h 3496101"/>
                    <a:gd name="connsiteX0" fmla="*/ 243385 w 1012398"/>
                    <a:gd name="connsiteY0" fmla="*/ 0 h 3496101"/>
                    <a:gd name="connsiteX1" fmla="*/ 243385 w 1012398"/>
                    <a:gd name="connsiteY1" fmla="*/ 627797 h 3496101"/>
                    <a:gd name="connsiteX2" fmla="*/ 9098 w 1012398"/>
                    <a:gd name="connsiteY2" fmla="*/ 1057701 h 3496101"/>
                    <a:gd name="connsiteX3" fmla="*/ 188794 w 1012398"/>
                    <a:gd name="connsiteY3" fmla="*/ 1392071 h 3496101"/>
                    <a:gd name="connsiteX4" fmla="*/ 771098 w 1012398"/>
                    <a:gd name="connsiteY4" fmla="*/ 1819701 h 3496101"/>
                    <a:gd name="connsiteX5" fmla="*/ 999698 w 1012398"/>
                    <a:gd name="connsiteY5" fmla="*/ 2505501 h 3496101"/>
                    <a:gd name="connsiteX6" fmla="*/ 847298 w 1012398"/>
                    <a:gd name="connsiteY6" fmla="*/ 3115101 h 3496101"/>
                    <a:gd name="connsiteX7" fmla="*/ 847298 w 1012398"/>
                    <a:gd name="connsiteY7" fmla="*/ 3496101 h 3496101"/>
                    <a:gd name="connsiteX0" fmla="*/ 243385 w 1012398"/>
                    <a:gd name="connsiteY0" fmla="*/ 0 h 3496101"/>
                    <a:gd name="connsiteX1" fmla="*/ 243385 w 1012398"/>
                    <a:gd name="connsiteY1" fmla="*/ 627797 h 3496101"/>
                    <a:gd name="connsiteX2" fmla="*/ 9098 w 1012398"/>
                    <a:gd name="connsiteY2" fmla="*/ 1057701 h 3496101"/>
                    <a:gd name="connsiteX3" fmla="*/ 188794 w 1012398"/>
                    <a:gd name="connsiteY3" fmla="*/ 1392071 h 3496101"/>
                    <a:gd name="connsiteX4" fmla="*/ 771098 w 1012398"/>
                    <a:gd name="connsiteY4" fmla="*/ 1819701 h 3496101"/>
                    <a:gd name="connsiteX5" fmla="*/ 999698 w 1012398"/>
                    <a:gd name="connsiteY5" fmla="*/ 2505501 h 3496101"/>
                    <a:gd name="connsiteX6" fmla="*/ 847298 w 1012398"/>
                    <a:gd name="connsiteY6" fmla="*/ 3115101 h 3496101"/>
                    <a:gd name="connsiteX7" fmla="*/ 847298 w 1012398"/>
                    <a:gd name="connsiteY7" fmla="*/ 3496101 h 3496101"/>
                    <a:gd name="connsiteX0" fmla="*/ 243385 w 1012398"/>
                    <a:gd name="connsiteY0" fmla="*/ 0 h 3496101"/>
                    <a:gd name="connsiteX1" fmla="*/ 243385 w 1012398"/>
                    <a:gd name="connsiteY1" fmla="*/ 627797 h 3496101"/>
                    <a:gd name="connsiteX2" fmla="*/ 9098 w 1012398"/>
                    <a:gd name="connsiteY2" fmla="*/ 1057701 h 3496101"/>
                    <a:gd name="connsiteX3" fmla="*/ 188794 w 1012398"/>
                    <a:gd name="connsiteY3" fmla="*/ 1392071 h 3496101"/>
                    <a:gd name="connsiteX4" fmla="*/ 771098 w 1012398"/>
                    <a:gd name="connsiteY4" fmla="*/ 1819701 h 3496101"/>
                    <a:gd name="connsiteX5" fmla="*/ 999698 w 1012398"/>
                    <a:gd name="connsiteY5" fmla="*/ 2505501 h 3496101"/>
                    <a:gd name="connsiteX6" fmla="*/ 847298 w 1012398"/>
                    <a:gd name="connsiteY6" fmla="*/ 3115101 h 3496101"/>
                    <a:gd name="connsiteX7" fmla="*/ 847298 w 1012398"/>
                    <a:gd name="connsiteY7" fmla="*/ 3496101 h 3496101"/>
                    <a:gd name="connsiteX0" fmla="*/ 243385 w 1012398"/>
                    <a:gd name="connsiteY0" fmla="*/ 0 h 3572301"/>
                    <a:gd name="connsiteX1" fmla="*/ 243385 w 1012398"/>
                    <a:gd name="connsiteY1" fmla="*/ 627797 h 3572301"/>
                    <a:gd name="connsiteX2" fmla="*/ 9098 w 1012398"/>
                    <a:gd name="connsiteY2" fmla="*/ 1057701 h 3572301"/>
                    <a:gd name="connsiteX3" fmla="*/ 188794 w 1012398"/>
                    <a:gd name="connsiteY3" fmla="*/ 1392071 h 3572301"/>
                    <a:gd name="connsiteX4" fmla="*/ 771098 w 1012398"/>
                    <a:gd name="connsiteY4" fmla="*/ 1819701 h 3572301"/>
                    <a:gd name="connsiteX5" fmla="*/ 999698 w 1012398"/>
                    <a:gd name="connsiteY5" fmla="*/ 2505501 h 3572301"/>
                    <a:gd name="connsiteX6" fmla="*/ 847298 w 1012398"/>
                    <a:gd name="connsiteY6" fmla="*/ 3115101 h 3572301"/>
                    <a:gd name="connsiteX7" fmla="*/ 771098 w 1012398"/>
                    <a:gd name="connsiteY7" fmla="*/ 3572301 h 3572301"/>
                    <a:gd name="connsiteX0" fmla="*/ 243385 w 1012398"/>
                    <a:gd name="connsiteY0" fmla="*/ 0 h 3572301"/>
                    <a:gd name="connsiteX1" fmla="*/ 243385 w 1012398"/>
                    <a:gd name="connsiteY1" fmla="*/ 627797 h 3572301"/>
                    <a:gd name="connsiteX2" fmla="*/ 9098 w 1012398"/>
                    <a:gd name="connsiteY2" fmla="*/ 1057701 h 3572301"/>
                    <a:gd name="connsiteX3" fmla="*/ 188794 w 1012398"/>
                    <a:gd name="connsiteY3" fmla="*/ 1392071 h 3572301"/>
                    <a:gd name="connsiteX4" fmla="*/ 771098 w 1012398"/>
                    <a:gd name="connsiteY4" fmla="*/ 1895901 h 3572301"/>
                    <a:gd name="connsiteX5" fmla="*/ 999698 w 1012398"/>
                    <a:gd name="connsiteY5" fmla="*/ 2505501 h 3572301"/>
                    <a:gd name="connsiteX6" fmla="*/ 847298 w 1012398"/>
                    <a:gd name="connsiteY6" fmla="*/ 3115101 h 3572301"/>
                    <a:gd name="connsiteX7" fmla="*/ 771098 w 1012398"/>
                    <a:gd name="connsiteY7" fmla="*/ 3572301 h 35723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12398" h="3572301">
                      <a:moveTo>
                        <a:pt x="243385" y="0"/>
                      </a:moveTo>
                      <a:cubicBezTo>
                        <a:pt x="258170" y="232012"/>
                        <a:pt x="282433" y="451514"/>
                        <a:pt x="243385" y="627797"/>
                      </a:cubicBezTo>
                      <a:cubicBezTo>
                        <a:pt x="204337" y="804080"/>
                        <a:pt x="18196" y="930322"/>
                        <a:pt x="9098" y="1057701"/>
                      </a:cubicBezTo>
                      <a:cubicBezTo>
                        <a:pt x="0" y="1185080"/>
                        <a:pt x="61794" y="1252371"/>
                        <a:pt x="188794" y="1392071"/>
                      </a:cubicBezTo>
                      <a:cubicBezTo>
                        <a:pt x="315794" y="1531771"/>
                        <a:pt x="635947" y="1710329"/>
                        <a:pt x="771098" y="1895901"/>
                      </a:cubicBezTo>
                      <a:cubicBezTo>
                        <a:pt x="906249" y="2081473"/>
                        <a:pt x="986998" y="2302301"/>
                        <a:pt x="999698" y="2505501"/>
                      </a:cubicBezTo>
                      <a:cubicBezTo>
                        <a:pt x="1012398" y="2708701"/>
                        <a:pt x="872698" y="2950001"/>
                        <a:pt x="847298" y="3115101"/>
                      </a:cubicBezTo>
                      <a:cubicBezTo>
                        <a:pt x="721814" y="3280201"/>
                        <a:pt x="768634" y="3523207"/>
                        <a:pt x="771098" y="3572301"/>
                      </a:cubicBezTo>
                    </a:path>
                  </a:pathLst>
                </a:custGeom>
                <a:ln w="25400">
                  <a:solidFill>
                    <a:schemeClr val="accent4">
                      <a:lumMod val="75000"/>
                    </a:schemeClr>
                  </a:solidFill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Freeform 35"/>
                <p:cNvSpPr/>
                <p:nvPr/>
              </p:nvSpPr>
              <p:spPr>
                <a:xfrm>
                  <a:off x="4428381" y="1295400"/>
                  <a:ext cx="1018464" cy="3581399"/>
                </a:xfrm>
                <a:custGeom>
                  <a:avLst/>
                  <a:gdLst>
                    <a:gd name="connsiteX0" fmla="*/ 186519 w 1171432"/>
                    <a:gd name="connsiteY0" fmla="*/ 0 h 3343701"/>
                    <a:gd name="connsiteX1" fmla="*/ 186519 w 1171432"/>
                    <a:gd name="connsiteY1" fmla="*/ 627797 h 3343701"/>
                    <a:gd name="connsiteX2" fmla="*/ 9098 w 1171432"/>
                    <a:gd name="connsiteY2" fmla="*/ 982639 h 3343701"/>
                    <a:gd name="connsiteX3" fmla="*/ 131928 w 1171432"/>
                    <a:gd name="connsiteY3" fmla="*/ 1392071 h 3343701"/>
                    <a:gd name="connsiteX4" fmla="*/ 787020 w 1171432"/>
                    <a:gd name="connsiteY4" fmla="*/ 1774209 h 3343701"/>
                    <a:gd name="connsiteX5" fmla="*/ 1114566 w 1171432"/>
                    <a:gd name="connsiteY5" fmla="*/ 2197289 h 3343701"/>
                    <a:gd name="connsiteX6" fmla="*/ 1128214 w 1171432"/>
                    <a:gd name="connsiteY6" fmla="*/ 3343701 h 3343701"/>
                    <a:gd name="connsiteX0" fmla="*/ 186519 w 1183563"/>
                    <a:gd name="connsiteY0" fmla="*/ 0 h 3343701"/>
                    <a:gd name="connsiteX1" fmla="*/ 186519 w 1183563"/>
                    <a:gd name="connsiteY1" fmla="*/ 627797 h 3343701"/>
                    <a:gd name="connsiteX2" fmla="*/ 9098 w 1183563"/>
                    <a:gd name="connsiteY2" fmla="*/ 982639 h 3343701"/>
                    <a:gd name="connsiteX3" fmla="*/ 131928 w 1183563"/>
                    <a:gd name="connsiteY3" fmla="*/ 1392071 h 3343701"/>
                    <a:gd name="connsiteX4" fmla="*/ 714232 w 1183563"/>
                    <a:gd name="connsiteY4" fmla="*/ 1819701 h 3343701"/>
                    <a:gd name="connsiteX5" fmla="*/ 1114566 w 1183563"/>
                    <a:gd name="connsiteY5" fmla="*/ 2197289 h 3343701"/>
                    <a:gd name="connsiteX6" fmla="*/ 1128214 w 118356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1019032 w 1149823"/>
                    <a:gd name="connsiteY5" fmla="*/ 2353101 h 3343701"/>
                    <a:gd name="connsiteX6" fmla="*/ 1128214 w 114982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942832 w 1149823"/>
                    <a:gd name="connsiteY5" fmla="*/ 2429301 h 3343701"/>
                    <a:gd name="connsiteX6" fmla="*/ 1128214 w 114982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942832 w 1149823"/>
                    <a:gd name="connsiteY5" fmla="*/ 2429301 h 3343701"/>
                    <a:gd name="connsiteX6" fmla="*/ 1128214 w 1149823"/>
                    <a:gd name="connsiteY6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10190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10190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9428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019032"/>
                    <a:gd name="connsiteY0" fmla="*/ 0 h 3419901"/>
                    <a:gd name="connsiteX1" fmla="*/ 186519 w 1019032"/>
                    <a:gd name="connsiteY1" fmla="*/ 627797 h 3419901"/>
                    <a:gd name="connsiteX2" fmla="*/ 9098 w 1019032"/>
                    <a:gd name="connsiteY2" fmla="*/ 982639 h 3419901"/>
                    <a:gd name="connsiteX3" fmla="*/ 131928 w 1019032"/>
                    <a:gd name="connsiteY3" fmla="*/ 1392071 h 3419901"/>
                    <a:gd name="connsiteX4" fmla="*/ 714232 w 1019032"/>
                    <a:gd name="connsiteY4" fmla="*/ 1819701 h 3419901"/>
                    <a:gd name="connsiteX5" fmla="*/ 942832 w 1019032"/>
                    <a:gd name="connsiteY5" fmla="*/ 2429301 h 3419901"/>
                    <a:gd name="connsiteX6" fmla="*/ 942832 w 1019032"/>
                    <a:gd name="connsiteY6" fmla="*/ 3115101 h 3419901"/>
                    <a:gd name="connsiteX7" fmla="*/ 1019032 w 1019032"/>
                    <a:gd name="connsiteY7" fmla="*/ 3419901 h 3419901"/>
                    <a:gd name="connsiteX0" fmla="*/ 186519 w 980932"/>
                    <a:gd name="connsiteY0" fmla="*/ 0 h 3419901"/>
                    <a:gd name="connsiteX1" fmla="*/ 186519 w 980932"/>
                    <a:gd name="connsiteY1" fmla="*/ 627797 h 3419901"/>
                    <a:gd name="connsiteX2" fmla="*/ 9098 w 980932"/>
                    <a:gd name="connsiteY2" fmla="*/ 982639 h 3419901"/>
                    <a:gd name="connsiteX3" fmla="*/ 131928 w 980932"/>
                    <a:gd name="connsiteY3" fmla="*/ 1392071 h 3419901"/>
                    <a:gd name="connsiteX4" fmla="*/ 714232 w 980932"/>
                    <a:gd name="connsiteY4" fmla="*/ 1819701 h 3419901"/>
                    <a:gd name="connsiteX5" fmla="*/ 942832 w 980932"/>
                    <a:gd name="connsiteY5" fmla="*/ 2429301 h 3419901"/>
                    <a:gd name="connsiteX6" fmla="*/ 942832 w 980932"/>
                    <a:gd name="connsiteY6" fmla="*/ 3115101 h 3419901"/>
                    <a:gd name="connsiteX7" fmla="*/ 942832 w 980932"/>
                    <a:gd name="connsiteY7" fmla="*/ 3419901 h 3419901"/>
                    <a:gd name="connsiteX0" fmla="*/ 186519 w 980932"/>
                    <a:gd name="connsiteY0" fmla="*/ 0 h 3419901"/>
                    <a:gd name="connsiteX1" fmla="*/ 186519 w 980932"/>
                    <a:gd name="connsiteY1" fmla="*/ 627797 h 3419901"/>
                    <a:gd name="connsiteX2" fmla="*/ 9098 w 980932"/>
                    <a:gd name="connsiteY2" fmla="*/ 982639 h 3419901"/>
                    <a:gd name="connsiteX3" fmla="*/ 131928 w 980932"/>
                    <a:gd name="connsiteY3" fmla="*/ 1392071 h 3419901"/>
                    <a:gd name="connsiteX4" fmla="*/ 714232 w 980932"/>
                    <a:gd name="connsiteY4" fmla="*/ 1819701 h 3419901"/>
                    <a:gd name="connsiteX5" fmla="*/ 942832 w 980932"/>
                    <a:gd name="connsiteY5" fmla="*/ 2505501 h 3419901"/>
                    <a:gd name="connsiteX6" fmla="*/ 942832 w 980932"/>
                    <a:gd name="connsiteY6" fmla="*/ 3115101 h 3419901"/>
                    <a:gd name="connsiteX7" fmla="*/ 942832 w 980932"/>
                    <a:gd name="connsiteY7" fmla="*/ 3419901 h 3419901"/>
                    <a:gd name="connsiteX0" fmla="*/ 186519 w 955532"/>
                    <a:gd name="connsiteY0" fmla="*/ 0 h 3419901"/>
                    <a:gd name="connsiteX1" fmla="*/ 186519 w 955532"/>
                    <a:gd name="connsiteY1" fmla="*/ 627797 h 3419901"/>
                    <a:gd name="connsiteX2" fmla="*/ 9098 w 955532"/>
                    <a:gd name="connsiteY2" fmla="*/ 982639 h 3419901"/>
                    <a:gd name="connsiteX3" fmla="*/ 131928 w 955532"/>
                    <a:gd name="connsiteY3" fmla="*/ 1392071 h 3419901"/>
                    <a:gd name="connsiteX4" fmla="*/ 714232 w 955532"/>
                    <a:gd name="connsiteY4" fmla="*/ 1819701 h 3419901"/>
                    <a:gd name="connsiteX5" fmla="*/ 942832 w 955532"/>
                    <a:gd name="connsiteY5" fmla="*/ 2505501 h 3419901"/>
                    <a:gd name="connsiteX6" fmla="*/ 790432 w 955532"/>
                    <a:gd name="connsiteY6" fmla="*/ 3115101 h 3419901"/>
                    <a:gd name="connsiteX7" fmla="*/ 942832 w 955532"/>
                    <a:gd name="connsiteY7" fmla="*/ 3419901 h 3419901"/>
                    <a:gd name="connsiteX0" fmla="*/ 186519 w 955532"/>
                    <a:gd name="connsiteY0" fmla="*/ 0 h 3496101"/>
                    <a:gd name="connsiteX1" fmla="*/ 186519 w 955532"/>
                    <a:gd name="connsiteY1" fmla="*/ 627797 h 3496101"/>
                    <a:gd name="connsiteX2" fmla="*/ 9098 w 955532"/>
                    <a:gd name="connsiteY2" fmla="*/ 982639 h 3496101"/>
                    <a:gd name="connsiteX3" fmla="*/ 131928 w 955532"/>
                    <a:gd name="connsiteY3" fmla="*/ 1392071 h 3496101"/>
                    <a:gd name="connsiteX4" fmla="*/ 714232 w 955532"/>
                    <a:gd name="connsiteY4" fmla="*/ 1819701 h 3496101"/>
                    <a:gd name="connsiteX5" fmla="*/ 942832 w 955532"/>
                    <a:gd name="connsiteY5" fmla="*/ 2505501 h 3496101"/>
                    <a:gd name="connsiteX6" fmla="*/ 790432 w 955532"/>
                    <a:gd name="connsiteY6" fmla="*/ 3115101 h 3496101"/>
                    <a:gd name="connsiteX7" fmla="*/ 790432 w 955532"/>
                    <a:gd name="connsiteY7" fmla="*/ 3496101 h 3496101"/>
                    <a:gd name="connsiteX0" fmla="*/ 319585 w 1088598"/>
                    <a:gd name="connsiteY0" fmla="*/ 0 h 3496101"/>
                    <a:gd name="connsiteX1" fmla="*/ 319585 w 1088598"/>
                    <a:gd name="connsiteY1" fmla="*/ 627797 h 3496101"/>
                    <a:gd name="connsiteX2" fmla="*/ 9098 w 1088598"/>
                    <a:gd name="connsiteY2" fmla="*/ 981501 h 3496101"/>
                    <a:gd name="connsiteX3" fmla="*/ 264994 w 1088598"/>
                    <a:gd name="connsiteY3" fmla="*/ 1392071 h 3496101"/>
                    <a:gd name="connsiteX4" fmla="*/ 847298 w 1088598"/>
                    <a:gd name="connsiteY4" fmla="*/ 1819701 h 3496101"/>
                    <a:gd name="connsiteX5" fmla="*/ 1075898 w 1088598"/>
                    <a:gd name="connsiteY5" fmla="*/ 2505501 h 3496101"/>
                    <a:gd name="connsiteX6" fmla="*/ 923498 w 1088598"/>
                    <a:gd name="connsiteY6" fmla="*/ 3115101 h 3496101"/>
                    <a:gd name="connsiteX7" fmla="*/ 923498 w 1088598"/>
                    <a:gd name="connsiteY7" fmla="*/ 3496101 h 3496101"/>
                    <a:gd name="connsiteX0" fmla="*/ 168891 w 937904"/>
                    <a:gd name="connsiteY0" fmla="*/ 0 h 3496101"/>
                    <a:gd name="connsiteX1" fmla="*/ 168891 w 937904"/>
                    <a:gd name="connsiteY1" fmla="*/ 627797 h 3496101"/>
                    <a:gd name="connsiteX2" fmla="*/ 10804 w 937904"/>
                    <a:gd name="connsiteY2" fmla="*/ 1057701 h 3496101"/>
                    <a:gd name="connsiteX3" fmla="*/ 114300 w 937904"/>
                    <a:gd name="connsiteY3" fmla="*/ 1392071 h 3496101"/>
                    <a:gd name="connsiteX4" fmla="*/ 696604 w 937904"/>
                    <a:gd name="connsiteY4" fmla="*/ 1819701 h 3496101"/>
                    <a:gd name="connsiteX5" fmla="*/ 925204 w 937904"/>
                    <a:gd name="connsiteY5" fmla="*/ 2505501 h 3496101"/>
                    <a:gd name="connsiteX6" fmla="*/ 772804 w 937904"/>
                    <a:gd name="connsiteY6" fmla="*/ 3115101 h 3496101"/>
                    <a:gd name="connsiteX7" fmla="*/ 772804 w 937904"/>
                    <a:gd name="connsiteY7" fmla="*/ 3496101 h 3496101"/>
                    <a:gd name="connsiteX0" fmla="*/ 243385 w 1012398"/>
                    <a:gd name="connsiteY0" fmla="*/ 0 h 3496101"/>
                    <a:gd name="connsiteX1" fmla="*/ 243385 w 1012398"/>
                    <a:gd name="connsiteY1" fmla="*/ 627797 h 3496101"/>
                    <a:gd name="connsiteX2" fmla="*/ 9098 w 1012398"/>
                    <a:gd name="connsiteY2" fmla="*/ 1057701 h 3496101"/>
                    <a:gd name="connsiteX3" fmla="*/ 188794 w 1012398"/>
                    <a:gd name="connsiteY3" fmla="*/ 1392071 h 3496101"/>
                    <a:gd name="connsiteX4" fmla="*/ 771098 w 1012398"/>
                    <a:gd name="connsiteY4" fmla="*/ 1819701 h 3496101"/>
                    <a:gd name="connsiteX5" fmla="*/ 999698 w 1012398"/>
                    <a:gd name="connsiteY5" fmla="*/ 2505501 h 3496101"/>
                    <a:gd name="connsiteX6" fmla="*/ 847298 w 1012398"/>
                    <a:gd name="connsiteY6" fmla="*/ 3115101 h 3496101"/>
                    <a:gd name="connsiteX7" fmla="*/ 847298 w 1012398"/>
                    <a:gd name="connsiteY7" fmla="*/ 3496101 h 3496101"/>
                    <a:gd name="connsiteX0" fmla="*/ 249451 w 1018464"/>
                    <a:gd name="connsiteY0" fmla="*/ 0 h 3496101"/>
                    <a:gd name="connsiteX1" fmla="*/ 249451 w 1018464"/>
                    <a:gd name="connsiteY1" fmla="*/ 627797 h 3496101"/>
                    <a:gd name="connsiteX2" fmla="*/ 15164 w 1018464"/>
                    <a:gd name="connsiteY2" fmla="*/ 1057701 h 3496101"/>
                    <a:gd name="connsiteX3" fmla="*/ 158466 w 1018464"/>
                    <a:gd name="connsiteY3" fmla="*/ 1447800 h 3496101"/>
                    <a:gd name="connsiteX4" fmla="*/ 777164 w 1018464"/>
                    <a:gd name="connsiteY4" fmla="*/ 1819701 h 3496101"/>
                    <a:gd name="connsiteX5" fmla="*/ 1005764 w 1018464"/>
                    <a:gd name="connsiteY5" fmla="*/ 2505501 h 3496101"/>
                    <a:gd name="connsiteX6" fmla="*/ 853364 w 1018464"/>
                    <a:gd name="connsiteY6" fmla="*/ 3115101 h 3496101"/>
                    <a:gd name="connsiteX7" fmla="*/ 853364 w 1018464"/>
                    <a:gd name="connsiteY7" fmla="*/ 3496101 h 3496101"/>
                    <a:gd name="connsiteX0" fmla="*/ 249451 w 1019980"/>
                    <a:gd name="connsiteY0" fmla="*/ 0 h 3496101"/>
                    <a:gd name="connsiteX1" fmla="*/ 249451 w 1019980"/>
                    <a:gd name="connsiteY1" fmla="*/ 627797 h 3496101"/>
                    <a:gd name="connsiteX2" fmla="*/ 15164 w 1019980"/>
                    <a:gd name="connsiteY2" fmla="*/ 1057701 h 3496101"/>
                    <a:gd name="connsiteX3" fmla="*/ 158466 w 1019980"/>
                    <a:gd name="connsiteY3" fmla="*/ 1447800 h 3496101"/>
                    <a:gd name="connsiteX4" fmla="*/ 768066 w 1019980"/>
                    <a:gd name="connsiteY4" fmla="*/ 1828800 h 3496101"/>
                    <a:gd name="connsiteX5" fmla="*/ 1005764 w 1019980"/>
                    <a:gd name="connsiteY5" fmla="*/ 2505501 h 3496101"/>
                    <a:gd name="connsiteX6" fmla="*/ 853364 w 1019980"/>
                    <a:gd name="connsiteY6" fmla="*/ 3115101 h 3496101"/>
                    <a:gd name="connsiteX7" fmla="*/ 853364 w 1019980"/>
                    <a:gd name="connsiteY7" fmla="*/ 3496101 h 3496101"/>
                    <a:gd name="connsiteX0" fmla="*/ 249451 w 1032680"/>
                    <a:gd name="connsiteY0" fmla="*/ 0 h 3496101"/>
                    <a:gd name="connsiteX1" fmla="*/ 249451 w 1032680"/>
                    <a:gd name="connsiteY1" fmla="*/ 627797 h 3496101"/>
                    <a:gd name="connsiteX2" fmla="*/ 15164 w 1032680"/>
                    <a:gd name="connsiteY2" fmla="*/ 1057701 h 3496101"/>
                    <a:gd name="connsiteX3" fmla="*/ 158466 w 1032680"/>
                    <a:gd name="connsiteY3" fmla="*/ 1447800 h 3496101"/>
                    <a:gd name="connsiteX4" fmla="*/ 691866 w 1032680"/>
                    <a:gd name="connsiteY4" fmla="*/ 1828800 h 3496101"/>
                    <a:gd name="connsiteX5" fmla="*/ 1005764 w 1032680"/>
                    <a:gd name="connsiteY5" fmla="*/ 2505501 h 3496101"/>
                    <a:gd name="connsiteX6" fmla="*/ 853364 w 1032680"/>
                    <a:gd name="connsiteY6" fmla="*/ 3115101 h 3496101"/>
                    <a:gd name="connsiteX7" fmla="*/ 853364 w 1032680"/>
                    <a:gd name="connsiteY7" fmla="*/ 3496101 h 3496101"/>
                    <a:gd name="connsiteX0" fmla="*/ 249451 w 1018464"/>
                    <a:gd name="connsiteY0" fmla="*/ 0 h 3496101"/>
                    <a:gd name="connsiteX1" fmla="*/ 249451 w 1018464"/>
                    <a:gd name="connsiteY1" fmla="*/ 627797 h 3496101"/>
                    <a:gd name="connsiteX2" fmla="*/ 15164 w 1018464"/>
                    <a:gd name="connsiteY2" fmla="*/ 1057701 h 3496101"/>
                    <a:gd name="connsiteX3" fmla="*/ 158466 w 1018464"/>
                    <a:gd name="connsiteY3" fmla="*/ 1447800 h 3496101"/>
                    <a:gd name="connsiteX4" fmla="*/ 691866 w 1018464"/>
                    <a:gd name="connsiteY4" fmla="*/ 1828800 h 3496101"/>
                    <a:gd name="connsiteX5" fmla="*/ 1005764 w 1018464"/>
                    <a:gd name="connsiteY5" fmla="*/ 2505501 h 3496101"/>
                    <a:gd name="connsiteX6" fmla="*/ 768066 w 1018464"/>
                    <a:gd name="connsiteY6" fmla="*/ 3200400 h 3496101"/>
                    <a:gd name="connsiteX7" fmla="*/ 853364 w 1018464"/>
                    <a:gd name="connsiteY7" fmla="*/ 3496101 h 3496101"/>
                    <a:gd name="connsiteX0" fmla="*/ 249451 w 1018464"/>
                    <a:gd name="connsiteY0" fmla="*/ 0 h 3505200"/>
                    <a:gd name="connsiteX1" fmla="*/ 249451 w 1018464"/>
                    <a:gd name="connsiteY1" fmla="*/ 627797 h 3505200"/>
                    <a:gd name="connsiteX2" fmla="*/ 15164 w 1018464"/>
                    <a:gd name="connsiteY2" fmla="*/ 1057701 h 3505200"/>
                    <a:gd name="connsiteX3" fmla="*/ 158466 w 1018464"/>
                    <a:gd name="connsiteY3" fmla="*/ 1447800 h 3505200"/>
                    <a:gd name="connsiteX4" fmla="*/ 691866 w 1018464"/>
                    <a:gd name="connsiteY4" fmla="*/ 1828800 h 3505200"/>
                    <a:gd name="connsiteX5" fmla="*/ 1005764 w 1018464"/>
                    <a:gd name="connsiteY5" fmla="*/ 2505501 h 3505200"/>
                    <a:gd name="connsiteX6" fmla="*/ 768066 w 1018464"/>
                    <a:gd name="connsiteY6" fmla="*/ 3200400 h 3505200"/>
                    <a:gd name="connsiteX7" fmla="*/ 768066 w 1018464"/>
                    <a:gd name="connsiteY7" fmla="*/ 3505200 h 3505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18464" h="3505200">
                      <a:moveTo>
                        <a:pt x="249451" y="0"/>
                      </a:moveTo>
                      <a:cubicBezTo>
                        <a:pt x="264236" y="232012"/>
                        <a:pt x="288499" y="451514"/>
                        <a:pt x="249451" y="627797"/>
                      </a:cubicBezTo>
                      <a:cubicBezTo>
                        <a:pt x="210403" y="804080"/>
                        <a:pt x="30328" y="921034"/>
                        <a:pt x="15164" y="1057701"/>
                      </a:cubicBezTo>
                      <a:cubicBezTo>
                        <a:pt x="0" y="1194368"/>
                        <a:pt x="45682" y="1319284"/>
                        <a:pt x="158466" y="1447800"/>
                      </a:cubicBezTo>
                      <a:cubicBezTo>
                        <a:pt x="271250" y="1576317"/>
                        <a:pt x="550650" y="1652517"/>
                        <a:pt x="691866" y="1828800"/>
                      </a:cubicBezTo>
                      <a:cubicBezTo>
                        <a:pt x="833082" y="2005084"/>
                        <a:pt x="993064" y="2276901"/>
                        <a:pt x="1005764" y="2505501"/>
                      </a:cubicBezTo>
                      <a:cubicBezTo>
                        <a:pt x="1018464" y="2734101"/>
                        <a:pt x="807682" y="3033783"/>
                        <a:pt x="768066" y="3200400"/>
                      </a:cubicBezTo>
                      <a:cubicBezTo>
                        <a:pt x="728450" y="3367017"/>
                        <a:pt x="765602" y="3456106"/>
                        <a:pt x="768066" y="3505200"/>
                      </a:cubicBezTo>
                    </a:path>
                  </a:pathLst>
                </a:custGeom>
                <a:ln w="25400">
                  <a:solidFill>
                    <a:schemeClr val="accent4">
                      <a:lumMod val="75000"/>
                    </a:schemeClr>
                  </a:solidFill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Freeform 36"/>
                <p:cNvSpPr/>
                <p:nvPr/>
              </p:nvSpPr>
              <p:spPr>
                <a:xfrm>
                  <a:off x="4254183" y="1295400"/>
                  <a:ext cx="1018464" cy="3581400"/>
                </a:xfrm>
                <a:custGeom>
                  <a:avLst/>
                  <a:gdLst>
                    <a:gd name="connsiteX0" fmla="*/ 186519 w 1171432"/>
                    <a:gd name="connsiteY0" fmla="*/ 0 h 3343701"/>
                    <a:gd name="connsiteX1" fmla="*/ 186519 w 1171432"/>
                    <a:gd name="connsiteY1" fmla="*/ 627797 h 3343701"/>
                    <a:gd name="connsiteX2" fmla="*/ 9098 w 1171432"/>
                    <a:gd name="connsiteY2" fmla="*/ 982639 h 3343701"/>
                    <a:gd name="connsiteX3" fmla="*/ 131928 w 1171432"/>
                    <a:gd name="connsiteY3" fmla="*/ 1392071 h 3343701"/>
                    <a:gd name="connsiteX4" fmla="*/ 787020 w 1171432"/>
                    <a:gd name="connsiteY4" fmla="*/ 1774209 h 3343701"/>
                    <a:gd name="connsiteX5" fmla="*/ 1114566 w 1171432"/>
                    <a:gd name="connsiteY5" fmla="*/ 2197289 h 3343701"/>
                    <a:gd name="connsiteX6" fmla="*/ 1128214 w 1171432"/>
                    <a:gd name="connsiteY6" fmla="*/ 3343701 h 3343701"/>
                    <a:gd name="connsiteX0" fmla="*/ 186519 w 1183563"/>
                    <a:gd name="connsiteY0" fmla="*/ 0 h 3343701"/>
                    <a:gd name="connsiteX1" fmla="*/ 186519 w 1183563"/>
                    <a:gd name="connsiteY1" fmla="*/ 627797 h 3343701"/>
                    <a:gd name="connsiteX2" fmla="*/ 9098 w 1183563"/>
                    <a:gd name="connsiteY2" fmla="*/ 982639 h 3343701"/>
                    <a:gd name="connsiteX3" fmla="*/ 131928 w 1183563"/>
                    <a:gd name="connsiteY3" fmla="*/ 1392071 h 3343701"/>
                    <a:gd name="connsiteX4" fmla="*/ 714232 w 1183563"/>
                    <a:gd name="connsiteY4" fmla="*/ 1819701 h 3343701"/>
                    <a:gd name="connsiteX5" fmla="*/ 1114566 w 1183563"/>
                    <a:gd name="connsiteY5" fmla="*/ 2197289 h 3343701"/>
                    <a:gd name="connsiteX6" fmla="*/ 1128214 w 118356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1019032 w 1149823"/>
                    <a:gd name="connsiteY5" fmla="*/ 2353101 h 3343701"/>
                    <a:gd name="connsiteX6" fmla="*/ 1128214 w 114982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942832 w 1149823"/>
                    <a:gd name="connsiteY5" fmla="*/ 2429301 h 3343701"/>
                    <a:gd name="connsiteX6" fmla="*/ 1128214 w 114982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942832 w 1149823"/>
                    <a:gd name="connsiteY5" fmla="*/ 2429301 h 3343701"/>
                    <a:gd name="connsiteX6" fmla="*/ 1128214 w 1149823"/>
                    <a:gd name="connsiteY6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10190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10190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9428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019032"/>
                    <a:gd name="connsiteY0" fmla="*/ 0 h 3419901"/>
                    <a:gd name="connsiteX1" fmla="*/ 186519 w 1019032"/>
                    <a:gd name="connsiteY1" fmla="*/ 627797 h 3419901"/>
                    <a:gd name="connsiteX2" fmla="*/ 9098 w 1019032"/>
                    <a:gd name="connsiteY2" fmla="*/ 982639 h 3419901"/>
                    <a:gd name="connsiteX3" fmla="*/ 131928 w 1019032"/>
                    <a:gd name="connsiteY3" fmla="*/ 1392071 h 3419901"/>
                    <a:gd name="connsiteX4" fmla="*/ 714232 w 1019032"/>
                    <a:gd name="connsiteY4" fmla="*/ 1819701 h 3419901"/>
                    <a:gd name="connsiteX5" fmla="*/ 942832 w 1019032"/>
                    <a:gd name="connsiteY5" fmla="*/ 2429301 h 3419901"/>
                    <a:gd name="connsiteX6" fmla="*/ 942832 w 1019032"/>
                    <a:gd name="connsiteY6" fmla="*/ 3115101 h 3419901"/>
                    <a:gd name="connsiteX7" fmla="*/ 1019032 w 1019032"/>
                    <a:gd name="connsiteY7" fmla="*/ 3419901 h 3419901"/>
                    <a:gd name="connsiteX0" fmla="*/ 186519 w 980932"/>
                    <a:gd name="connsiteY0" fmla="*/ 0 h 3419901"/>
                    <a:gd name="connsiteX1" fmla="*/ 186519 w 980932"/>
                    <a:gd name="connsiteY1" fmla="*/ 627797 h 3419901"/>
                    <a:gd name="connsiteX2" fmla="*/ 9098 w 980932"/>
                    <a:gd name="connsiteY2" fmla="*/ 982639 h 3419901"/>
                    <a:gd name="connsiteX3" fmla="*/ 131928 w 980932"/>
                    <a:gd name="connsiteY3" fmla="*/ 1392071 h 3419901"/>
                    <a:gd name="connsiteX4" fmla="*/ 714232 w 980932"/>
                    <a:gd name="connsiteY4" fmla="*/ 1819701 h 3419901"/>
                    <a:gd name="connsiteX5" fmla="*/ 942832 w 980932"/>
                    <a:gd name="connsiteY5" fmla="*/ 2429301 h 3419901"/>
                    <a:gd name="connsiteX6" fmla="*/ 942832 w 980932"/>
                    <a:gd name="connsiteY6" fmla="*/ 3115101 h 3419901"/>
                    <a:gd name="connsiteX7" fmla="*/ 942832 w 980932"/>
                    <a:gd name="connsiteY7" fmla="*/ 3419901 h 3419901"/>
                    <a:gd name="connsiteX0" fmla="*/ 186519 w 980932"/>
                    <a:gd name="connsiteY0" fmla="*/ 0 h 3419901"/>
                    <a:gd name="connsiteX1" fmla="*/ 186519 w 980932"/>
                    <a:gd name="connsiteY1" fmla="*/ 627797 h 3419901"/>
                    <a:gd name="connsiteX2" fmla="*/ 9098 w 980932"/>
                    <a:gd name="connsiteY2" fmla="*/ 982639 h 3419901"/>
                    <a:gd name="connsiteX3" fmla="*/ 131928 w 980932"/>
                    <a:gd name="connsiteY3" fmla="*/ 1392071 h 3419901"/>
                    <a:gd name="connsiteX4" fmla="*/ 714232 w 980932"/>
                    <a:gd name="connsiteY4" fmla="*/ 1819701 h 3419901"/>
                    <a:gd name="connsiteX5" fmla="*/ 942832 w 980932"/>
                    <a:gd name="connsiteY5" fmla="*/ 2505501 h 3419901"/>
                    <a:gd name="connsiteX6" fmla="*/ 942832 w 980932"/>
                    <a:gd name="connsiteY6" fmla="*/ 3115101 h 3419901"/>
                    <a:gd name="connsiteX7" fmla="*/ 942832 w 980932"/>
                    <a:gd name="connsiteY7" fmla="*/ 3419901 h 3419901"/>
                    <a:gd name="connsiteX0" fmla="*/ 186519 w 955532"/>
                    <a:gd name="connsiteY0" fmla="*/ 0 h 3419901"/>
                    <a:gd name="connsiteX1" fmla="*/ 186519 w 955532"/>
                    <a:gd name="connsiteY1" fmla="*/ 627797 h 3419901"/>
                    <a:gd name="connsiteX2" fmla="*/ 9098 w 955532"/>
                    <a:gd name="connsiteY2" fmla="*/ 982639 h 3419901"/>
                    <a:gd name="connsiteX3" fmla="*/ 131928 w 955532"/>
                    <a:gd name="connsiteY3" fmla="*/ 1392071 h 3419901"/>
                    <a:gd name="connsiteX4" fmla="*/ 714232 w 955532"/>
                    <a:gd name="connsiteY4" fmla="*/ 1819701 h 3419901"/>
                    <a:gd name="connsiteX5" fmla="*/ 942832 w 955532"/>
                    <a:gd name="connsiteY5" fmla="*/ 2505501 h 3419901"/>
                    <a:gd name="connsiteX6" fmla="*/ 790432 w 955532"/>
                    <a:gd name="connsiteY6" fmla="*/ 3115101 h 3419901"/>
                    <a:gd name="connsiteX7" fmla="*/ 942832 w 955532"/>
                    <a:gd name="connsiteY7" fmla="*/ 3419901 h 3419901"/>
                    <a:gd name="connsiteX0" fmla="*/ 186519 w 955532"/>
                    <a:gd name="connsiteY0" fmla="*/ 0 h 3496101"/>
                    <a:gd name="connsiteX1" fmla="*/ 186519 w 955532"/>
                    <a:gd name="connsiteY1" fmla="*/ 627797 h 3496101"/>
                    <a:gd name="connsiteX2" fmla="*/ 9098 w 955532"/>
                    <a:gd name="connsiteY2" fmla="*/ 982639 h 3496101"/>
                    <a:gd name="connsiteX3" fmla="*/ 131928 w 955532"/>
                    <a:gd name="connsiteY3" fmla="*/ 1392071 h 3496101"/>
                    <a:gd name="connsiteX4" fmla="*/ 714232 w 955532"/>
                    <a:gd name="connsiteY4" fmla="*/ 1819701 h 3496101"/>
                    <a:gd name="connsiteX5" fmla="*/ 942832 w 955532"/>
                    <a:gd name="connsiteY5" fmla="*/ 2505501 h 3496101"/>
                    <a:gd name="connsiteX6" fmla="*/ 790432 w 955532"/>
                    <a:gd name="connsiteY6" fmla="*/ 3115101 h 3496101"/>
                    <a:gd name="connsiteX7" fmla="*/ 790432 w 955532"/>
                    <a:gd name="connsiteY7" fmla="*/ 3496101 h 3496101"/>
                    <a:gd name="connsiteX0" fmla="*/ 319585 w 1088598"/>
                    <a:gd name="connsiteY0" fmla="*/ 0 h 3496101"/>
                    <a:gd name="connsiteX1" fmla="*/ 319585 w 1088598"/>
                    <a:gd name="connsiteY1" fmla="*/ 627797 h 3496101"/>
                    <a:gd name="connsiteX2" fmla="*/ 9098 w 1088598"/>
                    <a:gd name="connsiteY2" fmla="*/ 981501 h 3496101"/>
                    <a:gd name="connsiteX3" fmla="*/ 264994 w 1088598"/>
                    <a:gd name="connsiteY3" fmla="*/ 1392071 h 3496101"/>
                    <a:gd name="connsiteX4" fmla="*/ 847298 w 1088598"/>
                    <a:gd name="connsiteY4" fmla="*/ 1819701 h 3496101"/>
                    <a:gd name="connsiteX5" fmla="*/ 1075898 w 1088598"/>
                    <a:gd name="connsiteY5" fmla="*/ 2505501 h 3496101"/>
                    <a:gd name="connsiteX6" fmla="*/ 923498 w 1088598"/>
                    <a:gd name="connsiteY6" fmla="*/ 3115101 h 3496101"/>
                    <a:gd name="connsiteX7" fmla="*/ 923498 w 1088598"/>
                    <a:gd name="connsiteY7" fmla="*/ 3496101 h 3496101"/>
                    <a:gd name="connsiteX0" fmla="*/ 168891 w 937904"/>
                    <a:gd name="connsiteY0" fmla="*/ 0 h 3496101"/>
                    <a:gd name="connsiteX1" fmla="*/ 168891 w 937904"/>
                    <a:gd name="connsiteY1" fmla="*/ 627797 h 3496101"/>
                    <a:gd name="connsiteX2" fmla="*/ 10804 w 937904"/>
                    <a:gd name="connsiteY2" fmla="*/ 1057701 h 3496101"/>
                    <a:gd name="connsiteX3" fmla="*/ 114300 w 937904"/>
                    <a:gd name="connsiteY3" fmla="*/ 1392071 h 3496101"/>
                    <a:gd name="connsiteX4" fmla="*/ 696604 w 937904"/>
                    <a:gd name="connsiteY4" fmla="*/ 1819701 h 3496101"/>
                    <a:gd name="connsiteX5" fmla="*/ 925204 w 937904"/>
                    <a:gd name="connsiteY5" fmla="*/ 2505501 h 3496101"/>
                    <a:gd name="connsiteX6" fmla="*/ 772804 w 937904"/>
                    <a:gd name="connsiteY6" fmla="*/ 3115101 h 3496101"/>
                    <a:gd name="connsiteX7" fmla="*/ 772804 w 937904"/>
                    <a:gd name="connsiteY7" fmla="*/ 3496101 h 3496101"/>
                    <a:gd name="connsiteX0" fmla="*/ 243385 w 1012398"/>
                    <a:gd name="connsiteY0" fmla="*/ 0 h 3496101"/>
                    <a:gd name="connsiteX1" fmla="*/ 243385 w 1012398"/>
                    <a:gd name="connsiteY1" fmla="*/ 627797 h 3496101"/>
                    <a:gd name="connsiteX2" fmla="*/ 9098 w 1012398"/>
                    <a:gd name="connsiteY2" fmla="*/ 1057701 h 3496101"/>
                    <a:gd name="connsiteX3" fmla="*/ 188794 w 1012398"/>
                    <a:gd name="connsiteY3" fmla="*/ 1392071 h 3496101"/>
                    <a:gd name="connsiteX4" fmla="*/ 771098 w 1012398"/>
                    <a:gd name="connsiteY4" fmla="*/ 1819701 h 3496101"/>
                    <a:gd name="connsiteX5" fmla="*/ 999698 w 1012398"/>
                    <a:gd name="connsiteY5" fmla="*/ 2505501 h 3496101"/>
                    <a:gd name="connsiteX6" fmla="*/ 847298 w 1012398"/>
                    <a:gd name="connsiteY6" fmla="*/ 3115101 h 3496101"/>
                    <a:gd name="connsiteX7" fmla="*/ 847298 w 1012398"/>
                    <a:gd name="connsiteY7" fmla="*/ 3496101 h 3496101"/>
                    <a:gd name="connsiteX0" fmla="*/ 249451 w 1018464"/>
                    <a:gd name="connsiteY0" fmla="*/ 0 h 3496101"/>
                    <a:gd name="connsiteX1" fmla="*/ 249451 w 1018464"/>
                    <a:gd name="connsiteY1" fmla="*/ 627797 h 3496101"/>
                    <a:gd name="connsiteX2" fmla="*/ 15164 w 1018464"/>
                    <a:gd name="connsiteY2" fmla="*/ 1057701 h 3496101"/>
                    <a:gd name="connsiteX3" fmla="*/ 158466 w 1018464"/>
                    <a:gd name="connsiteY3" fmla="*/ 1447800 h 3496101"/>
                    <a:gd name="connsiteX4" fmla="*/ 777164 w 1018464"/>
                    <a:gd name="connsiteY4" fmla="*/ 1819701 h 3496101"/>
                    <a:gd name="connsiteX5" fmla="*/ 1005764 w 1018464"/>
                    <a:gd name="connsiteY5" fmla="*/ 2505501 h 3496101"/>
                    <a:gd name="connsiteX6" fmla="*/ 853364 w 1018464"/>
                    <a:gd name="connsiteY6" fmla="*/ 3115101 h 3496101"/>
                    <a:gd name="connsiteX7" fmla="*/ 853364 w 1018464"/>
                    <a:gd name="connsiteY7" fmla="*/ 3496101 h 3496101"/>
                    <a:gd name="connsiteX0" fmla="*/ 249451 w 1019980"/>
                    <a:gd name="connsiteY0" fmla="*/ 0 h 3496101"/>
                    <a:gd name="connsiteX1" fmla="*/ 249451 w 1019980"/>
                    <a:gd name="connsiteY1" fmla="*/ 627797 h 3496101"/>
                    <a:gd name="connsiteX2" fmla="*/ 15164 w 1019980"/>
                    <a:gd name="connsiteY2" fmla="*/ 1057701 h 3496101"/>
                    <a:gd name="connsiteX3" fmla="*/ 158466 w 1019980"/>
                    <a:gd name="connsiteY3" fmla="*/ 1447800 h 3496101"/>
                    <a:gd name="connsiteX4" fmla="*/ 768066 w 1019980"/>
                    <a:gd name="connsiteY4" fmla="*/ 1828800 h 3496101"/>
                    <a:gd name="connsiteX5" fmla="*/ 1005764 w 1019980"/>
                    <a:gd name="connsiteY5" fmla="*/ 2505501 h 3496101"/>
                    <a:gd name="connsiteX6" fmla="*/ 853364 w 1019980"/>
                    <a:gd name="connsiteY6" fmla="*/ 3115101 h 3496101"/>
                    <a:gd name="connsiteX7" fmla="*/ 853364 w 1019980"/>
                    <a:gd name="connsiteY7" fmla="*/ 3496101 h 3496101"/>
                    <a:gd name="connsiteX0" fmla="*/ 249451 w 1032680"/>
                    <a:gd name="connsiteY0" fmla="*/ 0 h 3496101"/>
                    <a:gd name="connsiteX1" fmla="*/ 249451 w 1032680"/>
                    <a:gd name="connsiteY1" fmla="*/ 627797 h 3496101"/>
                    <a:gd name="connsiteX2" fmla="*/ 15164 w 1032680"/>
                    <a:gd name="connsiteY2" fmla="*/ 1057701 h 3496101"/>
                    <a:gd name="connsiteX3" fmla="*/ 158466 w 1032680"/>
                    <a:gd name="connsiteY3" fmla="*/ 1447800 h 3496101"/>
                    <a:gd name="connsiteX4" fmla="*/ 691866 w 1032680"/>
                    <a:gd name="connsiteY4" fmla="*/ 1828800 h 3496101"/>
                    <a:gd name="connsiteX5" fmla="*/ 1005764 w 1032680"/>
                    <a:gd name="connsiteY5" fmla="*/ 2505501 h 3496101"/>
                    <a:gd name="connsiteX6" fmla="*/ 853364 w 1032680"/>
                    <a:gd name="connsiteY6" fmla="*/ 3115101 h 3496101"/>
                    <a:gd name="connsiteX7" fmla="*/ 853364 w 1032680"/>
                    <a:gd name="connsiteY7" fmla="*/ 3496101 h 3496101"/>
                    <a:gd name="connsiteX0" fmla="*/ 249451 w 1018464"/>
                    <a:gd name="connsiteY0" fmla="*/ 0 h 3496101"/>
                    <a:gd name="connsiteX1" fmla="*/ 249451 w 1018464"/>
                    <a:gd name="connsiteY1" fmla="*/ 627797 h 3496101"/>
                    <a:gd name="connsiteX2" fmla="*/ 15164 w 1018464"/>
                    <a:gd name="connsiteY2" fmla="*/ 1057701 h 3496101"/>
                    <a:gd name="connsiteX3" fmla="*/ 158466 w 1018464"/>
                    <a:gd name="connsiteY3" fmla="*/ 1447800 h 3496101"/>
                    <a:gd name="connsiteX4" fmla="*/ 691866 w 1018464"/>
                    <a:gd name="connsiteY4" fmla="*/ 1828800 h 3496101"/>
                    <a:gd name="connsiteX5" fmla="*/ 1005764 w 1018464"/>
                    <a:gd name="connsiteY5" fmla="*/ 2505501 h 3496101"/>
                    <a:gd name="connsiteX6" fmla="*/ 768066 w 1018464"/>
                    <a:gd name="connsiteY6" fmla="*/ 3200400 h 3496101"/>
                    <a:gd name="connsiteX7" fmla="*/ 853364 w 1018464"/>
                    <a:gd name="connsiteY7" fmla="*/ 3496101 h 3496101"/>
                    <a:gd name="connsiteX0" fmla="*/ 249451 w 1018464"/>
                    <a:gd name="connsiteY0" fmla="*/ 0 h 3505200"/>
                    <a:gd name="connsiteX1" fmla="*/ 249451 w 1018464"/>
                    <a:gd name="connsiteY1" fmla="*/ 627797 h 3505200"/>
                    <a:gd name="connsiteX2" fmla="*/ 15164 w 1018464"/>
                    <a:gd name="connsiteY2" fmla="*/ 1057701 h 3505200"/>
                    <a:gd name="connsiteX3" fmla="*/ 158466 w 1018464"/>
                    <a:gd name="connsiteY3" fmla="*/ 1447800 h 3505200"/>
                    <a:gd name="connsiteX4" fmla="*/ 691866 w 1018464"/>
                    <a:gd name="connsiteY4" fmla="*/ 1828800 h 3505200"/>
                    <a:gd name="connsiteX5" fmla="*/ 1005764 w 1018464"/>
                    <a:gd name="connsiteY5" fmla="*/ 2505501 h 3505200"/>
                    <a:gd name="connsiteX6" fmla="*/ 768066 w 1018464"/>
                    <a:gd name="connsiteY6" fmla="*/ 3200400 h 3505200"/>
                    <a:gd name="connsiteX7" fmla="*/ 768066 w 1018464"/>
                    <a:gd name="connsiteY7" fmla="*/ 3505200 h 3505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18464" h="3505200">
                      <a:moveTo>
                        <a:pt x="249451" y="0"/>
                      </a:moveTo>
                      <a:cubicBezTo>
                        <a:pt x="264236" y="232012"/>
                        <a:pt x="288499" y="451514"/>
                        <a:pt x="249451" y="627797"/>
                      </a:cubicBezTo>
                      <a:cubicBezTo>
                        <a:pt x="210403" y="804080"/>
                        <a:pt x="30328" y="921034"/>
                        <a:pt x="15164" y="1057701"/>
                      </a:cubicBezTo>
                      <a:cubicBezTo>
                        <a:pt x="0" y="1194368"/>
                        <a:pt x="45682" y="1319284"/>
                        <a:pt x="158466" y="1447800"/>
                      </a:cubicBezTo>
                      <a:cubicBezTo>
                        <a:pt x="271250" y="1576317"/>
                        <a:pt x="550650" y="1652517"/>
                        <a:pt x="691866" y="1828800"/>
                      </a:cubicBezTo>
                      <a:cubicBezTo>
                        <a:pt x="833082" y="2005084"/>
                        <a:pt x="993064" y="2276901"/>
                        <a:pt x="1005764" y="2505501"/>
                      </a:cubicBezTo>
                      <a:cubicBezTo>
                        <a:pt x="1018464" y="2734101"/>
                        <a:pt x="807682" y="3033783"/>
                        <a:pt x="768066" y="3200400"/>
                      </a:cubicBezTo>
                      <a:cubicBezTo>
                        <a:pt x="728450" y="3367017"/>
                        <a:pt x="765602" y="3456106"/>
                        <a:pt x="768066" y="3505200"/>
                      </a:cubicBezTo>
                    </a:path>
                  </a:pathLst>
                </a:custGeom>
                <a:ln w="25400">
                  <a:solidFill>
                    <a:schemeClr val="accent4">
                      <a:lumMod val="75000"/>
                    </a:schemeClr>
                  </a:solidFill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Freeform 37"/>
                <p:cNvSpPr/>
                <p:nvPr/>
              </p:nvSpPr>
              <p:spPr>
                <a:xfrm>
                  <a:off x="4136249" y="1295400"/>
                  <a:ext cx="1060198" cy="3657600"/>
                </a:xfrm>
                <a:custGeom>
                  <a:avLst/>
                  <a:gdLst>
                    <a:gd name="connsiteX0" fmla="*/ 186519 w 1171432"/>
                    <a:gd name="connsiteY0" fmla="*/ 0 h 3343701"/>
                    <a:gd name="connsiteX1" fmla="*/ 186519 w 1171432"/>
                    <a:gd name="connsiteY1" fmla="*/ 627797 h 3343701"/>
                    <a:gd name="connsiteX2" fmla="*/ 9098 w 1171432"/>
                    <a:gd name="connsiteY2" fmla="*/ 982639 h 3343701"/>
                    <a:gd name="connsiteX3" fmla="*/ 131928 w 1171432"/>
                    <a:gd name="connsiteY3" fmla="*/ 1392071 h 3343701"/>
                    <a:gd name="connsiteX4" fmla="*/ 787020 w 1171432"/>
                    <a:gd name="connsiteY4" fmla="*/ 1774209 h 3343701"/>
                    <a:gd name="connsiteX5" fmla="*/ 1114566 w 1171432"/>
                    <a:gd name="connsiteY5" fmla="*/ 2197289 h 3343701"/>
                    <a:gd name="connsiteX6" fmla="*/ 1128214 w 1171432"/>
                    <a:gd name="connsiteY6" fmla="*/ 3343701 h 3343701"/>
                    <a:gd name="connsiteX0" fmla="*/ 186519 w 1183563"/>
                    <a:gd name="connsiteY0" fmla="*/ 0 h 3343701"/>
                    <a:gd name="connsiteX1" fmla="*/ 186519 w 1183563"/>
                    <a:gd name="connsiteY1" fmla="*/ 627797 h 3343701"/>
                    <a:gd name="connsiteX2" fmla="*/ 9098 w 1183563"/>
                    <a:gd name="connsiteY2" fmla="*/ 982639 h 3343701"/>
                    <a:gd name="connsiteX3" fmla="*/ 131928 w 1183563"/>
                    <a:gd name="connsiteY3" fmla="*/ 1392071 h 3343701"/>
                    <a:gd name="connsiteX4" fmla="*/ 714232 w 1183563"/>
                    <a:gd name="connsiteY4" fmla="*/ 1819701 h 3343701"/>
                    <a:gd name="connsiteX5" fmla="*/ 1114566 w 1183563"/>
                    <a:gd name="connsiteY5" fmla="*/ 2197289 h 3343701"/>
                    <a:gd name="connsiteX6" fmla="*/ 1128214 w 118356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1019032 w 1149823"/>
                    <a:gd name="connsiteY5" fmla="*/ 2353101 h 3343701"/>
                    <a:gd name="connsiteX6" fmla="*/ 1128214 w 114982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942832 w 1149823"/>
                    <a:gd name="connsiteY5" fmla="*/ 2429301 h 3343701"/>
                    <a:gd name="connsiteX6" fmla="*/ 1128214 w 114982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942832 w 1149823"/>
                    <a:gd name="connsiteY5" fmla="*/ 2429301 h 3343701"/>
                    <a:gd name="connsiteX6" fmla="*/ 1128214 w 1149823"/>
                    <a:gd name="connsiteY6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10190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10190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9428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019032"/>
                    <a:gd name="connsiteY0" fmla="*/ 0 h 3419901"/>
                    <a:gd name="connsiteX1" fmla="*/ 186519 w 1019032"/>
                    <a:gd name="connsiteY1" fmla="*/ 627797 h 3419901"/>
                    <a:gd name="connsiteX2" fmla="*/ 9098 w 1019032"/>
                    <a:gd name="connsiteY2" fmla="*/ 982639 h 3419901"/>
                    <a:gd name="connsiteX3" fmla="*/ 131928 w 1019032"/>
                    <a:gd name="connsiteY3" fmla="*/ 1392071 h 3419901"/>
                    <a:gd name="connsiteX4" fmla="*/ 714232 w 1019032"/>
                    <a:gd name="connsiteY4" fmla="*/ 1819701 h 3419901"/>
                    <a:gd name="connsiteX5" fmla="*/ 942832 w 1019032"/>
                    <a:gd name="connsiteY5" fmla="*/ 2429301 h 3419901"/>
                    <a:gd name="connsiteX6" fmla="*/ 942832 w 1019032"/>
                    <a:gd name="connsiteY6" fmla="*/ 3115101 h 3419901"/>
                    <a:gd name="connsiteX7" fmla="*/ 1019032 w 1019032"/>
                    <a:gd name="connsiteY7" fmla="*/ 3419901 h 3419901"/>
                    <a:gd name="connsiteX0" fmla="*/ 186519 w 980932"/>
                    <a:gd name="connsiteY0" fmla="*/ 0 h 3419901"/>
                    <a:gd name="connsiteX1" fmla="*/ 186519 w 980932"/>
                    <a:gd name="connsiteY1" fmla="*/ 627797 h 3419901"/>
                    <a:gd name="connsiteX2" fmla="*/ 9098 w 980932"/>
                    <a:gd name="connsiteY2" fmla="*/ 982639 h 3419901"/>
                    <a:gd name="connsiteX3" fmla="*/ 131928 w 980932"/>
                    <a:gd name="connsiteY3" fmla="*/ 1392071 h 3419901"/>
                    <a:gd name="connsiteX4" fmla="*/ 714232 w 980932"/>
                    <a:gd name="connsiteY4" fmla="*/ 1819701 h 3419901"/>
                    <a:gd name="connsiteX5" fmla="*/ 942832 w 980932"/>
                    <a:gd name="connsiteY5" fmla="*/ 2429301 h 3419901"/>
                    <a:gd name="connsiteX6" fmla="*/ 942832 w 980932"/>
                    <a:gd name="connsiteY6" fmla="*/ 3115101 h 3419901"/>
                    <a:gd name="connsiteX7" fmla="*/ 942832 w 980932"/>
                    <a:gd name="connsiteY7" fmla="*/ 3419901 h 3419901"/>
                    <a:gd name="connsiteX0" fmla="*/ 186519 w 980932"/>
                    <a:gd name="connsiteY0" fmla="*/ 0 h 3419901"/>
                    <a:gd name="connsiteX1" fmla="*/ 186519 w 980932"/>
                    <a:gd name="connsiteY1" fmla="*/ 627797 h 3419901"/>
                    <a:gd name="connsiteX2" fmla="*/ 9098 w 980932"/>
                    <a:gd name="connsiteY2" fmla="*/ 982639 h 3419901"/>
                    <a:gd name="connsiteX3" fmla="*/ 131928 w 980932"/>
                    <a:gd name="connsiteY3" fmla="*/ 1392071 h 3419901"/>
                    <a:gd name="connsiteX4" fmla="*/ 714232 w 980932"/>
                    <a:gd name="connsiteY4" fmla="*/ 1819701 h 3419901"/>
                    <a:gd name="connsiteX5" fmla="*/ 942832 w 980932"/>
                    <a:gd name="connsiteY5" fmla="*/ 2505501 h 3419901"/>
                    <a:gd name="connsiteX6" fmla="*/ 942832 w 980932"/>
                    <a:gd name="connsiteY6" fmla="*/ 3115101 h 3419901"/>
                    <a:gd name="connsiteX7" fmla="*/ 942832 w 980932"/>
                    <a:gd name="connsiteY7" fmla="*/ 3419901 h 3419901"/>
                    <a:gd name="connsiteX0" fmla="*/ 186519 w 955532"/>
                    <a:gd name="connsiteY0" fmla="*/ 0 h 3419901"/>
                    <a:gd name="connsiteX1" fmla="*/ 186519 w 955532"/>
                    <a:gd name="connsiteY1" fmla="*/ 627797 h 3419901"/>
                    <a:gd name="connsiteX2" fmla="*/ 9098 w 955532"/>
                    <a:gd name="connsiteY2" fmla="*/ 982639 h 3419901"/>
                    <a:gd name="connsiteX3" fmla="*/ 131928 w 955532"/>
                    <a:gd name="connsiteY3" fmla="*/ 1392071 h 3419901"/>
                    <a:gd name="connsiteX4" fmla="*/ 714232 w 955532"/>
                    <a:gd name="connsiteY4" fmla="*/ 1819701 h 3419901"/>
                    <a:gd name="connsiteX5" fmla="*/ 942832 w 955532"/>
                    <a:gd name="connsiteY5" fmla="*/ 2505501 h 3419901"/>
                    <a:gd name="connsiteX6" fmla="*/ 790432 w 955532"/>
                    <a:gd name="connsiteY6" fmla="*/ 3115101 h 3419901"/>
                    <a:gd name="connsiteX7" fmla="*/ 942832 w 955532"/>
                    <a:gd name="connsiteY7" fmla="*/ 3419901 h 3419901"/>
                    <a:gd name="connsiteX0" fmla="*/ 186519 w 955532"/>
                    <a:gd name="connsiteY0" fmla="*/ 0 h 3496101"/>
                    <a:gd name="connsiteX1" fmla="*/ 186519 w 955532"/>
                    <a:gd name="connsiteY1" fmla="*/ 627797 h 3496101"/>
                    <a:gd name="connsiteX2" fmla="*/ 9098 w 955532"/>
                    <a:gd name="connsiteY2" fmla="*/ 982639 h 3496101"/>
                    <a:gd name="connsiteX3" fmla="*/ 131928 w 955532"/>
                    <a:gd name="connsiteY3" fmla="*/ 1392071 h 3496101"/>
                    <a:gd name="connsiteX4" fmla="*/ 714232 w 955532"/>
                    <a:gd name="connsiteY4" fmla="*/ 1819701 h 3496101"/>
                    <a:gd name="connsiteX5" fmla="*/ 942832 w 955532"/>
                    <a:gd name="connsiteY5" fmla="*/ 2505501 h 3496101"/>
                    <a:gd name="connsiteX6" fmla="*/ 790432 w 955532"/>
                    <a:gd name="connsiteY6" fmla="*/ 3115101 h 3496101"/>
                    <a:gd name="connsiteX7" fmla="*/ 790432 w 955532"/>
                    <a:gd name="connsiteY7" fmla="*/ 3496101 h 3496101"/>
                    <a:gd name="connsiteX0" fmla="*/ 319585 w 1088598"/>
                    <a:gd name="connsiteY0" fmla="*/ 0 h 3496101"/>
                    <a:gd name="connsiteX1" fmla="*/ 319585 w 1088598"/>
                    <a:gd name="connsiteY1" fmla="*/ 627797 h 3496101"/>
                    <a:gd name="connsiteX2" fmla="*/ 9098 w 1088598"/>
                    <a:gd name="connsiteY2" fmla="*/ 981501 h 3496101"/>
                    <a:gd name="connsiteX3" fmla="*/ 264994 w 1088598"/>
                    <a:gd name="connsiteY3" fmla="*/ 1392071 h 3496101"/>
                    <a:gd name="connsiteX4" fmla="*/ 847298 w 1088598"/>
                    <a:gd name="connsiteY4" fmla="*/ 1819701 h 3496101"/>
                    <a:gd name="connsiteX5" fmla="*/ 1075898 w 1088598"/>
                    <a:gd name="connsiteY5" fmla="*/ 2505501 h 3496101"/>
                    <a:gd name="connsiteX6" fmla="*/ 923498 w 1088598"/>
                    <a:gd name="connsiteY6" fmla="*/ 3115101 h 3496101"/>
                    <a:gd name="connsiteX7" fmla="*/ 923498 w 1088598"/>
                    <a:gd name="connsiteY7" fmla="*/ 3496101 h 3496101"/>
                    <a:gd name="connsiteX0" fmla="*/ 168891 w 937904"/>
                    <a:gd name="connsiteY0" fmla="*/ 0 h 3496101"/>
                    <a:gd name="connsiteX1" fmla="*/ 168891 w 937904"/>
                    <a:gd name="connsiteY1" fmla="*/ 627797 h 3496101"/>
                    <a:gd name="connsiteX2" fmla="*/ 10804 w 937904"/>
                    <a:gd name="connsiteY2" fmla="*/ 1057701 h 3496101"/>
                    <a:gd name="connsiteX3" fmla="*/ 114300 w 937904"/>
                    <a:gd name="connsiteY3" fmla="*/ 1392071 h 3496101"/>
                    <a:gd name="connsiteX4" fmla="*/ 696604 w 937904"/>
                    <a:gd name="connsiteY4" fmla="*/ 1819701 h 3496101"/>
                    <a:gd name="connsiteX5" fmla="*/ 925204 w 937904"/>
                    <a:gd name="connsiteY5" fmla="*/ 2505501 h 3496101"/>
                    <a:gd name="connsiteX6" fmla="*/ 772804 w 937904"/>
                    <a:gd name="connsiteY6" fmla="*/ 3115101 h 3496101"/>
                    <a:gd name="connsiteX7" fmla="*/ 772804 w 937904"/>
                    <a:gd name="connsiteY7" fmla="*/ 3496101 h 3496101"/>
                    <a:gd name="connsiteX0" fmla="*/ 243385 w 1012398"/>
                    <a:gd name="connsiteY0" fmla="*/ 0 h 3496101"/>
                    <a:gd name="connsiteX1" fmla="*/ 243385 w 1012398"/>
                    <a:gd name="connsiteY1" fmla="*/ 627797 h 3496101"/>
                    <a:gd name="connsiteX2" fmla="*/ 9098 w 1012398"/>
                    <a:gd name="connsiteY2" fmla="*/ 1057701 h 3496101"/>
                    <a:gd name="connsiteX3" fmla="*/ 188794 w 1012398"/>
                    <a:gd name="connsiteY3" fmla="*/ 1392071 h 3496101"/>
                    <a:gd name="connsiteX4" fmla="*/ 771098 w 1012398"/>
                    <a:gd name="connsiteY4" fmla="*/ 1819701 h 3496101"/>
                    <a:gd name="connsiteX5" fmla="*/ 999698 w 1012398"/>
                    <a:gd name="connsiteY5" fmla="*/ 2505501 h 3496101"/>
                    <a:gd name="connsiteX6" fmla="*/ 847298 w 1012398"/>
                    <a:gd name="connsiteY6" fmla="*/ 3115101 h 3496101"/>
                    <a:gd name="connsiteX7" fmla="*/ 847298 w 1012398"/>
                    <a:gd name="connsiteY7" fmla="*/ 3496101 h 3496101"/>
                    <a:gd name="connsiteX0" fmla="*/ 249451 w 1018464"/>
                    <a:gd name="connsiteY0" fmla="*/ 0 h 3496101"/>
                    <a:gd name="connsiteX1" fmla="*/ 249451 w 1018464"/>
                    <a:gd name="connsiteY1" fmla="*/ 627797 h 3496101"/>
                    <a:gd name="connsiteX2" fmla="*/ 15164 w 1018464"/>
                    <a:gd name="connsiteY2" fmla="*/ 1057701 h 3496101"/>
                    <a:gd name="connsiteX3" fmla="*/ 158466 w 1018464"/>
                    <a:gd name="connsiteY3" fmla="*/ 1447800 h 3496101"/>
                    <a:gd name="connsiteX4" fmla="*/ 777164 w 1018464"/>
                    <a:gd name="connsiteY4" fmla="*/ 1819701 h 3496101"/>
                    <a:gd name="connsiteX5" fmla="*/ 1005764 w 1018464"/>
                    <a:gd name="connsiteY5" fmla="*/ 2505501 h 3496101"/>
                    <a:gd name="connsiteX6" fmla="*/ 853364 w 1018464"/>
                    <a:gd name="connsiteY6" fmla="*/ 3115101 h 3496101"/>
                    <a:gd name="connsiteX7" fmla="*/ 853364 w 1018464"/>
                    <a:gd name="connsiteY7" fmla="*/ 3496101 h 3496101"/>
                    <a:gd name="connsiteX0" fmla="*/ 249451 w 1019980"/>
                    <a:gd name="connsiteY0" fmla="*/ 0 h 3496101"/>
                    <a:gd name="connsiteX1" fmla="*/ 249451 w 1019980"/>
                    <a:gd name="connsiteY1" fmla="*/ 627797 h 3496101"/>
                    <a:gd name="connsiteX2" fmla="*/ 15164 w 1019980"/>
                    <a:gd name="connsiteY2" fmla="*/ 1057701 h 3496101"/>
                    <a:gd name="connsiteX3" fmla="*/ 158466 w 1019980"/>
                    <a:gd name="connsiteY3" fmla="*/ 1447800 h 3496101"/>
                    <a:gd name="connsiteX4" fmla="*/ 768066 w 1019980"/>
                    <a:gd name="connsiteY4" fmla="*/ 1828800 h 3496101"/>
                    <a:gd name="connsiteX5" fmla="*/ 1005764 w 1019980"/>
                    <a:gd name="connsiteY5" fmla="*/ 2505501 h 3496101"/>
                    <a:gd name="connsiteX6" fmla="*/ 853364 w 1019980"/>
                    <a:gd name="connsiteY6" fmla="*/ 3115101 h 3496101"/>
                    <a:gd name="connsiteX7" fmla="*/ 853364 w 1019980"/>
                    <a:gd name="connsiteY7" fmla="*/ 3496101 h 3496101"/>
                    <a:gd name="connsiteX0" fmla="*/ 249451 w 1032680"/>
                    <a:gd name="connsiteY0" fmla="*/ 0 h 3496101"/>
                    <a:gd name="connsiteX1" fmla="*/ 249451 w 1032680"/>
                    <a:gd name="connsiteY1" fmla="*/ 627797 h 3496101"/>
                    <a:gd name="connsiteX2" fmla="*/ 15164 w 1032680"/>
                    <a:gd name="connsiteY2" fmla="*/ 1057701 h 3496101"/>
                    <a:gd name="connsiteX3" fmla="*/ 158466 w 1032680"/>
                    <a:gd name="connsiteY3" fmla="*/ 1447800 h 3496101"/>
                    <a:gd name="connsiteX4" fmla="*/ 691866 w 1032680"/>
                    <a:gd name="connsiteY4" fmla="*/ 1828800 h 3496101"/>
                    <a:gd name="connsiteX5" fmla="*/ 1005764 w 1032680"/>
                    <a:gd name="connsiteY5" fmla="*/ 2505501 h 3496101"/>
                    <a:gd name="connsiteX6" fmla="*/ 853364 w 1032680"/>
                    <a:gd name="connsiteY6" fmla="*/ 3115101 h 3496101"/>
                    <a:gd name="connsiteX7" fmla="*/ 853364 w 1032680"/>
                    <a:gd name="connsiteY7" fmla="*/ 3496101 h 3496101"/>
                    <a:gd name="connsiteX0" fmla="*/ 249451 w 1018464"/>
                    <a:gd name="connsiteY0" fmla="*/ 0 h 3496101"/>
                    <a:gd name="connsiteX1" fmla="*/ 249451 w 1018464"/>
                    <a:gd name="connsiteY1" fmla="*/ 627797 h 3496101"/>
                    <a:gd name="connsiteX2" fmla="*/ 15164 w 1018464"/>
                    <a:gd name="connsiteY2" fmla="*/ 1057701 h 3496101"/>
                    <a:gd name="connsiteX3" fmla="*/ 158466 w 1018464"/>
                    <a:gd name="connsiteY3" fmla="*/ 1447800 h 3496101"/>
                    <a:gd name="connsiteX4" fmla="*/ 691866 w 1018464"/>
                    <a:gd name="connsiteY4" fmla="*/ 1828800 h 3496101"/>
                    <a:gd name="connsiteX5" fmla="*/ 1005764 w 1018464"/>
                    <a:gd name="connsiteY5" fmla="*/ 2505501 h 3496101"/>
                    <a:gd name="connsiteX6" fmla="*/ 768066 w 1018464"/>
                    <a:gd name="connsiteY6" fmla="*/ 3200400 h 3496101"/>
                    <a:gd name="connsiteX7" fmla="*/ 853364 w 1018464"/>
                    <a:gd name="connsiteY7" fmla="*/ 3496101 h 3496101"/>
                    <a:gd name="connsiteX0" fmla="*/ 249451 w 1018464"/>
                    <a:gd name="connsiteY0" fmla="*/ 0 h 3505200"/>
                    <a:gd name="connsiteX1" fmla="*/ 249451 w 1018464"/>
                    <a:gd name="connsiteY1" fmla="*/ 627797 h 3505200"/>
                    <a:gd name="connsiteX2" fmla="*/ 15164 w 1018464"/>
                    <a:gd name="connsiteY2" fmla="*/ 1057701 h 3505200"/>
                    <a:gd name="connsiteX3" fmla="*/ 158466 w 1018464"/>
                    <a:gd name="connsiteY3" fmla="*/ 1447800 h 3505200"/>
                    <a:gd name="connsiteX4" fmla="*/ 691866 w 1018464"/>
                    <a:gd name="connsiteY4" fmla="*/ 1828800 h 3505200"/>
                    <a:gd name="connsiteX5" fmla="*/ 1005764 w 1018464"/>
                    <a:gd name="connsiteY5" fmla="*/ 2505501 h 3505200"/>
                    <a:gd name="connsiteX6" fmla="*/ 768066 w 1018464"/>
                    <a:gd name="connsiteY6" fmla="*/ 3200400 h 3505200"/>
                    <a:gd name="connsiteX7" fmla="*/ 768066 w 1018464"/>
                    <a:gd name="connsiteY7" fmla="*/ 3505200 h 3505200"/>
                    <a:gd name="connsiteX0" fmla="*/ 249451 w 1014831"/>
                    <a:gd name="connsiteY0" fmla="*/ 0 h 3505200"/>
                    <a:gd name="connsiteX1" fmla="*/ 249451 w 1014831"/>
                    <a:gd name="connsiteY1" fmla="*/ 627797 h 3505200"/>
                    <a:gd name="connsiteX2" fmla="*/ 15164 w 1014831"/>
                    <a:gd name="connsiteY2" fmla="*/ 1057701 h 3505200"/>
                    <a:gd name="connsiteX3" fmla="*/ 158466 w 1014831"/>
                    <a:gd name="connsiteY3" fmla="*/ 1447800 h 3505200"/>
                    <a:gd name="connsiteX4" fmla="*/ 713664 w 1014831"/>
                    <a:gd name="connsiteY4" fmla="*/ 1828800 h 3505200"/>
                    <a:gd name="connsiteX5" fmla="*/ 1005764 w 1014831"/>
                    <a:gd name="connsiteY5" fmla="*/ 2505501 h 3505200"/>
                    <a:gd name="connsiteX6" fmla="*/ 768066 w 1014831"/>
                    <a:gd name="connsiteY6" fmla="*/ 3200400 h 3505200"/>
                    <a:gd name="connsiteX7" fmla="*/ 768066 w 1014831"/>
                    <a:gd name="connsiteY7" fmla="*/ 3505200 h 3505200"/>
                    <a:gd name="connsiteX0" fmla="*/ 249451 w 1143348"/>
                    <a:gd name="connsiteY0" fmla="*/ 0 h 3505200"/>
                    <a:gd name="connsiteX1" fmla="*/ 249451 w 1143348"/>
                    <a:gd name="connsiteY1" fmla="*/ 627797 h 3505200"/>
                    <a:gd name="connsiteX2" fmla="*/ 15164 w 1143348"/>
                    <a:gd name="connsiteY2" fmla="*/ 1057701 h 3505200"/>
                    <a:gd name="connsiteX3" fmla="*/ 158466 w 1143348"/>
                    <a:gd name="connsiteY3" fmla="*/ 1447800 h 3505200"/>
                    <a:gd name="connsiteX4" fmla="*/ 713664 w 1143348"/>
                    <a:gd name="connsiteY4" fmla="*/ 1828800 h 3505200"/>
                    <a:gd name="connsiteX5" fmla="*/ 1094665 w 1143348"/>
                    <a:gd name="connsiteY5" fmla="*/ 2286000 h 3505200"/>
                    <a:gd name="connsiteX6" fmla="*/ 1005764 w 1143348"/>
                    <a:gd name="connsiteY6" fmla="*/ 2505501 h 3505200"/>
                    <a:gd name="connsiteX7" fmla="*/ 768066 w 1143348"/>
                    <a:gd name="connsiteY7" fmla="*/ 3200400 h 3505200"/>
                    <a:gd name="connsiteX8" fmla="*/ 768066 w 1143348"/>
                    <a:gd name="connsiteY8" fmla="*/ 3505200 h 3505200"/>
                    <a:gd name="connsiteX0" fmla="*/ 249451 w 1067147"/>
                    <a:gd name="connsiteY0" fmla="*/ 0 h 3505200"/>
                    <a:gd name="connsiteX1" fmla="*/ 249451 w 1067147"/>
                    <a:gd name="connsiteY1" fmla="*/ 627797 h 3505200"/>
                    <a:gd name="connsiteX2" fmla="*/ 15164 w 1067147"/>
                    <a:gd name="connsiteY2" fmla="*/ 1057701 h 3505200"/>
                    <a:gd name="connsiteX3" fmla="*/ 158466 w 1067147"/>
                    <a:gd name="connsiteY3" fmla="*/ 1447800 h 3505200"/>
                    <a:gd name="connsiteX4" fmla="*/ 713664 w 1067147"/>
                    <a:gd name="connsiteY4" fmla="*/ 1828800 h 3505200"/>
                    <a:gd name="connsiteX5" fmla="*/ 1018464 w 1067147"/>
                    <a:gd name="connsiteY5" fmla="*/ 2286000 h 3505200"/>
                    <a:gd name="connsiteX6" fmla="*/ 1005764 w 1067147"/>
                    <a:gd name="connsiteY6" fmla="*/ 2505501 h 3505200"/>
                    <a:gd name="connsiteX7" fmla="*/ 768066 w 1067147"/>
                    <a:gd name="connsiteY7" fmla="*/ 3200400 h 3505200"/>
                    <a:gd name="connsiteX8" fmla="*/ 768066 w 1067147"/>
                    <a:gd name="connsiteY8" fmla="*/ 3505200 h 3505200"/>
                    <a:gd name="connsiteX0" fmla="*/ 249451 w 1047497"/>
                    <a:gd name="connsiteY0" fmla="*/ 0 h 3505200"/>
                    <a:gd name="connsiteX1" fmla="*/ 249451 w 1047497"/>
                    <a:gd name="connsiteY1" fmla="*/ 627797 h 3505200"/>
                    <a:gd name="connsiteX2" fmla="*/ 15164 w 1047497"/>
                    <a:gd name="connsiteY2" fmla="*/ 1057701 h 3505200"/>
                    <a:gd name="connsiteX3" fmla="*/ 158466 w 1047497"/>
                    <a:gd name="connsiteY3" fmla="*/ 1447800 h 3505200"/>
                    <a:gd name="connsiteX4" fmla="*/ 713664 w 1047497"/>
                    <a:gd name="connsiteY4" fmla="*/ 1828800 h 3505200"/>
                    <a:gd name="connsiteX5" fmla="*/ 866065 w 1047497"/>
                    <a:gd name="connsiteY5" fmla="*/ 1981200 h 3505200"/>
                    <a:gd name="connsiteX6" fmla="*/ 1018464 w 1047497"/>
                    <a:gd name="connsiteY6" fmla="*/ 2286000 h 3505200"/>
                    <a:gd name="connsiteX7" fmla="*/ 1005764 w 1047497"/>
                    <a:gd name="connsiteY7" fmla="*/ 2505501 h 3505200"/>
                    <a:gd name="connsiteX8" fmla="*/ 768066 w 1047497"/>
                    <a:gd name="connsiteY8" fmla="*/ 3200400 h 3505200"/>
                    <a:gd name="connsiteX9" fmla="*/ 768066 w 1047497"/>
                    <a:gd name="connsiteY9" fmla="*/ 3505200 h 3505200"/>
                    <a:gd name="connsiteX0" fmla="*/ 249451 w 1060198"/>
                    <a:gd name="connsiteY0" fmla="*/ 0 h 3505200"/>
                    <a:gd name="connsiteX1" fmla="*/ 249451 w 1060198"/>
                    <a:gd name="connsiteY1" fmla="*/ 627797 h 3505200"/>
                    <a:gd name="connsiteX2" fmla="*/ 15164 w 1060198"/>
                    <a:gd name="connsiteY2" fmla="*/ 1057701 h 3505200"/>
                    <a:gd name="connsiteX3" fmla="*/ 158466 w 1060198"/>
                    <a:gd name="connsiteY3" fmla="*/ 1447800 h 3505200"/>
                    <a:gd name="connsiteX4" fmla="*/ 713664 w 1060198"/>
                    <a:gd name="connsiteY4" fmla="*/ 1828800 h 3505200"/>
                    <a:gd name="connsiteX5" fmla="*/ 866065 w 1060198"/>
                    <a:gd name="connsiteY5" fmla="*/ 1981200 h 3505200"/>
                    <a:gd name="connsiteX6" fmla="*/ 1018464 w 1060198"/>
                    <a:gd name="connsiteY6" fmla="*/ 2286000 h 3505200"/>
                    <a:gd name="connsiteX7" fmla="*/ 1018465 w 1060198"/>
                    <a:gd name="connsiteY7" fmla="*/ 2514600 h 3505200"/>
                    <a:gd name="connsiteX8" fmla="*/ 768066 w 1060198"/>
                    <a:gd name="connsiteY8" fmla="*/ 3200400 h 3505200"/>
                    <a:gd name="connsiteX9" fmla="*/ 768066 w 1060198"/>
                    <a:gd name="connsiteY9" fmla="*/ 3505200 h 3505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60198" h="3505200">
                      <a:moveTo>
                        <a:pt x="249451" y="0"/>
                      </a:moveTo>
                      <a:cubicBezTo>
                        <a:pt x="264236" y="232012"/>
                        <a:pt x="288499" y="451514"/>
                        <a:pt x="249451" y="627797"/>
                      </a:cubicBezTo>
                      <a:cubicBezTo>
                        <a:pt x="210403" y="804080"/>
                        <a:pt x="30328" y="921034"/>
                        <a:pt x="15164" y="1057701"/>
                      </a:cubicBezTo>
                      <a:cubicBezTo>
                        <a:pt x="0" y="1194368"/>
                        <a:pt x="42049" y="1319283"/>
                        <a:pt x="158466" y="1447800"/>
                      </a:cubicBezTo>
                      <a:cubicBezTo>
                        <a:pt x="274883" y="1576317"/>
                        <a:pt x="595731" y="1739900"/>
                        <a:pt x="713664" y="1828800"/>
                      </a:cubicBezTo>
                      <a:cubicBezTo>
                        <a:pt x="831597" y="1917700"/>
                        <a:pt x="815265" y="1905000"/>
                        <a:pt x="866065" y="1981200"/>
                      </a:cubicBezTo>
                      <a:cubicBezTo>
                        <a:pt x="916865" y="2057400"/>
                        <a:pt x="993064" y="2197100"/>
                        <a:pt x="1018464" y="2286000"/>
                      </a:cubicBezTo>
                      <a:cubicBezTo>
                        <a:pt x="1043864" y="2374900"/>
                        <a:pt x="1060198" y="2362200"/>
                        <a:pt x="1018465" y="2514600"/>
                      </a:cubicBezTo>
                      <a:cubicBezTo>
                        <a:pt x="976732" y="2667000"/>
                        <a:pt x="809799" y="3035300"/>
                        <a:pt x="768066" y="3200400"/>
                      </a:cubicBezTo>
                      <a:cubicBezTo>
                        <a:pt x="726333" y="3365500"/>
                        <a:pt x="765602" y="3456106"/>
                        <a:pt x="768066" y="3505200"/>
                      </a:cubicBezTo>
                    </a:path>
                  </a:pathLst>
                </a:custGeom>
                <a:ln w="25400">
                  <a:solidFill>
                    <a:schemeClr val="accent4">
                      <a:lumMod val="75000"/>
                    </a:schemeClr>
                  </a:solidFill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Freeform 38"/>
                <p:cNvSpPr/>
                <p:nvPr/>
              </p:nvSpPr>
              <p:spPr>
                <a:xfrm>
                  <a:off x="5196447" y="1295400"/>
                  <a:ext cx="445131" cy="3581400"/>
                </a:xfrm>
                <a:custGeom>
                  <a:avLst/>
                  <a:gdLst>
                    <a:gd name="connsiteX0" fmla="*/ 186519 w 1171432"/>
                    <a:gd name="connsiteY0" fmla="*/ 0 h 3343701"/>
                    <a:gd name="connsiteX1" fmla="*/ 186519 w 1171432"/>
                    <a:gd name="connsiteY1" fmla="*/ 627797 h 3343701"/>
                    <a:gd name="connsiteX2" fmla="*/ 9098 w 1171432"/>
                    <a:gd name="connsiteY2" fmla="*/ 982639 h 3343701"/>
                    <a:gd name="connsiteX3" fmla="*/ 131928 w 1171432"/>
                    <a:gd name="connsiteY3" fmla="*/ 1392071 h 3343701"/>
                    <a:gd name="connsiteX4" fmla="*/ 787020 w 1171432"/>
                    <a:gd name="connsiteY4" fmla="*/ 1774209 h 3343701"/>
                    <a:gd name="connsiteX5" fmla="*/ 1114566 w 1171432"/>
                    <a:gd name="connsiteY5" fmla="*/ 2197289 h 3343701"/>
                    <a:gd name="connsiteX6" fmla="*/ 1128214 w 1171432"/>
                    <a:gd name="connsiteY6" fmla="*/ 3343701 h 3343701"/>
                    <a:gd name="connsiteX0" fmla="*/ 186519 w 1183563"/>
                    <a:gd name="connsiteY0" fmla="*/ 0 h 3343701"/>
                    <a:gd name="connsiteX1" fmla="*/ 186519 w 1183563"/>
                    <a:gd name="connsiteY1" fmla="*/ 627797 h 3343701"/>
                    <a:gd name="connsiteX2" fmla="*/ 9098 w 1183563"/>
                    <a:gd name="connsiteY2" fmla="*/ 982639 h 3343701"/>
                    <a:gd name="connsiteX3" fmla="*/ 131928 w 1183563"/>
                    <a:gd name="connsiteY3" fmla="*/ 1392071 h 3343701"/>
                    <a:gd name="connsiteX4" fmla="*/ 714232 w 1183563"/>
                    <a:gd name="connsiteY4" fmla="*/ 1819701 h 3343701"/>
                    <a:gd name="connsiteX5" fmla="*/ 1114566 w 1183563"/>
                    <a:gd name="connsiteY5" fmla="*/ 2197289 h 3343701"/>
                    <a:gd name="connsiteX6" fmla="*/ 1128214 w 118356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1019032 w 1149823"/>
                    <a:gd name="connsiteY5" fmla="*/ 2353101 h 3343701"/>
                    <a:gd name="connsiteX6" fmla="*/ 1128214 w 114982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942832 w 1149823"/>
                    <a:gd name="connsiteY5" fmla="*/ 2429301 h 3343701"/>
                    <a:gd name="connsiteX6" fmla="*/ 1128214 w 114982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942832 w 1149823"/>
                    <a:gd name="connsiteY5" fmla="*/ 2429301 h 3343701"/>
                    <a:gd name="connsiteX6" fmla="*/ 1128214 w 1149823"/>
                    <a:gd name="connsiteY6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10190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10190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9428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019032"/>
                    <a:gd name="connsiteY0" fmla="*/ 0 h 3419901"/>
                    <a:gd name="connsiteX1" fmla="*/ 186519 w 1019032"/>
                    <a:gd name="connsiteY1" fmla="*/ 627797 h 3419901"/>
                    <a:gd name="connsiteX2" fmla="*/ 9098 w 1019032"/>
                    <a:gd name="connsiteY2" fmla="*/ 982639 h 3419901"/>
                    <a:gd name="connsiteX3" fmla="*/ 131928 w 1019032"/>
                    <a:gd name="connsiteY3" fmla="*/ 1392071 h 3419901"/>
                    <a:gd name="connsiteX4" fmla="*/ 714232 w 1019032"/>
                    <a:gd name="connsiteY4" fmla="*/ 1819701 h 3419901"/>
                    <a:gd name="connsiteX5" fmla="*/ 942832 w 1019032"/>
                    <a:gd name="connsiteY5" fmla="*/ 2429301 h 3419901"/>
                    <a:gd name="connsiteX6" fmla="*/ 942832 w 1019032"/>
                    <a:gd name="connsiteY6" fmla="*/ 3115101 h 3419901"/>
                    <a:gd name="connsiteX7" fmla="*/ 1019032 w 1019032"/>
                    <a:gd name="connsiteY7" fmla="*/ 3419901 h 3419901"/>
                    <a:gd name="connsiteX0" fmla="*/ 186519 w 980932"/>
                    <a:gd name="connsiteY0" fmla="*/ 0 h 3419901"/>
                    <a:gd name="connsiteX1" fmla="*/ 186519 w 980932"/>
                    <a:gd name="connsiteY1" fmla="*/ 627797 h 3419901"/>
                    <a:gd name="connsiteX2" fmla="*/ 9098 w 980932"/>
                    <a:gd name="connsiteY2" fmla="*/ 982639 h 3419901"/>
                    <a:gd name="connsiteX3" fmla="*/ 131928 w 980932"/>
                    <a:gd name="connsiteY3" fmla="*/ 1392071 h 3419901"/>
                    <a:gd name="connsiteX4" fmla="*/ 714232 w 980932"/>
                    <a:gd name="connsiteY4" fmla="*/ 1819701 h 3419901"/>
                    <a:gd name="connsiteX5" fmla="*/ 942832 w 980932"/>
                    <a:gd name="connsiteY5" fmla="*/ 2429301 h 3419901"/>
                    <a:gd name="connsiteX6" fmla="*/ 942832 w 980932"/>
                    <a:gd name="connsiteY6" fmla="*/ 3115101 h 3419901"/>
                    <a:gd name="connsiteX7" fmla="*/ 942832 w 980932"/>
                    <a:gd name="connsiteY7" fmla="*/ 3419901 h 3419901"/>
                    <a:gd name="connsiteX0" fmla="*/ 186519 w 980932"/>
                    <a:gd name="connsiteY0" fmla="*/ 0 h 3419901"/>
                    <a:gd name="connsiteX1" fmla="*/ 186519 w 980932"/>
                    <a:gd name="connsiteY1" fmla="*/ 627797 h 3419901"/>
                    <a:gd name="connsiteX2" fmla="*/ 9098 w 980932"/>
                    <a:gd name="connsiteY2" fmla="*/ 982639 h 3419901"/>
                    <a:gd name="connsiteX3" fmla="*/ 131928 w 980932"/>
                    <a:gd name="connsiteY3" fmla="*/ 1392071 h 3419901"/>
                    <a:gd name="connsiteX4" fmla="*/ 714232 w 980932"/>
                    <a:gd name="connsiteY4" fmla="*/ 1819701 h 3419901"/>
                    <a:gd name="connsiteX5" fmla="*/ 942832 w 980932"/>
                    <a:gd name="connsiteY5" fmla="*/ 2505501 h 3419901"/>
                    <a:gd name="connsiteX6" fmla="*/ 942832 w 980932"/>
                    <a:gd name="connsiteY6" fmla="*/ 3115101 h 3419901"/>
                    <a:gd name="connsiteX7" fmla="*/ 942832 w 980932"/>
                    <a:gd name="connsiteY7" fmla="*/ 3419901 h 3419901"/>
                    <a:gd name="connsiteX0" fmla="*/ 186519 w 955532"/>
                    <a:gd name="connsiteY0" fmla="*/ 0 h 3419901"/>
                    <a:gd name="connsiteX1" fmla="*/ 186519 w 955532"/>
                    <a:gd name="connsiteY1" fmla="*/ 627797 h 3419901"/>
                    <a:gd name="connsiteX2" fmla="*/ 9098 w 955532"/>
                    <a:gd name="connsiteY2" fmla="*/ 982639 h 3419901"/>
                    <a:gd name="connsiteX3" fmla="*/ 131928 w 955532"/>
                    <a:gd name="connsiteY3" fmla="*/ 1392071 h 3419901"/>
                    <a:gd name="connsiteX4" fmla="*/ 714232 w 955532"/>
                    <a:gd name="connsiteY4" fmla="*/ 1819701 h 3419901"/>
                    <a:gd name="connsiteX5" fmla="*/ 942832 w 955532"/>
                    <a:gd name="connsiteY5" fmla="*/ 2505501 h 3419901"/>
                    <a:gd name="connsiteX6" fmla="*/ 790432 w 955532"/>
                    <a:gd name="connsiteY6" fmla="*/ 3115101 h 3419901"/>
                    <a:gd name="connsiteX7" fmla="*/ 942832 w 955532"/>
                    <a:gd name="connsiteY7" fmla="*/ 3419901 h 3419901"/>
                    <a:gd name="connsiteX0" fmla="*/ 186519 w 955532"/>
                    <a:gd name="connsiteY0" fmla="*/ 0 h 3496101"/>
                    <a:gd name="connsiteX1" fmla="*/ 186519 w 955532"/>
                    <a:gd name="connsiteY1" fmla="*/ 627797 h 3496101"/>
                    <a:gd name="connsiteX2" fmla="*/ 9098 w 955532"/>
                    <a:gd name="connsiteY2" fmla="*/ 982639 h 3496101"/>
                    <a:gd name="connsiteX3" fmla="*/ 131928 w 955532"/>
                    <a:gd name="connsiteY3" fmla="*/ 1392071 h 3496101"/>
                    <a:gd name="connsiteX4" fmla="*/ 714232 w 955532"/>
                    <a:gd name="connsiteY4" fmla="*/ 1819701 h 3496101"/>
                    <a:gd name="connsiteX5" fmla="*/ 942832 w 955532"/>
                    <a:gd name="connsiteY5" fmla="*/ 2505501 h 3496101"/>
                    <a:gd name="connsiteX6" fmla="*/ 790432 w 955532"/>
                    <a:gd name="connsiteY6" fmla="*/ 3115101 h 3496101"/>
                    <a:gd name="connsiteX7" fmla="*/ 790432 w 955532"/>
                    <a:gd name="connsiteY7" fmla="*/ 3496101 h 3496101"/>
                    <a:gd name="connsiteX0" fmla="*/ 319585 w 1088598"/>
                    <a:gd name="connsiteY0" fmla="*/ 0 h 3496101"/>
                    <a:gd name="connsiteX1" fmla="*/ 319585 w 1088598"/>
                    <a:gd name="connsiteY1" fmla="*/ 627797 h 3496101"/>
                    <a:gd name="connsiteX2" fmla="*/ 9098 w 1088598"/>
                    <a:gd name="connsiteY2" fmla="*/ 981501 h 3496101"/>
                    <a:gd name="connsiteX3" fmla="*/ 264994 w 1088598"/>
                    <a:gd name="connsiteY3" fmla="*/ 1392071 h 3496101"/>
                    <a:gd name="connsiteX4" fmla="*/ 847298 w 1088598"/>
                    <a:gd name="connsiteY4" fmla="*/ 1819701 h 3496101"/>
                    <a:gd name="connsiteX5" fmla="*/ 1075898 w 1088598"/>
                    <a:gd name="connsiteY5" fmla="*/ 2505501 h 3496101"/>
                    <a:gd name="connsiteX6" fmla="*/ 923498 w 1088598"/>
                    <a:gd name="connsiteY6" fmla="*/ 3115101 h 3496101"/>
                    <a:gd name="connsiteX7" fmla="*/ 923498 w 1088598"/>
                    <a:gd name="connsiteY7" fmla="*/ 3496101 h 3496101"/>
                    <a:gd name="connsiteX0" fmla="*/ 168891 w 937904"/>
                    <a:gd name="connsiteY0" fmla="*/ 0 h 3496101"/>
                    <a:gd name="connsiteX1" fmla="*/ 168891 w 937904"/>
                    <a:gd name="connsiteY1" fmla="*/ 627797 h 3496101"/>
                    <a:gd name="connsiteX2" fmla="*/ 10804 w 937904"/>
                    <a:gd name="connsiteY2" fmla="*/ 1057701 h 3496101"/>
                    <a:gd name="connsiteX3" fmla="*/ 114300 w 937904"/>
                    <a:gd name="connsiteY3" fmla="*/ 1392071 h 3496101"/>
                    <a:gd name="connsiteX4" fmla="*/ 696604 w 937904"/>
                    <a:gd name="connsiteY4" fmla="*/ 1819701 h 3496101"/>
                    <a:gd name="connsiteX5" fmla="*/ 925204 w 937904"/>
                    <a:gd name="connsiteY5" fmla="*/ 2505501 h 3496101"/>
                    <a:gd name="connsiteX6" fmla="*/ 772804 w 937904"/>
                    <a:gd name="connsiteY6" fmla="*/ 3115101 h 3496101"/>
                    <a:gd name="connsiteX7" fmla="*/ 772804 w 937904"/>
                    <a:gd name="connsiteY7" fmla="*/ 3496101 h 3496101"/>
                    <a:gd name="connsiteX0" fmla="*/ 243385 w 1012398"/>
                    <a:gd name="connsiteY0" fmla="*/ 0 h 3496101"/>
                    <a:gd name="connsiteX1" fmla="*/ 243385 w 1012398"/>
                    <a:gd name="connsiteY1" fmla="*/ 627797 h 3496101"/>
                    <a:gd name="connsiteX2" fmla="*/ 9098 w 1012398"/>
                    <a:gd name="connsiteY2" fmla="*/ 1057701 h 3496101"/>
                    <a:gd name="connsiteX3" fmla="*/ 188794 w 1012398"/>
                    <a:gd name="connsiteY3" fmla="*/ 1392071 h 3496101"/>
                    <a:gd name="connsiteX4" fmla="*/ 771098 w 1012398"/>
                    <a:gd name="connsiteY4" fmla="*/ 1819701 h 3496101"/>
                    <a:gd name="connsiteX5" fmla="*/ 999698 w 1012398"/>
                    <a:gd name="connsiteY5" fmla="*/ 2505501 h 3496101"/>
                    <a:gd name="connsiteX6" fmla="*/ 847298 w 1012398"/>
                    <a:gd name="connsiteY6" fmla="*/ 3115101 h 3496101"/>
                    <a:gd name="connsiteX7" fmla="*/ 847298 w 1012398"/>
                    <a:gd name="connsiteY7" fmla="*/ 3496101 h 3496101"/>
                    <a:gd name="connsiteX0" fmla="*/ 243385 w 1012398"/>
                    <a:gd name="connsiteY0" fmla="*/ 0 h 3496101"/>
                    <a:gd name="connsiteX1" fmla="*/ 243385 w 1012398"/>
                    <a:gd name="connsiteY1" fmla="*/ 627797 h 3496101"/>
                    <a:gd name="connsiteX2" fmla="*/ 9098 w 1012398"/>
                    <a:gd name="connsiteY2" fmla="*/ 1057701 h 3496101"/>
                    <a:gd name="connsiteX3" fmla="*/ 188794 w 1012398"/>
                    <a:gd name="connsiteY3" fmla="*/ 1392071 h 3496101"/>
                    <a:gd name="connsiteX4" fmla="*/ 771098 w 1012398"/>
                    <a:gd name="connsiteY4" fmla="*/ 1819701 h 3496101"/>
                    <a:gd name="connsiteX5" fmla="*/ 999698 w 1012398"/>
                    <a:gd name="connsiteY5" fmla="*/ 2505501 h 3496101"/>
                    <a:gd name="connsiteX6" fmla="*/ 847298 w 1012398"/>
                    <a:gd name="connsiteY6" fmla="*/ 3115101 h 3496101"/>
                    <a:gd name="connsiteX7" fmla="*/ 847298 w 1012398"/>
                    <a:gd name="connsiteY7" fmla="*/ 3496101 h 3496101"/>
                    <a:gd name="connsiteX0" fmla="*/ 243385 w 1012398"/>
                    <a:gd name="connsiteY0" fmla="*/ 0 h 3496101"/>
                    <a:gd name="connsiteX1" fmla="*/ 243385 w 1012398"/>
                    <a:gd name="connsiteY1" fmla="*/ 627797 h 3496101"/>
                    <a:gd name="connsiteX2" fmla="*/ 9098 w 1012398"/>
                    <a:gd name="connsiteY2" fmla="*/ 1057701 h 3496101"/>
                    <a:gd name="connsiteX3" fmla="*/ 188794 w 1012398"/>
                    <a:gd name="connsiteY3" fmla="*/ 1392071 h 3496101"/>
                    <a:gd name="connsiteX4" fmla="*/ 771098 w 1012398"/>
                    <a:gd name="connsiteY4" fmla="*/ 1819701 h 3496101"/>
                    <a:gd name="connsiteX5" fmla="*/ 999698 w 1012398"/>
                    <a:gd name="connsiteY5" fmla="*/ 2505501 h 3496101"/>
                    <a:gd name="connsiteX6" fmla="*/ 847298 w 1012398"/>
                    <a:gd name="connsiteY6" fmla="*/ 3115101 h 3496101"/>
                    <a:gd name="connsiteX7" fmla="*/ 847298 w 1012398"/>
                    <a:gd name="connsiteY7" fmla="*/ 3496101 h 3496101"/>
                    <a:gd name="connsiteX0" fmla="*/ 243385 w 1012398"/>
                    <a:gd name="connsiteY0" fmla="*/ 0 h 3572301"/>
                    <a:gd name="connsiteX1" fmla="*/ 243385 w 1012398"/>
                    <a:gd name="connsiteY1" fmla="*/ 627797 h 3572301"/>
                    <a:gd name="connsiteX2" fmla="*/ 9098 w 1012398"/>
                    <a:gd name="connsiteY2" fmla="*/ 1057701 h 3572301"/>
                    <a:gd name="connsiteX3" fmla="*/ 188794 w 1012398"/>
                    <a:gd name="connsiteY3" fmla="*/ 1392071 h 3572301"/>
                    <a:gd name="connsiteX4" fmla="*/ 771098 w 1012398"/>
                    <a:gd name="connsiteY4" fmla="*/ 1819701 h 3572301"/>
                    <a:gd name="connsiteX5" fmla="*/ 999698 w 1012398"/>
                    <a:gd name="connsiteY5" fmla="*/ 2505501 h 3572301"/>
                    <a:gd name="connsiteX6" fmla="*/ 847298 w 1012398"/>
                    <a:gd name="connsiteY6" fmla="*/ 3115101 h 3572301"/>
                    <a:gd name="connsiteX7" fmla="*/ 771098 w 1012398"/>
                    <a:gd name="connsiteY7" fmla="*/ 3572301 h 3572301"/>
                    <a:gd name="connsiteX0" fmla="*/ 243385 w 1012398"/>
                    <a:gd name="connsiteY0" fmla="*/ 0 h 3572301"/>
                    <a:gd name="connsiteX1" fmla="*/ 243385 w 1012398"/>
                    <a:gd name="connsiteY1" fmla="*/ 627797 h 3572301"/>
                    <a:gd name="connsiteX2" fmla="*/ 9098 w 1012398"/>
                    <a:gd name="connsiteY2" fmla="*/ 1057701 h 3572301"/>
                    <a:gd name="connsiteX3" fmla="*/ 188794 w 1012398"/>
                    <a:gd name="connsiteY3" fmla="*/ 1392071 h 3572301"/>
                    <a:gd name="connsiteX4" fmla="*/ 771098 w 1012398"/>
                    <a:gd name="connsiteY4" fmla="*/ 1895901 h 3572301"/>
                    <a:gd name="connsiteX5" fmla="*/ 999698 w 1012398"/>
                    <a:gd name="connsiteY5" fmla="*/ 2505501 h 3572301"/>
                    <a:gd name="connsiteX6" fmla="*/ 847298 w 1012398"/>
                    <a:gd name="connsiteY6" fmla="*/ 3115101 h 3572301"/>
                    <a:gd name="connsiteX7" fmla="*/ 771098 w 1012398"/>
                    <a:gd name="connsiteY7" fmla="*/ 3572301 h 3572301"/>
                    <a:gd name="connsiteX0" fmla="*/ 243385 w 1052014"/>
                    <a:gd name="connsiteY0" fmla="*/ 0 h 3572301"/>
                    <a:gd name="connsiteX1" fmla="*/ 243385 w 1052014"/>
                    <a:gd name="connsiteY1" fmla="*/ 627797 h 3572301"/>
                    <a:gd name="connsiteX2" fmla="*/ 9098 w 1052014"/>
                    <a:gd name="connsiteY2" fmla="*/ 1057701 h 3572301"/>
                    <a:gd name="connsiteX3" fmla="*/ 188794 w 1052014"/>
                    <a:gd name="connsiteY3" fmla="*/ 1392071 h 3572301"/>
                    <a:gd name="connsiteX4" fmla="*/ 533400 w 1052014"/>
                    <a:gd name="connsiteY4" fmla="*/ 2057400 h 3572301"/>
                    <a:gd name="connsiteX5" fmla="*/ 999698 w 1052014"/>
                    <a:gd name="connsiteY5" fmla="*/ 2505501 h 3572301"/>
                    <a:gd name="connsiteX6" fmla="*/ 847298 w 1052014"/>
                    <a:gd name="connsiteY6" fmla="*/ 3115101 h 3572301"/>
                    <a:gd name="connsiteX7" fmla="*/ 771098 w 1052014"/>
                    <a:gd name="connsiteY7" fmla="*/ 3572301 h 3572301"/>
                    <a:gd name="connsiteX0" fmla="*/ 243385 w 872698"/>
                    <a:gd name="connsiteY0" fmla="*/ 0 h 3572301"/>
                    <a:gd name="connsiteX1" fmla="*/ 243385 w 872698"/>
                    <a:gd name="connsiteY1" fmla="*/ 627797 h 3572301"/>
                    <a:gd name="connsiteX2" fmla="*/ 9098 w 872698"/>
                    <a:gd name="connsiteY2" fmla="*/ 1057701 h 3572301"/>
                    <a:gd name="connsiteX3" fmla="*/ 188794 w 872698"/>
                    <a:gd name="connsiteY3" fmla="*/ 1392071 h 3572301"/>
                    <a:gd name="connsiteX4" fmla="*/ 533400 w 872698"/>
                    <a:gd name="connsiteY4" fmla="*/ 2057400 h 3572301"/>
                    <a:gd name="connsiteX5" fmla="*/ 533400 w 872698"/>
                    <a:gd name="connsiteY5" fmla="*/ 2743200 h 3572301"/>
                    <a:gd name="connsiteX6" fmla="*/ 847298 w 872698"/>
                    <a:gd name="connsiteY6" fmla="*/ 3115101 h 3572301"/>
                    <a:gd name="connsiteX7" fmla="*/ 771098 w 872698"/>
                    <a:gd name="connsiteY7" fmla="*/ 3572301 h 3572301"/>
                    <a:gd name="connsiteX0" fmla="*/ 243385 w 771098"/>
                    <a:gd name="connsiteY0" fmla="*/ 0 h 3572301"/>
                    <a:gd name="connsiteX1" fmla="*/ 243385 w 771098"/>
                    <a:gd name="connsiteY1" fmla="*/ 627797 h 3572301"/>
                    <a:gd name="connsiteX2" fmla="*/ 9098 w 771098"/>
                    <a:gd name="connsiteY2" fmla="*/ 1057701 h 3572301"/>
                    <a:gd name="connsiteX3" fmla="*/ 188794 w 771098"/>
                    <a:gd name="connsiteY3" fmla="*/ 1392071 h 3572301"/>
                    <a:gd name="connsiteX4" fmla="*/ 533400 w 771098"/>
                    <a:gd name="connsiteY4" fmla="*/ 2057400 h 3572301"/>
                    <a:gd name="connsiteX5" fmla="*/ 533400 w 771098"/>
                    <a:gd name="connsiteY5" fmla="*/ 2743200 h 3572301"/>
                    <a:gd name="connsiteX6" fmla="*/ 533400 w 771098"/>
                    <a:gd name="connsiteY6" fmla="*/ 3200400 h 3572301"/>
                    <a:gd name="connsiteX7" fmla="*/ 771098 w 771098"/>
                    <a:gd name="connsiteY7" fmla="*/ 3572301 h 3572301"/>
                    <a:gd name="connsiteX0" fmla="*/ 243385 w 590834"/>
                    <a:gd name="connsiteY0" fmla="*/ 0 h 3733800"/>
                    <a:gd name="connsiteX1" fmla="*/ 243385 w 590834"/>
                    <a:gd name="connsiteY1" fmla="*/ 627797 h 3733800"/>
                    <a:gd name="connsiteX2" fmla="*/ 9098 w 590834"/>
                    <a:gd name="connsiteY2" fmla="*/ 1057701 h 3733800"/>
                    <a:gd name="connsiteX3" fmla="*/ 188794 w 590834"/>
                    <a:gd name="connsiteY3" fmla="*/ 1392071 h 3733800"/>
                    <a:gd name="connsiteX4" fmla="*/ 533400 w 590834"/>
                    <a:gd name="connsiteY4" fmla="*/ 2057400 h 3733800"/>
                    <a:gd name="connsiteX5" fmla="*/ 533400 w 590834"/>
                    <a:gd name="connsiteY5" fmla="*/ 2743200 h 3733800"/>
                    <a:gd name="connsiteX6" fmla="*/ 533400 w 590834"/>
                    <a:gd name="connsiteY6" fmla="*/ 3200400 h 3733800"/>
                    <a:gd name="connsiteX7" fmla="*/ 381000 w 590834"/>
                    <a:gd name="connsiteY7" fmla="*/ 3733800 h 3733800"/>
                    <a:gd name="connsiteX0" fmla="*/ 118091 w 465540"/>
                    <a:gd name="connsiteY0" fmla="*/ 0 h 3733800"/>
                    <a:gd name="connsiteX1" fmla="*/ 118091 w 465540"/>
                    <a:gd name="connsiteY1" fmla="*/ 627797 h 3733800"/>
                    <a:gd name="connsiteX2" fmla="*/ 27106 w 465540"/>
                    <a:gd name="connsiteY2" fmla="*/ 1219199 h 3733800"/>
                    <a:gd name="connsiteX3" fmla="*/ 63500 w 465540"/>
                    <a:gd name="connsiteY3" fmla="*/ 1392071 h 3733800"/>
                    <a:gd name="connsiteX4" fmla="*/ 408106 w 465540"/>
                    <a:gd name="connsiteY4" fmla="*/ 2057400 h 3733800"/>
                    <a:gd name="connsiteX5" fmla="*/ 408106 w 465540"/>
                    <a:gd name="connsiteY5" fmla="*/ 2743200 h 3733800"/>
                    <a:gd name="connsiteX6" fmla="*/ 408106 w 465540"/>
                    <a:gd name="connsiteY6" fmla="*/ 3200400 h 3733800"/>
                    <a:gd name="connsiteX7" fmla="*/ 255706 w 465540"/>
                    <a:gd name="connsiteY7" fmla="*/ 3733800 h 3733800"/>
                    <a:gd name="connsiteX0" fmla="*/ 100083 w 415498"/>
                    <a:gd name="connsiteY0" fmla="*/ 0 h 3733800"/>
                    <a:gd name="connsiteX1" fmla="*/ 100083 w 415498"/>
                    <a:gd name="connsiteY1" fmla="*/ 627797 h 3733800"/>
                    <a:gd name="connsiteX2" fmla="*/ 9098 w 415498"/>
                    <a:gd name="connsiteY2" fmla="*/ 1219199 h 3733800"/>
                    <a:gd name="connsiteX3" fmla="*/ 45492 w 415498"/>
                    <a:gd name="connsiteY3" fmla="*/ 1392071 h 3733800"/>
                    <a:gd name="connsiteX4" fmla="*/ 237698 w 415498"/>
                    <a:gd name="connsiteY4" fmla="*/ 1752599 h 3733800"/>
                    <a:gd name="connsiteX5" fmla="*/ 390098 w 415498"/>
                    <a:gd name="connsiteY5" fmla="*/ 2057400 h 3733800"/>
                    <a:gd name="connsiteX6" fmla="*/ 390098 w 415498"/>
                    <a:gd name="connsiteY6" fmla="*/ 2743200 h 3733800"/>
                    <a:gd name="connsiteX7" fmla="*/ 390098 w 415498"/>
                    <a:gd name="connsiteY7" fmla="*/ 3200400 h 3733800"/>
                    <a:gd name="connsiteX8" fmla="*/ 237698 w 415498"/>
                    <a:gd name="connsiteY8" fmla="*/ 3733800 h 3733800"/>
                    <a:gd name="connsiteX0" fmla="*/ 100083 w 491698"/>
                    <a:gd name="connsiteY0" fmla="*/ 0 h 3733800"/>
                    <a:gd name="connsiteX1" fmla="*/ 100083 w 491698"/>
                    <a:gd name="connsiteY1" fmla="*/ 627797 h 3733800"/>
                    <a:gd name="connsiteX2" fmla="*/ 9098 w 491698"/>
                    <a:gd name="connsiteY2" fmla="*/ 1219199 h 3733800"/>
                    <a:gd name="connsiteX3" fmla="*/ 45492 w 491698"/>
                    <a:gd name="connsiteY3" fmla="*/ 1392071 h 3733800"/>
                    <a:gd name="connsiteX4" fmla="*/ 237698 w 491698"/>
                    <a:gd name="connsiteY4" fmla="*/ 1752599 h 3733800"/>
                    <a:gd name="connsiteX5" fmla="*/ 390098 w 491698"/>
                    <a:gd name="connsiteY5" fmla="*/ 2057400 h 3733800"/>
                    <a:gd name="connsiteX6" fmla="*/ 491698 w 491698"/>
                    <a:gd name="connsiteY6" fmla="*/ 2743200 h 3733800"/>
                    <a:gd name="connsiteX7" fmla="*/ 390098 w 491698"/>
                    <a:gd name="connsiteY7" fmla="*/ 3200400 h 3733800"/>
                    <a:gd name="connsiteX8" fmla="*/ 237698 w 491698"/>
                    <a:gd name="connsiteY8" fmla="*/ 3733800 h 3733800"/>
                    <a:gd name="connsiteX0" fmla="*/ 100083 w 491698"/>
                    <a:gd name="connsiteY0" fmla="*/ 0 h 3733800"/>
                    <a:gd name="connsiteX1" fmla="*/ 100083 w 491698"/>
                    <a:gd name="connsiteY1" fmla="*/ 627797 h 3733800"/>
                    <a:gd name="connsiteX2" fmla="*/ 9098 w 491698"/>
                    <a:gd name="connsiteY2" fmla="*/ 1219199 h 3733800"/>
                    <a:gd name="connsiteX3" fmla="*/ 45492 w 491698"/>
                    <a:gd name="connsiteY3" fmla="*/ 1392071 h 3733800"/>
                    <a:gd name="connsiteX4" fmla="*/ 237698 w 491698"/>
                    <a:gd name="connsiteY4" fmla="*/ 1752599 h 3733800"/>
                    <a:gd name="connsiteX5" fmla="*/ 390098 w 491698"/>
                    <a:gd name="connsiteY5" fmla="*/ 2057400 h 3733800"/>
                    <a:gd name="connsiteX6" fmla="*/ 491698 w 491698"/>
                    <a:gd name="connsiteY6" fmla="*/ 2743200 h 3733800"/>
                    <a:gd name="connsiteX7" fmla="*/ 390098 w 491698"/>
                    <a:gd name="connsiteY7" fmla="*/ 3200400 h 3733800"/>
                    <a:gd name="connsiteX8" fmla="*/ 339298 w 491698"/>
                    <a:gd name="connsiteY8" fmla="*/ 3733800 h 3733800"/>
                    <a:gd name="connsiteX0" fmla="*/ 100083 w 517098"/>
                    <a:gd name="connsiteY0" fmla="*/ 0 h 3733800"/>
                    <a:gd name="connsiteX1" fmla="*/ 100083 w 517098"/>
                    <a:gd name="connsiteY1" fmla="*/ 627797 h 3733800"/>
                    <a:gd name="connsiteX2" fmla="*/ 9098 w 517098"/>
                    <a:gd name="connsiteY2" fmla="*/ 1219199 h 3733800"/>
                    <a:gd name="connsiteX3" fmla="*/ 45492 w 517098"/>
                    <a:gd name="connsiteY3" fmla="*/ 1392071 h 3733800"/>
                    <a:gd name="connsiteX4" fmla="*/ 237698 w 517098"/>
                    <a:gd name="connsiteY4" fmla="*/ 1752599 h 3733800"/>
                    <a:gd name="connsiteX5" fmla="*/ 390098 w 517098"/>
                    <a:gd name="connsiteY5" fmla="*/ 2057400 h 3733800"/>
                    <a:gd name="connsiteX6" fmla="*/ 491698 w 517098"/>
                    <a:gd name="connsiteY6" fmla="*/ 2743200 h 3733800"/>
                    <a:gd name="connsiteX7" fmla="*/ 491698 w 517098"/>
                    <a:gd name="connsiteY7" fmla="*/ 3200400 h 3733800"/>
                    <a:gd name="connsiteX8" fmla="*/ 339298 w 517098"/>
                    <a:gd name="connsiteY8" fmla="*/ 3733800 h 3733800"/>
                    <a:gd name="connsiteX0" fmla="*/ 100083 w 500165"/>
                    <a:gd name="connsiteY0" fmla="*/ 0 h 3733800"/>
                    <a:gd name="connsiteX1" fmla="*/ 100083 w 500165"/>
                    <a:gd name="connsiteY1" fmla="*/ 627797 h 3733800"/>
                    <a:gd name="connsiteX2" fmla="*/ 9098 w 500165"/>
                    <a:gd name="connsiteY2" fmla="*/ 1219199 h 3733800"/>
                    <a:gd name="connsiteX3" fmla="*/ 45492 w 500165"/>
                    <a:gd name="connsiteY3" fmla="*/ 1392071 h 3733800"/>
                    <a:gd name="connsiteX4" fmla="*/ 237698 w 500165"/>
                    <a:gd name="connsiteY4" fmla="*/ 1752599 h 3733800"/>
                    <a:gd name="connsiteX5" fmla="*/ 390098 w 500165"/>
                    <a:gd name="connsiteY5" fmla="*/ 2057400 h 3733800"/>
                    <a:gd name="connsiteX6" fmla="*/ 491698 w 500165"/>
                    <a:gd name="connsiteY6" fmla="*/ 2743200 h 3733800"/>
                    <a:gd name="connsiteX7" fmla="*/ 440898 w 500165"/>
                    <a:gd name="connsiteY7" fmla="*/ 3276600 h 3733800"/>
                    <a:gd name="connsiteX8" fmla="*/ 339298 w 500165"/>
                    <a:gd name="connsiteY8" fmla="*/ 3733800 h 3733800"/>
                    <a:gd name="connsiteX0" fmla="*/ 100083 w 525566"/>
                    <a:gd name="connsiteY0" fmla="*/ 0 h 3733800"/>
                    <a:gd name="connsiteX1" fmla="*/ 100083 w 525566"/>
                    <a:gd name="connsiteY1" fmla="*/ 627797 h 3733800"/>
                    <a:gd name="connsiteX2" fmla="*/ 9098 w 525566"/>
                    <a:gd name="connsiteY2" fmla="*/ 1219199 h 3733800"/>
                    <a:gd name="connsiteX3" fmla="*/ 45492 w 525566"/>
                    <a:gd name="connsiteY3" fmla="*/ 1392071 h 3733800"/>
                    <a:gd name="connsiteX4" fmla="*/ 237698 w 525566"/>
                    <a:gd name="connsiteY4" fmla="*/ 1752599 h 3733800"/>
                    <a:gd name="connsiteX5" fmla="*/ 390098 w 525566"/>
                    <a:gd name="connsiteY5" fmla="*/ 2057400 h 3733800"/>
                    <a:gd name="connsiteX6" fmla="*/ 517099 w 525566"/>
                    <a:gd name="connsiteY6" fmla="*/ 2743200 h 3733800"/>
                    <a:gd name="connsiteX7" fmla="*/ 440898 w 525566"/>
                    <a:gd name="connsiteY7" fmla="*/ 3276600 h 3733800"/>
                    <a:gd name="connsiteX8" fmla="*/ 339298 w 525566"/>
                    <a:gd name="connsiteY8" fmla="*/ 3733800 h 3733800"/>
                    <a:gd name="connsiteX0" fmla="*/ 100083 w 466298"/>
                    <a:gd name="connsiteY0" fmla="*/ 0 h 3733800"/>
                    <a:gd name="connsiteX1" fmla="*/ 100083 w 466298"/>
                    <a:gd name="connsiteY1" fmla="*/ 627797 h 3733800"/>
                    <a:gd name="connsiteX2" fmla="*/ 9098 w 466298"/>
                    <a:gd name="connsiteY2" fmla="*/ 1219199 h 3733800"/>
                    <a:gd name="connsiteX3" fmla="*/ 45492 w 466298"/>
                    <a:gd name="connsiteY3" fmla="*/ 1392071 h 3733800"/>
                    <a:gd name="connsiteX4" fmla="*/ 237698 w 466298"/>
                    <a:gd name="connsiteY4" fmla="*/ 1752599 h 3733800"/>
                    <a:gd name="connsiteX5" fmla="*/ 390098 w 466298"/>
                    <a:gd name="connsiteY5" fmla="*/ 2057400 h 3733800"/>
                    <a:gd name="connsiteX6" fmla="*/ 440898 w 466298"/>
                    <a:gd name="connsiteY6" fmla="*/ 2743200 h 3733800"/>
                    <a:gd name="connsiteX7" fmla="*/ 440898 w 466298"/>
                    <a:gd name="connsiteY7" fmla="*/ 3276600 h 3733800"/>
                    <a:gd name="connsiteX8" fmla="*/ 339298 w 466298"/>
                    <a:gd name="connsiteY8" fmla="*/ 3733800 h 3733800"/>
                    <a:gd name="connsiteX0" fmla="*/ 100083 w 445131"/>
                    <a:gd name="connsiteY0" fmla="*/ 0 h 3733800"/>
                    <a:gd name="connsiteX1" fmla="*/ 100083 w 445131"/>
                    <a:gd name="connsiteY1" fmla="*/ 627797 h 3733800"/>
                    <a:gd name="connsiteX2" fmla="*/ 9098 w 445131"/>
                    <a:gd name="connsiteY2" fmla="*/ 1219199 h 3733800"/>
                    <a:gd name="connsiteX3" fmla="*/ 45492 w 445131"/>
                    <a:gd name="connsiteY3" fmla="*/ 1392071 h 3733800"/>
                    <a:gd name="connsiteX4" fmla="*/ 237698 w 445131"/>
                    <a:gd name="connsiteY4" fmla="*/ 1752599 h 3733800"/>
                    <a:gd name="connsiteX5" fmla="*/ 390098 w 445131"/>
                    <a:gd name="connsiteY5" fmla="*/ 2057400 h 3733800"/>
                    <a:gd name="connsiteX6" fmla="*/ 440898 w 445131"/>
                    <a:gd name="connsiteY6" fmla="*/ 2743200 h 3733800"/>
                    <a:gd name="connsiteX7" fmla="*/ 364698 w 445131"/>
                    <a:gd name="connsiteY7" fmla="*/ 3276600 h 3733800"/>
                    <a:gd name="connsiteX8" fmla="*/ 339298 w 445131"/>
                    <a:gd name="connsiteY8" fmla="*/ 3733800 h 3733800"/>
                    <a:gd name="connsiteX0" fmla="*/ 100083 w 445131"/>
                    <a:gd name="connsiteY0" fmla="*/ 0 h 3733800"/>
                    <a:gd name="connsiteX1" fmla="*/ 100083 w 445131"/>
                    <a:gd name="connsiteY1" fmla="*/ 627797 h 3733800"/>
                    <a:gd name="connsiteX2" fmla="*/ 9098 w 445131"/>
                    <a:gd name="connsiteY2" fmla="*/ 1219199 h 3733800"/>
                    <a:gd name="connsiteX3" fmla="*/ 45492 w 445131"/>
                    <a:gd name="connsiteY3" fmla="*/ 1392071 h 3733800"/>
                    <a:gd name="connsiteX4" fmla="*/ 237698 w 445131"/>
                    <a:gd name="connsiteY4" fmla="*/ 1752599 h 3733800"/>
                    <a:gd name="connsiteX5" fmla="*/ 390098 w 445131"/>
                    <a:gd name="connsiteY5" fmla="*/ 2057400 h 3733800"/>
                    <a:gd name="connsiteX6" fmla="*/ 440898 w 445131"/>
                    <a:gd name="connsiteY6" fmla="*/ 2743200 h 3733800"/>
                    <a:gd name="connsiteX7" fmla="*/ 364698 w 445131"/>
                    <a:gd name="connsiteY7" fmla="*/ 3276600 h 3733800"/>
                    <a:gd name="connsiteX8" fmla="*/ 288499 w 445131"/>
                    <a:gd name="connsiteY8" fmla="*/ 3733800 h 3733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45131" h="3733800">
                      <a:moveTo>
                        <a:pt x="100083" y="0"/>
                      </a:moveTo>
                      <a:cubicBezTo>
                        <a:pt x="114868" y="232012"/>
                        <a:pt x="115247" y="424597"/>
                        <a:pt x="100083" y="627797"/>
                      </a:cubicBezTo>
                      <a:cubicBezTo>
                        <a:pt x="84919" y="830997"/>
                        <a:pt x="18196" y="1091820"/>
                        <a:pt x="9098" y="1219199"/>
                      </a:cubicBezTo>
                      <a:cubicBezTo>
                        <a:pt x="0" y="1346578"/>
                        <a:pt x="7392" y="1303171"/>
                        <a:pt x="45492" y="1392071"/>
                      </a:cubicBezTo>
                      <a:cubicBezTo>
                        <a:pt x="83592" y="1480971"/>
                        <a:pt x="180264" y="1641711"/>
                        <a:pt x="237698" y="1752599"/>
                      </a:cubicBezTo>
                      <a:cubicBezTo>
                        <a:pt x="295132" y="1863487"/>
                        <a:pt x="356231" y="1892300"/>
                        <a:pt x="390098" y="2057400"/>
                      </a:cubicBezTo>
                      <a:cubicBezTo>
                        <a:pt x="423965" y="2222500"/>
                        <a:pt x="445131" y="2540000"/>
                        <a:pt x="440898" y="2743200"/>
                      </a:cubicBezTo>
                      <a:cubicBezTo>
                        <a:pt x="436665" y="2946400"/>
                        <a:pt x="390098" y="3111500"/>
                        <a:pt x="364698" y="3276600"/>
                      </a:cubicBezTo>
                      <a:cubicBezTo>
                        <a:pt x="239214" y="3441700"/>
                        <a:pt x="286035" y="3684706"/>
                        <a:pt x="288499" y="3733800"/>
                      </a:cubicBezTo>
                    </a:path>
                  </a:pathLst>
                </a:custGeom>
                <a:ln w="25400">
                  <a:solidFill>
                    <a:schemeClr val="accent4">
                      <a:lumMod val="75000"/>
                    </a:schemeClr>
                  </a:solidFill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Freeform 39"/>
                <p:cNvSpPr/>
                <p:nvPr/>
              </p:nvSpPr>
              <p:spPr>
                <a:xfrm>
                  <a:off x="4038600" y="1295400"/>
                  <a:ext cx="395847" cy="3657600"/>
                </a:xfrm>
                <a:custGeom>
                  <a:avLst/>
                  <a:gdLst>
                    <a:gd name="connsiteX0" fmla="*/ 186519 w 1171432"/>
                    <a:gd name="connsiteY0" fmla="*/ 0 h 3343701"/>
                    <a:gd name="connsiteX1" fmla="*/ 186519 w 1171432"/>
                    <a:gd name="connsiteY1" fmla="*/ 627797 h 3343701"/>
                    <a:gd name="connsiteX2" fmla="*/ 9098 w 1171432"/>
                    <a:gd name="connsiteY2" fmla="*/ 982639 h 3343701"/>
                    <a:gd name="connsiteX3" fmla="*/ 131928 w 1171432"/>
                    <a:gd name="connsiteY3" fmla="*/ 1392071 h 3343701"/>
                    <a:gd name="connsiteX4" fmla="*/ 787020 w 1171432"/>
                    <a:gd name="connsiteY4" fmla="*/ 1774209 h 3343701"/>
                    <a:gd name="connsiteX5" fmla="*/ 1114566 w 1171432"/>
                    <a:gd name="connsiteY5" fmla="*/ 2197289 h 3343701"/>
                    <a:gd name="connsiteX6" fmla="*/ 1128214 w 1171432"/>
                    <a:gd name="connsiteY6" fmla="*/ 3343701 h 3343701"/>
                    <a:gd name="connsiteX0" fmla="*/ 186519 w 1183563"/>
                    <a:gd name="connsiteY0" fmla="*/ 0 h 3343701"/>
                    <a:gd name="connsiteX1" fmla="*/ 186519 w 1183563"/>
                    <a:gd name="connsiteY1" fmla="*/ 627797 h 3343701"/>
                    <a:gd name="connsiteX2" fmla="*/ 9098 w 1183563"/>
                    <a:gd name="connsiteY2" fmla="*/ 982639 h 3343701"/>
                    <a:gd name="connsiteX3" fmla="*/ 131928 w 1183563"/>
                    <a:gd name="connsiteY3" fmla="*/ 1392071 h 3343701"/>
                    <a:gd name="connsiteX4" fmla="*/ 714232 w 1183563"/>
                    <a:gd name="connsiteY4" fmla="*/ 1819701 h 3343701"/>
                    <a:gd name="connsiteX5" fmla="*/ 1114566 w 1183563"/>
                    <a:gd name="connsiteY5" fmla="*/ 2197289 h 3343701"/>
                    <a:gd name="connsiteX6" fmla="*/ 1128214 w 118356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1019032 w 1149823"/>
                    <a:gd name="connsiteY5" fmla="*/ 2353101 h 3343701"/>
                    <a:gd name="connsiteX6" fmla="*/ 1128214 w 114982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942832 w 1149823"/>
                    <a:gd name="connsiteY5" fmla="*/ 2429301 h 3343701"/>
                    <a:gd name="connsiteX6" fmla="*/ 1128214 w 114982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942832 w 1149823"/>
                    <a:gd name="connsiteY5" fmla="*/ 2429301 h 3343701"/>
                    <a:gd name="connsiteX6" fmla="*/ 1128214 w 1149823"/>
                    <a:gd name="connsiteY6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10190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10190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9428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019032"/>
                    <a:gd name="connsiteY0" fmla="*/ 0 h 3419901"/>
                    <a:gd name="connsiteX1" fmla="*/ 186519 w 1019032"/>
                    <a:gd name="connsiteY1" fmla="*/ 627797 h 3419901"/>
                    <a:gd name="connsiteX2" fmla="*/ 9098 w 1019032"/>
                    <a:gd name="connsiteY2" fmla="*/ 982639 h 3419901"/>
                    <a:gd name="connsiteX3" fmla="*/ 131928 w 1019032"/>
                    <a:gd name="connsiteY3" fmla="*/ 1392071 h 3419901"/>
                    <a:gd name="connsiteX4" fmla="*/ 714232 w 1019032"/>
                    <a:gd name="connsiteY4" fmla="*/ 1819701 h 3419901"/>
                    <a:gd name="connsiteX5" fmla="*/ 942832 w 1019032"/>
                    <a:gd name="connsiteY5" fmla="*/ 2429301 h 3419901"/>
                    <a:gd name="connsiteX6" fmla="*/ 942832 w 1019032"/>
                    <a:gd name="connsiteY6" fmla="*/ 3115101 h 3419901"/>
                    <a:gd name="connsiteX7" fmla="*/ 1019032 w 1019032"/>
                    <a:gd name="connsiteY7" fmla="*/ 3419901 h 3419901"/>
                    <a:gd name="connsiteX0" fmla="*/ 186519 w 980932"/>
                    <a:gd name="connsiteY0" fmla="*/ 0 h 3419901"/>
                    <a:gd name="connsiteX1" fmla="*/ 186519 w 980932"/>
                    <a:gd name="connsiteY1" fmla="*/ 627797 h 3419901"/>
                    <a:gd name="connsiteX2" fmla="*/ 9098 w 980932"/>
                    <a:gd name="connsiteY2" fmla="*/ 982639 h 3419901"/>
                    <a:gd name="connsiteX3" fmla="*/ 131928 w 980932"/>
                    <a:gd name="connsiteY3" fmla="*/ 1392071 h 3419901"/>
                    <a:gd name="connsiteX4" fmla="*/ 714232 w 980932"/>
                    <a:gd name="connsiteY4" fmla="*/ 1819701 h 3419901"/>
                    <a:gd name="connsiteX5" fmla="*/ 942832 w 980932"/>
                    <a:gd name="connsiteY5" fmla="*/ 2429301 h 3419901"/>
                    <a:gd name="connsiteX6" fmla="*/ 942832 w 980932"/>
                    <a:gd name="connsiteY6" fmla="*/ 3115101 h 3419901"/>
                    <a:gd name="connsiteX7" fmla="*/ 942832 w 980932"/>
                    <a:gd name="connsiteY7" fmla="*/ 3419901 h 3419901"/>
                    <a:gd name="connsiteX0" fmla="*/ 186519 w 980932"/>
                    <a:gd name="connsiteY0" fmla="*/ 0 h 3419901"/>
                    <a:gd name="connsiteX1" fmla="*/ 186519 w 980932"/>
                    <a:gd name="connsiteY1" fmla="*/ 627797 h 3419901"/>
                    <a:gd name="connsiteX2" fmla="*/ 9098 w 980932"/>
                    <a:gd name="connsiteY2" fmla="*/ 982639 h 3419901"/>
                    <a:gd name="connsiteX3" fmla="*/ 131928 w 980932"/>
                    <a:gd name="connsiteY3" fmla="*/ 1392071 h 3419901"/>
                    <a:gd name="connsiteX4" fmla="*/ 714232 w 980932"/>
                    <a:gd name="connsiteY4" fmla="*/ 1819701 h 3419901"/>
                    <a:gd name="connsiteX5" fmla="*/ 942832 w 980932"/>
                    <a:gd name="connsiteY5" fmla="*/ 2505501 h 3419901"/>
                    <a:gd name="connsiteX6" fmla="*/ 942832 w 980932"/>
                    <a:gd name="connsiteY6" fmla="*/ 3115101 h 3419901"/>
                    <a:gd name="connsiteX7" fmla="*/ 942832 w 980932"/>
                    <a:gd name="connsiteY7" fmla="*/ 3419901 h 3419901"/>
                    <a:gd name="connsiteX0" fmla="*/ 186519 w 955532"/>
                    <a:gd name="connsiteY0" fmla="*/ 0 h 3419901"/>
                    <a:gd name="connsiteX1" fmla="*/ 186519 w 955532"/>
                    <a:gd name="connsiteY1" fmla="*/ 627797 h 3419901"/>
                    <a:gd name="connsiteX2" fmla="*/ 9098 w 955532"/>
                    <a:gd name="connsiteY2" fmla="*/ 982639 h 3419901"/>
                    <a:gd name="connsiteX3" fmla="*/ 131928 w 955532"/>
                    <a:gd name="connsiteY3" fmla="*/ 1392071 h 3419901"/>
                    <a:gd name="connsiteX4" fmla="*/ 714232 w 955532"/>
                    <a:gd name="connsiteY4" fmla="*/ 1819701 h 3419901"/>
                    <a:gd name="connsiteX5" fmla="*/ 942832 w 955532"/>
                    <a:gd name="connsiteY5" fmla="*/ 2505501 h 3419901"/>
                    <a:gd name="connsiteX6" fmla="*/ 790432 w 955532"/>
                    <a:gd name="connsiteY6" fmla="*/ 3115101 h 3419901"/>
                    <a:gd name="connsiteX7" fmla="*/ 942832 w 955532"/>
                    <a:gd name="connsiteY7" fmla="*/ 3419901 h 3419901"/>
                    <a:gd name="connsiteX0" fmla="*/ 186519 w 955532"/>
                    <a:gd name="connsiteY0" fmla="*/ 0 h 3496101"/>
                    <a:gd name="connsiteX1" fmla="*/ 186519 w 955532"/>
                    <a:gd name="connsiteY1" fmla="*/ 627797 h 3496101"/>
                    <a:gd name="connsiteX2" fmla="*/ 9098 w 955532"/>
                    <a:gd name="connsiteY2" fmla="*/ 982639 h 3496101"/>
                    <a:gd name="connsiteX3" fmla="*/ 131928 w 955532"/>
                    <a:gd name="connsiteY3" fmla="*/ 1392071 h 3496101"/>
                    <a:gd name="connsiteX4" fmla="*/ 714232 w 955532"/>
                    <a:gd name="connsiteY4" fmla="*/ 1819701 h 3496101"/>
                    <a:gd name="connsiteX5" fmla="*/ 942832 w 955532"/>
                    <a:gd name="connsiteY5" fmla="*/ 2505501 h 3496101"/>
                    <a:gd name="connsiteX6" fmla="*/ 790432 w 955532"/>
                    <a:gd name="connsiteY6" fmla="*/ 3115101 h 3496101"/>
                    <a:gd name="connsiteX7" fmla="*/ 790432 w 955532"/>
                    <a:gd name="connsiteY7" fmla="*/ 3496101 h 3496101"/>
                    <a:gd name="connsiteX0" fmla="*/ 319585 w 1088598"/>
                    <a:gd name="connsiteY0" fmla="*/ 0 h 3496101"/>
                    <a:gd name="connsiteX1" fmla="*/ 319585 w 1088598"/>
                    <a:gd name="connsiteY1" fmla="*/ 627797 h 3496101"/>
                    <a:gd name="connsiteX2" fmla="*/ 9098 w 1088598"/>
                    <a:gd name="connsiteY2" fmla="*/ 981501 h 3496101"/>
                    <a:gd name="connsiteX3" fmla="*/ 264994 w 1088598"/>
                    <a:gd name="connsiteY3" fmla="*/ 1392071 h 3496101"/>
                    <a:gd name="connsiteX4" fmla="*/ 847298 w 1088598"/>
                    <a:gd name="connsiteY4" fmla="*/ 1819701 h 3496101"/>
                    <a:gd name="connsiteX5" fmla="*/ 1075898 w 1088598"/>
                    <a:gd name="connsiteY5" fmla="*/ 2505501 h 3496101"/>
                    <a:gd name="connsiteX6" fmla="*/ 923498 w 1088598"/>
                    <a:gd name="connsiteY6" fmla="*/ 3115101 h 3496101"/>
                    <a:gd name="connsiteX7" fmla="*/ 923498 w 1088598"/>
                    <a:gd name="connsiteY7" fmla="*/ 3496101 h 3496101"/>
                    <a:gd name="connsiteX0" fmla="*/ 168891 w 937904"/>
                    <a:gd name="connsiteY0" fmla="*/ 0 h 3496101"/>
                    <a:gd name="connsiteX1" fmla="*/ 168891 w 937904"/>
                    <a:gd name="connsiteY1" fmla="*/ 627797 h 3496101"/>
                    <a:gd name="connsiteX2" fmla="*/ 10804 w 937904"/>
                    <a:gd name="connsiteY2" fmla="*/ 1057701 h 3496101"/>
                    <a:gd name="connsiteX3" fmla="*/ 114300 w 937904"/>
                    <a:gd name="connsiteY3" fmla="*/ 1392071 h 3496101"/>
                    <a:gd name="connsiteX4" fmla="*/ 696604 w 937904"/>
                    <a:gd name="connsiteY4" fmla="*/ 1819701 h 3496101"/>
                    <a:gd name="connsiteX5" fmla="*/ 925204 w 937904"/>
                    <a:gd name="connsiteY5" fmla="*/ 2505501 h 3496101"/>
                    <a:gd name="connsiteX6" fmla="*/ 772804 w 937904"/>
                    <a:gd name="connsiteY6" fmla="*/ 3115101 h 3496101"/>
                    <a:gd name="connsiteX7" fmla="*/ 772804 w 937904"/>
                    <a:gd name="connsiteY7" fmla="*/ 3496101 h 3496101"/>
                    <a:gd name="connsiteX0" fmla="*/ 243385 w 1012398"/>
                    <a:gd name="connsiteY0" fmla="*/ 0 h 3496101"/>
                    <a:gd name="connsiteX1" fmla="*/ 243385 w 1012398"/>
                    <a:gd name="connsiteY1" fmla="*/ 627797 h 3496101"/>
                    <a:gd name="connsiteX2" fmla="*/ 9098 w 1012398"/>
                    <a:gd name="connsiteY2" fmla="*/ 1057701 h 3496101"/>
                    <a:gd name="connsiteX3" fmla="*/ 188794 w 1012398"/>
                    <a:gd name="connsiteY3" fmla="*/ 1392071 h 3496101"/>
                    <a:gd name="connsiteX4" fmla="*/ 771098 w 1012398"/>
                    <a:gd name="connsiteY4" fmla="*/ 1819701 h 3496101"/>
                    <a:gd name="connsiteX5" fmla="*/ 999698 w 1012398"/>
                    <a:gd name="connsiteY5" fmla="*/ 2505501 h 3496101"/>
                    <a:gd name="connsiteX6" fmla="*/ 847298 w 1012398"/>
                    <a:gd name="connsiteY6" fmla="*/ 3115101 h 3496101"/>
                    <a:gd name="connsiteX7" fmla="*/ 847298 w 1012398"/>
                    <a:gd name="connsiteY7" fmla="*/ 3496101 h 3496101"/>
                    <a:gd name="connsiteX0" fmla="*/ 243385 w 1012398"/>
                    <a:gd name="connsiteY0" fmla="*/ 0 h 3496101"/>
                    <a:gd name="connsiteX1" fmla="*/ 243385 w 1012398"/>
                    <a:gd name="connsiteY1" fmla="*/ 627797 h 3496101"/>
                    <a:gd name="connsiteX2" fmla="*/ 9098 w 1012398"/>
                    <a:gd name="connsiteY2" fmla="*/ 1057701 h 3496101"/>
                    <a:gd name="connsiteX3" fmla="*/ 188794 w 1012398"/>
                    <a:gd name="connsiteY3" fmla="*/ 1392071 h 3496101"/>
                    <a:gd name="connsiteX4" fmla="*/ 771098 w 1012398"/>
                    <a:gd name="connsiteY4" fmla="*/ 1819701 h 3496101"/>
                    <a:gd name="connsiteX5" fmla="*/ 999698 w 1012398"/>
                    <a:gd name="connsiteY5" fmla="*/ 2505501 h 3496101"/>
                    <a:gd name="connsiteX6" fmla="*/ 847298 w 1012398"/>
                    <a:gd name="connsiteY6" fmla="*/ 3115101 h 3496101"/>
                    <a:gd name="connsiteX7" fmla="*/ 847298 w 1012398"/>
                    <a:gd name="connsiteY7" fmla="*/ 3496101 h 3496101"/>
                    <a:gd name="connsiteX0" fmla="*/ 243385 w 1012398"/>
                    <a:gd name="connsiteY0" fmla="*/ 0 h 3496101"/>
                    <a:gd name="connsiteX1" fmla="*/ 243385 w 1012398"/>
                    <a:gd name="connsiteY1" fmla="*/ 627797 h 3496101"/>
                    <a:gd name="connsiteX2" fmla="*/ 9098 w 1012398"/>
                    <a:gd name="connsiteY2" fmla="*/ 1057701 h 3496101"/>
                    <a:gd name="connsiteX3" fmla="*/ 188794 w 1012398"/>
                    <a:gd name="connsiteY3" fmla="*/ 1392071 h 3496101"/>
                    <a:gd name="connsiteX4" fmla="*/ 771098 w 1012398"/>
                    <a:gd name="connsiteY4" fmla="*/ 1819701 h 3496101"/>
                    <a:gd name="connsiteX5" fmla="*/ 999698 w 1012398"/>
                    <a:gd name="connsiteY5" fmla="*/ 2505501 h 3496101"/>
                    <a:gd name="connsiteX6" fmla="*/ 847298 w 1012398"/>
                    <a:gd name="connsiteY6" fmla="*/ 3115101 h 3496101"/>
                    <a:gd name="connsiteX7" fmla="*/ 847298 w 1012398"/>
                    <a:gd name="connsiteY7" fmla="*/ 3496101 h 3496101"/>
                    <a:gd name="connsiteX0" fmla="*/ 243385 w 1012398"/>
                    <a:gd name="connsiteY0" fmla="*/ 0 h 3572301"/>
                    <a:gd name="connsiteX1" fmla="*/ 243385 w 1012398"/>
                    <a:gd name="connsiteY1" fmla="*/ 627797 h 3572301"/>
                    <a:gd name="connsiteX2" fmla="*/ 9098 w 1012398"/>
                    <a:gd name="connsiteY2" fmla="*/ 1057701 h 3572301"/>
                    <a:gd name="connsiteX3" fmla="*/ 188794 w 1012398"/>
                    <a:gd name="connsiteY3" fmla="*/ 1392071 h 3572301"/>
                    <a:gd name="connsiteX4" fmla="*/ 771098 w 1012398"/>
                    <a:gd name="connsiteY4" fmla="*/ 1819701 h 3572301"/>
                    <a:gd name="connsiteX5" fmla="*/ 999698 w 1012398"/>
                    <a:gd name="connsiteY5" fmla="*/ 2505501 h 3572301"/>
                    <a:gd name="connsiteX6" fmla="*/ 847298 w 1012398"/>
                    <a:gd name="connsiteY6" fmla="*/ 3115101 h 3572301"/>
                    <a:gd name="connsiteX7" fmla="*/ 771098 w 1012398"/>
                    <a:gd name="connsiteY7" fmla="*/ 3572301 h 3572301"/>
                    <a:gd name="connsiteX0" fmla="*/ 243385 w 1012398"/>
                    <a:gd name="connsiteY0" fmla="*/ 0 h 3572301"/>
                    <a:gd name="connsiteX1" fmla="*/ 243385 w 1012398"/>
                    <a:gd name="connsiteY1" fmla="*/ 627797 h 3572301"/>
                    <a:gd name="connsiteX2" fmla="*/ 9098 w 1012398"/>
                    <a:gd name="connsiteY2" fmla="*/ 1057701 h 3572301"/>
                    <a:gd name="connsiteX3" fmla="*/ 188794 w 1012398"/>
                    <a:gd name="connsiteY3" fmla="*/ 1392071 h 3572301"/>
                    <a:gd name="connsiteX4" fmla="*/ 771098 w 1012398"/>
                    <a:gd name="connsiteY4" fmla="*/ 1895901 h 3572301"/>
                    <a:gd name="connsiteX5" fmla="*/ 999698 w 1012398"/>
                    <a:gd name="connsiteY5" fmla="*/ 2505501 h 3572301"/>
                    <a:gd name="connsiteX6" fmla="*/ 847298 w 1012398"/>
                    <a:gd name="connsiteY6" fmla="*/ 3115101 h 3572301"/>
                    <a:gd name="connsiteX7" fmla="*/ 771098 w 1012398"/>
                    <a:gd name="connsiteY7" fmla="*/ 3572301 h 3572301"/>
                    <a:gd name="connsiteX0" fmla="*/ 243385 w 1052014"/>
                    <a:gd name="connsiteY0" fmla="*/ 0 h 3572301"/>
                    <a:gd name="connsiteX1" fmla="*/ 243385 w 1052014"/>
                    <a:gd name="connsiteY1" fmla="*/ 627797 h 3572301"/>
                    <a:gd name="connsiteX2" fmla="*/ 9098 w 1052014"/>
                    <a:gd name="connsiteY2" fmla="*/ 1057701 h 3572301"/>
                    <a:gd name="connsiteX3" fmla="*/ 188794 w 1052014"/>
                    <a:gd name="connsiteY3" fmla="*/ 1392071 h 3572301"/>
                    <a:gd name="connsiteX4" fmla="*/ 533400 w 1052014"/>
                    <a:gd name="connsiteY4" fmla="*/ 2057400 h 3572301"/>
                    <a:gd name="connsiteX5" fmla="*/ 999698 w 1052014"/>
                    <a:gd name="connsiteY5" fmla="*/ 2505501 h 3572301"/>
                    <a:gd name="connsiteX6" fmla="*/ 847298 w 1052014"/>
                    <a:gd name="connsiteY6" fmla="*/ 3115101 h 3572301"/>
                    <a:gd name="connsiteX7" fmla="*/ 771098 w 1052014"/>
                    <a:gd name="connsiteY7" fmla="*/ 3572301 h 3572301"/>
                    <a:gd name="connsiteX0" fmla="*/ 243385 w 872698"/>
                    <a:gd name="connsiteY0" fmla="*/ 0 h 3572301"/>
                    <a:gd name="connsiteX1" fmla="*/ 243385 w 872698"/>
                    <a:gd name="connsiteY1" fmla="*/ 627797 h 3572301"/>
                    <a:gd name="connsiteX2" fmla="*/ 9098 w 872698"/>
                    <a:gd name="connsiteY2" fmla="*/ 1057701 h 3572301"/>
                    <a:gd name="connsiteX3" fmla="*/ 188794 w 872698"/>
                    <a:gd name="connsiteY3" fmla="*/ 1392071 h 3572301"/>
                    <a:gd name="connsiteX4" fmla="*/ 533400 w 872698"/>
                    <a:gd name="connsiteY4" fmla="*/ 2057400 h 3572301"/>
                    <a:gd name="connsiteX5" fmla="*/ 533400 w 872698"/>
                    <a:gd name="connsiteY5" fmla="*/ 2743200 h 3572301"/>
                    <a:gd name="connsiteX6" fmla="*/ 847298 w 872698"/>
                    <a:gd name="connsiteY6" fmla="*/ 3115101 h 3572301"/>
                    <a:gd name="connsiteX7" fmla="*/ 771098 w 872698"/>
                    <a:gd name="connsiteY7" fmla="*/ 3572301 h 3572301"/>
                    <a:gd name="connsiteX0" fmla="*/ 243385 w 771098"/>
                    <a:gd name="connsiteY0" fmla="*/ 0 h 3572301"/>
                    <a:gd name="connsiteX1" fmla="*/ 243385 w 771098"/>
                    <a:gd name="connsiteY1" fmla="*/ 627797 h 3572301"/>
                    <a:gd name="connsiteX2" fmla="*/ 9098 w 771098"/>
                    <a:gd name="connsiteY2" fmla="*/ 1057701 h 3572301"/>
                    <a:gd name="connsiteX3" fmla="*/ 188794 w 771098"/>
                    <a:gd name="connsiteY3" fmla="*/ 1392071 h 3572301"/>
                    <a:gd name="connsiteX4" fmla="*/ 533400 w 771098"/>
                    <a:gd name="connsiteY4" fmla="*/ 2057400 h 3572301"/>
                    <a:gd name="connsiteX5" fmla="*/ 533400 w 771098"/>
                    <a:gd name="connsiteY5" fmla="*/ 2743200 h 3572301"/>
                    <a:gd name="connsiteX6" fmla="*/ 533400 w 771098"/>
                    <a:gd name="connsiteY6" fmla="*/ 3200400 h 3572301"/>
                    <a:gd name="connsiteX7" fmla="*/ 771098 w 771098"/>
                    <a:gd name="connsiteY7" fmla="*/ 3572301 h 3572301"/>
                    <a:gd name="connsiteX0" fmla="*/ 243385 w 590834"/>
                    <a:gd name="connsiteY0" fmla="*/ 0 h 3733800"/>
                    <a:gd name="connsiteX1" fmla="*/ 243385 w 590834"/>
                    <a:gd name="connsiteY1" fmla="*/ 627797 h 3733800"/>
                    <a:gd name="connsiteX2" fmla="*/ 9098 w 590834"/>
                    <a:gd name="connsiteY2" fmla="*/ 1057701 h 3733800"/>
                    <a:gd name="connsiteX3" fmla="*/ 188794 w 590834"/>
                    <a:gd name="connsiteY3" fmla="*/ 1392071 h 3733800"/>
                    <a:gd name="connsiteX4" fmla="*/ 533400 w 590834"/>
                    <a:gd name="connsiteY4" fmla="*/ 2057400 h 3733800"/>
                    <a:gd name="connsiteX5" fmla="*/ 533400 w 590834"/>
                    <a:gd name="connsiteY5" fmla="*/ 2743200 h 3733800"/>
                    <a:gd name="connsiteX6" fmla="*/ 533400 w 590834"/>
                    <a:gd name="connsiteY6" fmla="*/ 3200400 h 3733800"/>
                    <a:gd name="connsiteX7" fmla="*/ 381000 w 590834"/>
                    <a:gd name="connsiteY7" fmla="*/ 3733800 h 3733800"/>
                    <a:gd name="connsiteX0" fmla="*/ 118091 w 465540"/>
                    <a:gd name="connsiteY0" fmla="*/ 0 h 3733800"/>
                    <a:gd name="connsiteX1" fmla="*/ 118091 w 465540"/>
                    <a:gd name="connsiteY1" fmla="*/ 627797 h 3733800"/>
                    <a:gd name="connsiteX2" fmla="*/ 27106 w 465540"/>
                    <a:gd name="connsiteY2" fmla="*/ 1219199 h 3733800"/>
                    <a:gd name="connsiteX3" fmla="*/ 63500 w 465540"/>
                    <a:gd name="connsiteY3" fmla="*/ 1392071 h 3733800"/>
                    <a:gd name="connsiteX4" fmla="*/ 408106 w 465540"/>
                    <a:gd name="connsiteY4" fmla="*/ 2057400 h 3733800"/>
                    <a:gd name="connsiteX5" fmla="*/ 408106 w 465540"/>
                    <a:gd name="connsiteY5" fmla="*/ 2743200 h 3733800"/>
                    <a:gd name="connsiteX6" fmla="*/ 408106 w 465540"/>
                    <a:gd name="connsiteY6" fmla="*/ 3200400 h 3733800"/>
                    <a:gd name="connsiteX7" fmla="*/ 255706 w 465540"/>
                    <a:gd name="connsiteY7" fmla="*/ 3733800 h 3733800"/>
                    <a:gd name="connsiteX0" fmla="*/ 100083 w 415498"/>
                    <a:gd name="connsiteY0" fmla="*/ 0 h 3733800"/>
                    <a:gd name="connsiteX1" fmla="*/ 100083 w 415498"/>
                    <a:gd name="connsiteY1" fmla="*/ 627797 h 3733800"/>
                    <a:gd name="connsiteX2" fmla="*/ 9098 w 415498"/>
                    <a:gd name="connsiteY2" fmla="*/ 1219199 h 3733800"/>
                    <a:gd name="connsiteX3" fmla="*/ 45492 w 415498"/>
                    <a:gd name="connsiteY3" fmla="*/ 1392071 h 3733800"/>
                    <a:gd name="connsiteX4" fmla="*/ 237698 w 415498"/>
                    <a:gd name="connsiteY4" fmla="*/ 1752599 h 3733800"/>
                    <a:gd name="connsiteX5" fmla="*/ 390098 w 415498"/>
                    <a:gd name="connsiteY5" fmla="*/ 2057400 h 3733800"/>
                    <a:gd name="connsiteX6" fmla="*/ 390098 w 415498"/>
                    <a:gd name="connsiteY6" fmla="*/ 2743200 h 3733800"/>
                    <a:gd name="connsiteX7" fmla="*/ 390098 w 415498"/>
                    <a:gd name="connsiteY7" fmla="*/ 3200400 h 3733800"/>
                    <a:gd name="connsiteX8" fmla="*/ 237698 w 415498"/>
                    <a:gd name="connsiteY8" fmla="*/ 3733800 h 3733800"/>
                    <a:gd name="connsiteX0" fmla="*/ 100083 w 491698"/>
                    <a:gd name="connsiteY0" fmla="*/ 0 h 3733800"/>
                    <a:gd name="connsiteX1" fmla="*/ 100083 w 491698"/>
                    <a:gd name="connsiteY1" fmla="*/ 627797 h 3733800"/>
                    <a:gd name="connsiteX2" fmla="*/ 9098 w 491698"/>
                    <a:gd name="connsiteY2" fmla="*/ 1219199 h 3733800"/>
                    <a:gd name="connsiteX3" fmla="*/ 45492 w 491698"/>
                    <a:gd name="connsiteY3" fmla="*/ 1392071 h 3733800"/>
                    <a:gd name="connsiteX4" fmla="*/ 237698 w 491698"/>
                    <a:gd name="connsiteY4" fmla="*/ 1752599 h 3733800"/>
                    <a:gd name="connsiteX5" fmla="*/ 390098 w 491698"/>
                    <a:gd name="connsiteY5" fmla="*/ 2057400 h 3733800"/>
                    <a:gd name="connsiteX6" fmla="*/ 491698 w 491698"/>
                    <a:gd name="connsiteY6" fmla="*/ 2743200 h 3733800"/>
                    <a:gd name="connsiteX7" fmla="*/ 390098 w 491698"/>
                    <a:gd name="connsiteY7" fmla="*/ 3200400 h 3733800"/>
                    <a:gd name="connsiteX8" fmla="*/ 237698 w 491698"/>
                    <a:gd name="connsiteY8" fmla="*/ 3733800 h 3733800"/>
                    <a:gd name="connsiteX0" fmla="*/ 100083 w 491698"/>
                    <a:gd name="connsiteY0" fmla="*/ 0 h 3733800"/>
                    <a:gd name="connsiteX1" fmla="*/ 100083 w 491698"/>
                    <a:gd name="connsiteY1" fmla="*/ 627797 h 3733800"/>
                    <a:gd name="connsiteX2" fmla="*/ 9098 w 491698"/>
                    <a:gd name="connsiteY2" fmla="*/ 1219199 h 3733800"/>
                    <a:gd name="connsiteX3" fmla="*/ 45492 w 491698"/>
                    <a:gd name="connsiteY3" fmla="*/ 1392071 h 3733800"/>
                    <a:gd name="connsiteX4" fmla="*/ 237698 w 491698"/>
                    <a:gd name="connsiteY4" fmla="*/ 1752599 h 3733800"/>
                    <a:gd name="connsiteX5" fmla="*/ 390098 w 491698"/>
                    <a:gd name="connsiteY5" fmla="*/ 2057400 h 3733800"/>
                    <a:gd name="connsiteX6" fmla="*/ 491698 w 491698"/>
                    <a:gd name="connsiteY6" fmla="*/ 2743200 h 3733800"/>
                    <a:gd name="connsiteX7" fmla="*/ 390098 w 491698"/>
                    <a:gd name="connsiteY7" fmla="*/ 3200400 h 3733800"/>
                    <a:gd name="connsiteX8" fmla="*/ 339298 w 491698"/>
                    <a:gd name="connsiteY8" fmla="*/ 3733800 h 3733800"/>
                    <a:gd name="connsiteX0" fmla="*/ 100083 w 517098"/>
                    <a:gd name="connsiteY0" fmla="*/ 0 h 3733800"/>
                    <a:gd name="connsiteX1" fmla="*/ 100083 w 517098"/>
                    <a:gd name="connsiteY1" fmla="*/ 627797 h 3733800"/>
                    <a:gd name="connsiteX2" fmla="*/ 9098 w 517098"/>
                    <a:gd name="connsiteY2" fmla="*/ 1219199 h 3733800"/>
                    <a:gd name="connsiteX3" fmla="*/ 45492 w 517098"/>
                    <a:gd name="connsiteY3" fmla="*/ 1392071 h 3733800"/>
                    <a:gd name="connsiteX4" fmla="*/ 237698 w 517098"/>
                    <a:gd name="connsiteY4" fmla="*/ 1752599 h 3733800"/>
                    <a:gd name="connsiteX5" fmla="*/ 390098 w 517098"/>
                    <a:gd name="connsiteY5" fmla="*/ 2057400 h 3733800"/>
                    <a:gd name="connsiteX6" fmla="*/ 491698 w 517098"/>
                    <a:gd name="connsiteY6" fmla="*/ 2743200 h 3733800"/>
                    <a:gd name="connsiteX7" fmla="*/ 491698 w 517098"/>
                    <a:gd name="connsiteY7" fmla="*/ 3200400 h 3733800"/>
                    <a:gd name="connsiteX8" fmla="*/ 339298 w 517098"/>
                    <a:gd name="connsiteY8" fmla="*/ 3733800 h 3733800"/>
                    <a:gd name="connsiteX0" fmla="*/ 100083 w 500165"/>
                    <a:gd name="connsiteY0" fmla="*/ 0 h 3733800"/>
                    <a:gd name="connsiteX1" fmla="*/ 100083 w 500165"/>
                    <a:gd name="connsiteY1" fmla="*/ 627797 h 3733800"/>
                    <a:gd name="connsiteX2" fmla="*/ 9098 w 500165"/>
                    <a:gd name="connsiteY2" fmla="*/ 1219199 h 3733800"/>
                    <a:gd name="connsiteX3" fmla="*/ 45492 w 500165"/>
                    <a:gd name="connsiteY3" fmla="*/ 1392071 h 3733800"/>
                    <a:gd name="connsiteX4" fmla="*/ 237698 w 500165"/>
                    <a:gd name="connsiteY4" fmla="*/ 1752599 h 3733800"/>
                    <a:gd name="connsiteX5" fmla="*/ 390098 w 500165"/>
                    <a:gd name="connsiteY5" fmla="*/ 2057400 h 3733800"/>
                    <a:gd name="connsiteX6" fmla="*/ 491698 w 500165"/>
                    <a:gd name="connsiteY6" fmla="*/ 2743200 h 3733800"/>
                    <a:gd name="connsiteX7" fmla="*/ 440898 w 500165"/>
                    <a:gd name="connsiteY7" fmla="*/ 3276600 h 3733800"/>
                    <a:gd name="connsiteX8" fmla="*/ 339298 w 500165"/>
                    <a:gd name="connsiteY8" fmla="*/ 3733800 h 3733800"/>
                    <a:gd name="connsiteX0" fmla="*/ 100083 w 525566"/>
                    <a:gd name="connsiteY0" fmla="*/ 0 h 3733800"/>
                    <a:gd name="connsiteX1" fmla="*/ 100083 w 525566"/>
                    <a:gd name="connsiteY1" fmla="*/ 627797 h 3733800"/>
                    <a:gd name="connsiteX2" fmla="*/ 9098 w 525566"/>
                    <a:gd name="connsiteY2" fmla="*/ 1219199 h 3733800"/>
                    <a:gd name="connsiteX3" fmla="*/ 45492 w 525566"/>
                    <a:gd name="connsiteY3" fmla="*/ 1392071 h 3733800"/>
                    <a:gd name="connsiteX4" fmla="*/ 237698 w 525566"/>
                    <a:gd name="connsiteY4" fmla="*/ 1752599 h 3733800"/>
                    <a:gd name="connsiteX5" fmla="*/ 390098 w 525566"/>
                    <a:gd name="connsiteY5" fmla="*/ 2057400 h 3733800"/>
                    <a:gd name="connsiteX6" fmla="*/ 517099 w 525566"/>
                    <a:gd name="connsiteY6" fmla="*/ 2743200 h 3733800"/>
                    <a:gd name="connsiteX7" fmla="*/ 440898 w 525566"/>
                    <a:gd name="connsiteY7" fmla="*/ 3276600 h 3733800"/>
                    <a:gd name="connsiteX8" fmla="*/ 339298 w 525566"/>
                    <a:gd name="connsiteY8" fmla="*/ 3733800 h 3733800"/>
                    <a:gd name="connsiteX0" fmla="*/ 100083 w 466298"/>
                    <a:gd name="connsiteY0" fmla="*/ 0 h 3733800"/>
                    <a:gd name="connsiteX1" fmla="*/ 100083 w 466298"/>
                    <a:gd name="connsiteY1" fmla="*/ 627797 h 3733800"/>
                    <a:gd name="connsiteX2" fmla="*/ 9098 w 466298"/>
                    <a:gd name="connsiteY2" fmla="*/ 1219199 h 3733800"/>
                    <a:gd name="connsiteX3" fmla="*/ 45492 w 466298"/>
                    <a:gd name="connsiteY3" fmla="*/ 1392071 h 3733800"/>
                    <a:gd name="connsiteX4" fmla="*/ 237698 w 466298"/>
                    <a:gd name="connsiteY4" fmla="*/ 1752599 h 3733800"/>
                    <a:gd name="connsiteX5" fmla="*/ 390098 w 466298"/>
                    <a:gd name="connsiteY5" fmla="*/ 2057400 h 3733800"/>
                    <a:gd name="connsiteX6" fmla="*/ 440898 w 466298"/>
                    <a:gd name="connsiteY6" fmla="*/ 2743200 h 3733800"/>
                    <a:gd name="connsiteX7" fmla="*/ 440898 w 466298"/>
                    <a:gd name="connsiteY7" fmla="*/ 3276600 h 3733800"/>
                    <a:gd name="connsiteX8" fmla="*/ 339298 w 466298"/>
                    <a:gd name="connsiteY8" fmla="*/ 3733800 h 3733800"/>
                    <a:gd name="connsiteX0" fmla="*/ 100083 w 445131"/>
                    <a:gd name="connsiteY0" fmla="*/ 0 h 3733800"/>
                    <a:gd name="connsiteX1" fmla="*/ 100083 w 445131"/>
                    <a:gd name="connsiteY1" fmla="*/ 627797 h 3733800"/>
                    <a:gd name="connsiteX2" fmla="*/ 9098 w 445131"/>
                    <a:gd name="connsiteY2" fmla="*/ 1219199 h 3733800"/>
                    <a:gd name="connsiteX3" fmla="*/ 45492 w 445131"/>
                    <a:gd name="connsiteY3" fmla="*/ 1392071 h 3733800"/>
                    <a:gd name="connsiteX4" fmla="*/ 237698 w 445131"/>
                    <a:gd name="connsiteY4" fmla="*/ 1752599 h 3733800"/>
                    <a:gd name="connsiteX5" fmla="*/ 390098 w 445131"/>
                    <a:gd name="connsiteY5" fmla="*/ 2057400 h 3733800"/>
                    <a:gd name="connsiteX6" fmla="*/ 440898 w 445131"/>
                    <a:gd name="connsiteY6" fmla="*/ 2743200 h 3733800"/>
                    <a:gd name="connsiteX7" fmla="*/ 364698 w 445131"/>
                    <a:gd name="connsiteY7" fmla="*/ 3276600 h 3733800"/>
                    <a:gd name="connsiteX8" fmla="*/ 339298 w 445131"/>
                    <a:gd name="connsiteY8" fmla="*/ 3733800 h 3733800"/>
                    <a:gd name="connsiteX0" fmla="*/ 100083 w 445131"/>
                    <a:gd name="connsiteY0" fmla="*/ 0 h 3733800"/>
                    <a:gd name="connsiteX1" fmla="*/ 100083 w 445131"/>
                    <a:gd name="connsiteY1" fmla="*/ 627797 h 3733800"/>
                    <a:gd name="connsiteX2" fmla="*/ 9098 w 445131"/>
                    <a:gd name="connsiteY2" fmla="*/ 1219199 h 3733800"/>
                    <a:gd name="connsiteX3" fmla="*/ 45492 w 445131"/>
                    <a:gd name="connsiteY3" fmla="*/ 1392071 h 3733800"/>
                    <a:gd name="connsiteX4" fmla="*/ 237698 w 445131"/>
                    <a:gd name="connsiteY4" fmla="*/ 1752599 h 3733800"/>
                    <a:gd name="connsiteX5" fmla="*/ 390098 w 445131"/>
                    <a:gd name="connsiteY5" fmla="*/ 2057400 h 3733800"/>
                    <a:gd name="connsiteX6" fmla="*/ 440898 w 445131"/>
                    <a:gd name="connsiteY6" fmla="*/ 2743200 h 3733800"/>
                    <a:gd name="connsiteX7" fmla="*/ 364698 w 445131"/>
                    <a:gd name="connsiteY7" fmla="*/ 3276600 h 3733800"/>
                    <a:gd name="connsiteX8" fmla="*/ 288499 w 445131"/>
                    <a:gd name="connsiteY8" fmla="*/ 3733800 h 3733800"/>
                    <a:gd name="connsiteX0" fmla="*/ 81507 w 426555"/>
                    <a:gd name="connsiteY0" fmla="*/ 0 h 3733800"/>
                    <a:gd name="connsiteX1" fmla="*/ 81507 w 426555"/>
                    <a:gd name="connsiteY1" fmla="*/ 627797 h 3733800"/>
                    <a:gd name="connsiteX2" fmla="*/ 57624 w 426555"/>
                    <a:gd name="connsiteY2" fmla="*/ 1219200 h 3733800"/>
                    <a:gd name="connsiteX3" fmla="*/ 26916 w 426555"/>
                    <a:gd name="connsiteY3" fmla="*/ 1392071 h 3733800"/>
                    <a:gd name="connsiteX4" fmla="*/ 219122 w 426555"/>
                    <a:gd name="connsiteY4" fmla="*/ 1752599 h 3733800"/>
                    <a:gd name="connsiteX5" fmla="*/ 371522 w 426555"/>
                    <a:gd name="connsiteY5" fmla="*/ 2057400 h 3733800"/>
                    <a:gd name="connsiteX6" fmla="*/ 422322 w 426555"/>
                    <a:gd name="connsiteY6" fmla="*/ 2743200 h 3733800"/>
                    <a:gd name="connsiteX7" fmla="*/ 346122 w 426555"/>
                    <a:gd name="connsiteY7" fmla="*/ 3276600 h 3733800"/>
                    <a:gd name="connsiteX8" fmla="*/ 269923 w 426555"/>
                    <a:gd name="connsiteY8" fmla="*/ 3733800 h 3733800"/>
                    <a:gd name="connsiteX0" fmla="*/ 50799 w 395847"/>
                    <a:gd name="connsiteY0" fmla="*/ 0 h 3733800"/>
                    <a:gd name="connsiteX1" fmla="*/ 50799 w 395847"/>
                    <a:gd name="connsiteY1" fmla="*/ 627797 h 3733800"/>
                    <a:gd name="connsiteX2" fmla="*/ 26916 w 395847"/>
                    <a:gd name="connsiteY2" fmla="*/ 1219200 h 3733800"/>
                    <a:gd name="connsiteX3" fmla="*/ 26916 w 395847"/>
                    <a:gd name="connsiteY3" fmla="*/ 1447800 h 3733800"/>
                    <a:gd name="connsiteX4" fmla="*/ 188414 w 395847"/>
                    <a:gd name="connsiteY4" fmla="*/ 1752599 h 3733800"/>
                    <a:gd name="connsiteX5" fmla="*/ 340814 w 395847"/>
                    <a:gd name="connsiteY5" fmla="*/ 2057400 h 3733800"/>
                    <a:gd name="connsiteX6" fmla="*/ 391614 w 395847"/>
                    <a:gd name="connsiteY6" fmla="*/ 2743200 h 3733800"/>
                    <a:gd name="connsiteX7" fmla="*/ 315414 w 395847"/>
                    <a:gd name="connsiteY7" fmla="*/ 3276600 h 3733800"/>
                    <a:gd name="connsiteX8" fmla="*/ 239215 w 395847"/>
                    <a:gd name="connsiteY8" fmla="*/ 3733800 h 3733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95847" h="3733800">
                      <a:moveTo>
                        <a:pt x="50799" y="0"/>
                      </a:moveTo>
                      <a:cubicBezTo>
                        <a:pt x="65584" y="232012"/>
                        <a:pt x="54780" y="424597"/>
                        <a:pt x="50799" y="627797"/>
                      </a:cubicBezTo>
                      <a:cubicBezTo>
                        <a:pt x="46819" y="830997"/>
                        <a:pt x="30897" y="1082533"/>
                        <a:pt x="26916" y="1219200"/>
                      </a:cubicBezTo>
                      <a:cubicBezTo>
                        <a:pt x="22936" y="1355867"/>
                        <a:pt x="0" y="1358900"/>
                        <a:pt x="26916" y="1447800"/>
                      </a:cubicBezTo>
                      <a:cubicBezTo>
                        <a:pt x="53832" y="1536700"/>
                        <a:pt x="136098" y="1650999"/>
                        <a:pt x="188414" y="1752599"/>
                      </a:cubicBezTo>
                      <a:cubicBezTo>
                        <a:pt x="240730" y="1854199"/>
                        <a:pt x="306947" y="1892300"/>
                        <a:pt x="340814" y="2057400"/>
                      </a:cubicBezTo>
                      <a:cubicBezTo>
                        <a:pt x="374681" y="2222500"/>
                        <a:pt x="395847" y="2540000"/>
                        <a:pt x="391614" y="2743200"/>
                      </a:cubicBezTo>
                      <a:cubicBezTo>
                        <a:pt x="387381" y="2946400"/>
                        <a:pt x="340814" y="3111500"/>
                        <a:pt x="315414" y="3276600"/>
                      </a:cubicBezTo>
                      <a:cubicBezTo>
                        <a:pt x="189930" y="3441700"/>
                        <a:pt x="236751" y="3684706"/>
                        <a:pt x="239215" y="3733800"/>
                      </a:cubicBezTo>
                    </a:path>
                  </a:pathLst>
                </a:custGeom>
                <a:ln w="25400">
                  <a:solidFill>
                    <a:schemeClr val="accent4">
                      <a:lumMod val="75000"/>
                    </a:schemeClr>
                  </a:solidFill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pic>
        <p:nvPicPr>
          <p:cNvPr id="43" name="Picture 5" descr="D:\Harshavardhan\datafolder\hmksave\hmk vit\VIT 2018-20\AY 20202021 New Robotics Course\1 RMC 1920 Theory Lectures PPTs Videos  and Notes etc\Images For Lect 5 Electrical Elex\DC motor 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134541"/>
            <a:ext cx="3200400" cy="18276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  <p:pic>
        <p:nvPicPr>
          <p:cNvPr id="4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266950"/>
            <a:ext cx="3886200" cy="2531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D:\Harshavardhan\datafolder\hmksave\hmk vit\VIT 2018-20\AY 20202021 New Robotics Course\1 RMC 1920 Theory Lectures PPTs Videos  and Notes etc\Images For Lect 5 Electrical Elex\Motor DC and AC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3261121"/>
            <a:ext cx="3352800" cy="1520429"/>
          </a:xfrm>
          <a:prstGeom prst="rect">
            <a:avLst/>
          </a:prstGeom>
          <a:noFill/>
        </p:spPr>
      </p:pic>
      <p:grpSp>
        <p:nvGrpSpPr>
          <p:cNvPr id="45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47" name="Picture 4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48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49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  <p:pic>
        <p:nvPicPr>
          <p:cNvPr id="50" name="Picture 2" descr="D:\Harshavardhan\datafolder\hmksave\hmk vit\VIT 2018-20\AY 20202021 New Robotics Course\1 RMC 1920 Theory Lectures PPTs Videos  and Notes etc\Images For Lect 5 Electrical Elex\Shunt motor - Copy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895601" y="133350"/>
            <a:ext cx="2514600" cy="2907507"/>
          </a:xfrm>
          <a:prstGeom prst="rect">
            <a:avLst/>
          </a:prstGeom>
          <a:noFill/>
        </p:spPr>
      </p:pic>
      <p:sp>
        <p:nvSpPr>
          <p:cNvPr id="46" name="Rectangle 45"/>
          <p:cNvSpPr/>
          <p:nvPr/>
        </p:nvSpPr>
        <p:spPr>
          <a:xfrm rot="20537006">
            <a:off x="1750426" y="1326348"/>
            <a:ext cx="6121394" cy="24458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Actuators – 3.3</a:t>
            </a:r>
            <a:endParaRPr lang="en-US" sz="6000" b="1" dirty="0" smtClean="0">
              <a:solidFill>
                <a:srgbClr val="FF0000"/>
              </a:solidFill>
              <a:latin typeface="Arial" pitchFamily="34" charset="0"/>
              <a:ea typeface="Verdana" pitchFamily="34" charset="0"/>
              <a:cs typeface="Arial" pitchFamily="34" charset="0"/>
            </a:endParaRPr>
          </a:p>
          <a:p>
            <a:pPr algn="ctr"/>
            <a:r>
              <a:rPr lang="en-US" sz="5400" b="1" dirty="0" smtClean="0">
                <a:solidFill>
                  <a:srgbClr val="0000FF"/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DC Brush Motors</a:t>
            </a:r>
          </a:p>
          <a:p>
            <a:pPr algn="ctr"/>
            <a:endParaRPr lang="en-US" sz="1600" b="1" dirty="0" smtClean="0">
              <a:solidFill>
                <a:schemeClr val="accent3">
                  <a:lumMod val="50000"/>
                </a:schemeClr>
              </a:solidFill>
              <a:latin typeface="Arial" pitchFamily="34" charset="0"/>
              <a:ea typeface="Verdana" pitchFamily="34" charset="0"/>
              <a:cs typeface="Arial" pitchFamily="34" charset="0"/>
            </a:endParaRPr>
          </a:p>
          <a:p>
            <a:pPr algn="ctr"/>
            <a:r>
              <a:rPr lang="en-US" sz="3200" b="1" dirty="0" smtClean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FY – </a:t>
            </a:r>
            <a:r>
              <a:rPr lang="en-US" sz="3200" b="1" dirty="0" err="1" smtClean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DESH</a:t>
            </a:r>
            <a:r>
              <a:rPr lang="en-US" sz="3200" b="1" dirty="0" smtClean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 – </a:t>
            </a:r>
            <a:r>
              <a:rPr lang="en-US" sz="3200" b="1" dirty="0" err="1" smtClean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VIT</a:t>
            </a:r>
            <a:endParaRPr lang="en-US" sz="3200" b="1" dirty="0" smtClean="0">
              <a:solidFill>
                <a:schemeClr val="accent3">
                  <a:lumMod val="50000"/>
                </a:schemeClr>
              </a:solidFill>
              <a:latin typeface="Arial" pitchFamily="34" charset="0"/>
              <a:ea typeface="Verdana" pitchFamily="34" charset="0"/>
              <a:cs typeface="Arial" pitchFamily="34" charset="0"/>
            </a:endParaRPr>
          </a:p>
          <a:p>
            <a:pPr algn="ctr"/>
            <a:endParaRPr lang="en-US" sz="900" b="1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914400" y="486918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953000" y="2171640"/>
            <a:ext cx="3962400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IN" sz="2000" b="1" dirty="0" smtClean="0">
                <a:solidFill>
                  <a:srgbClr val="FF0000"/>
                </a:solidFill>
              </a:rPr>
              <a:t>3) Left hand rule – Motoring action</a:t>
            </a:r>
            <a:endParaRPr lang="en-IN" sz="2000" b="1" i="1" dirty="0" smtClean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42817"/>
            <a:ext cx="7924800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marL="457200" indent="-457200" algn="ctr"/>
            <a:r>
              <a:rPr lang="en-IN" sz="2000" b="1" dirty="0" smtClean="0">
                <a:solidFill>
                  <a:srgbClr val="FF0000"/>
                </a:solidFill>
              </a:rPr>
              <a:t>1) Right hand thumb rule –  Relation between Magnetism and Current </a:t>
            </a:r>
            <a:endParaRPr lang="en-IN" sz="2000" b="1" i="1" dirty="0" smtClean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2171640"/>
            <a:ext cx="4267200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0000FF"/>
                </a:solidFill>
              </a:rPr>
              <a:t>2) Right hand rule – Generating action</a:t>
            </a:r>
            <a:endParaRPr lang="en-IN" sz="2000" b="1" i="1" dirty="0" smtClean="0">
              <a:solidFill>
                <a:srgbClr val="0000FF"/>
              </a:solidFill>
            </a:endParaRPr>
          </a:p>
        </p:txBody>
      </p:sp>
      <p:pic>
        <p:nvPicPr>
          <p:cNvPr id="1026" name="Picture 2" descr="D:\Harshavardhan\datafolder\hmksave\hmk vit\VIT 2018-20\AY 20202021 New Robotics Course\1 RMC 1920 Theory Lectures PPTs Videos  and Notes etc\Images For Lect 5 Electrical Elex\Right hand thumb ru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514350"/>
            <a:ext cx="2286000" cy="1530221"/>
          </a:xfrm>
          <a:prstGeom prst="rect">
            <a:avLst/>
          </a:prstGeom>
          <a:noFill/>
        </p:spPr>
      </p:pic>
      <p:pic>
        <p:nvPicPr>
          <p:cNvPr id="1027" name="Picture 3" descr="D:\Harshavardhan\datafolder\hmksave\hmk vit\VIT 2018-20\AY 20202021 New Robotics Course\1 RMC 1920 Theory Lectures PPTs Videos  and Notes etc\Images For Lect 5 Electrical Elex\Right hand rul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2560687"/>
            <a:ext cx="3733800" cy="2373263"/>
          </a:xfrm>
          <a:prstGeom prst="rect">
            <a:avLst/>
          </a:prstGeom>
          <a:noFill/>
        </p:spPr>
      </p:pic>
      <p:pic>
        <p:nvPicPr>
          <p:cNvPr id="16" name="Picture 2" descr="D:\Harshavardhan\datafolder\hmksave\hmk vit\VIT 2018-20\AY 20202021 New Robotics Course\1 RMC 1920 Theory Lectures PPTs Videos  and Notes etc\Images For Lect 5 Electrical Elex\solenoid direction 4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10200" y="497542"/>
            <a:ext cx="3505200" cy="1617008"/>
          </a:xfrm>
          <a:prstGeom prst="rect">
            <a:avLst/>
          </a:prstGeom>
          <a:noFill/>
        </p:spPr>
      </p:pic>
      <p:pic>
        <p:nvPicPr>
          <p:cNvPr id="17" name="Picture 4" descr="Fleming's Left Hand Rul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1568" y="2571750"/>
            <a:ext cx="3980033" cy="2376236"/>
          </a:xfrm>
          <a:prstGeom prst="rect">
            <a:avLst/>
          </a:prstGeom>
          <a:solidFill>
            <a:schemeClr val="bg1"/>
          </a:solidFill>
          <a:extLst/>
        </p:spPr>
      </p:pic>
      <p:sp>
        <p:nvSpPr>
          <p:cNvPr id="18" name="TextBox 17"/>
          <p:cNvSpPr txBox="1"/>
          <p:nvPr/>
        </p:nvSpPr>
        <p:spPr>
          <a:xfrm>
            <a:off x="3200400" y="514350"/>
            <a:ext cx="2057400" cy="1323439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 smtClean="0">
                <a:solidFill>
                  <a:srgbClr val="FF0000"/>
                </a:solidFill>
              </a:rPr>
              <a:t>Thumb is for Current OR Flux ?</a:t>
            </a:r>
          </a:p>
          <a:p>
            <a:pPr algn="ctr"/>
            <a:r>
              <a:rPr lang="en-IN" sz="2000" b="1" i="1" dirty="0" smtClean="0">
                <a:solidFill>
                  <a:srgbClr val="0000FF"/>
                </a:solidFill>
              </a:rPr>
              <a:t>Which figure is correct ?</a:t>
            </a:r>
          </a:p>
        </p:txBody>
      </p:sp>
      <p:grpSp>
        <p:nvGrpSpPr>
          <p:cNvPr id="15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19" name="Picture 43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20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21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158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4" descr="D:\Harshavardhan\datafolder\hmksave\hmk vit\VIT 2018-20\AY 20202021 New Robotics Course\1 RMC 1920 Theory Lectures PPTs Videos  and Notes etc\Images For Lect 5 Electrical Elex\DC motor 1JP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247650"/>
            <a:ext cx="7116524" cy="4457700"/>
          </a:xfrm>
          <a:prstGeom prst="rect">
            <a:avLst/>
          </a:prstGeom>
          <a:noFill/>
          <a:ln w="25400">
            <a:noFill/>
          </a:ln>
        </p:spPr>
      </p:pic>
      <p:sp>
        <p:nvSpPr>
          <p:cNvPr id="9" name="Text Box 27"/>
          <p:cNvSpPr txBox="1">
            <a:spLocks noChangeArrowheads="1"/>
          </p:cNvSpPr>
          <p:nvPr/>
        </p:nvSpPr>
        <p:spPr bwMode="auto">
          <a:xfrm>
            <a:off x="3505200" y="209550"/>
            <a:ext cx="17526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Armature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Text Box 27"/>
          <p:cNvSpPr txBox="1">
            <a:spLocks noChangeArrowheads="1"/>
          </p:cNvSpPr>
          <p:nvPr/>
        </p:nvSpPr>
        <p:spPr bwMode="auto">
          <a:xfrm>
            <a:off x="6629400" y="304800"/>
            <a:ext cx="1295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Shaft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Text Box 27"/>
          <p:cNvSpPr txBox="1">
            <a:spLocks noChangeArrowheads="1"/>
          </p:cNvSpPr>
          <p:nvPr/>
        </p:nvSpPr>
        <p:spPr bwMode="auto">
          <a:xfrm>
            <a:off x="1066800" y="1581150"/>
            <a:ext cx="19812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Commutator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Text Box 27"/>
          <p:cNvSpPr txBox="1">
            <a:spLocks noChangeArrowheads="1"/>
          </p:cNvSpPr>
          <p:nvPr/>
        </p:nvSpPr>
        <p:spPr bwMode="auto">
          <a:xfrm>
            <a:off x="2590800" y="457200"/>
            <a:ext cx="12192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Slots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Text Box 27"/>
          <p:cNvSpPr txBox="1">
            <a:spLocks noChangeArrowheads="1"/>
          </p:cNvSpPr>
          <p:nvPr/>
        </p:nvSpPr>
        <p:spPr bwMode="auto">
          <a:xfrm>
            <a:off x="6477000" y="3943350"/>
            <a:ext cx="1752600" cy="45720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Armature Winding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1828800" y="2000250"/>
            <a:ext cx="1066800" cy="876300"/>
          </a:xfrm>
          <a:prstGeom prst="straightConnector1">
            <a:avLst/>
          </a:prstGeom>
          <a:ln w="3492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rot="10800000">
            <a:off x="4800601" y="2857500"/>
            <a:ext cx="1905000" cy="1200150"/>
          </a:xfrm>
          <a:prstGeom prst="straightConnector1">
            <a:avLst/>
          </a:prstGeom>
          <a:ln w="3492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7467600" y="590550"/>
            <a:ext cx="228600" cy="210146"/>
          </a:xfrm>
          <a:prstGeom prst="straightConnector1">
            <a:avLst/>
          </a:prstGeom>
          <a:ln w="3492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4495800" y="590550"/>
            <a:ext cx="1143000" cy="552450"/>
          </a:xfrm>
          <a:prstGeom prst="straightConnector1">
            <a:avLst/>
          </a:prstGeom>
          <a:ln w="3492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3210233" y="730046"/>
            <a:ext cx="1243781" cy="464574"/>
          </a:xfrm>
          <a:custGeom>
            <a:avLst/>
            <a:gdLst>
              <a:gd name="connsiteX0" fmla="*/ 63910 w 1243781"/>
              <a:gd name="connsiteY0" fmla="*/ 0 h 619432"/>
              <a:gd name="connsiteX1" fmla="*/ 196645 w 1243781"/>
              <a:gd name="connsiteY1" fmla="*/ 353961 h 619432"/>
              <a:gd name="connsiteX2" fmla="*/ 1243781 w 1243781"/>
              <a:gd name="connsiteY2" fmla="*/ 619432 h 61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43781" h="619432">
                <a:moveTo>
                  <a:pt x="63910" y="0"/>
                </a:moveTo>
                <a:cubicBezTo>
                  <a:pt x="31955" y="125361"/>
                  <a:pt x="0" y="250722"/>
                  <a:pt x="196645" y="353961"/>
                </a:cubicBezTo>
                <a:cubicBezTo>
                  <a:pt x="393290" y="457200"/>
                  <a:pt x="1243781" y="619432"/>
                  <a:pt x="1243781" y="619432"/>
                </a:cubicBezTo>
              </a:path>
            </a:pathLst>
          </a:cu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27"/>
          <p:cNvSpPr/>
          <p:nvPr/>
        </p:nvSpPr>
        <p:spPr>
          <a:xfrm>
            <a:off x="3200400" y="914400"/>
            <a:ext cx="1981200" cy="628650"/>
          </a:xfrm>
          <a:custGeom>
            <a:avLst/>
            <a:gdLst>
              <a:gd name="connsiteX0" fmla="*/ 63910 w 1243781"/>
              <a:gd name="connsiteY0" fmla="*/ 0 h 619432"/>
              <a:gd name="connsiteX1" fmla="*/ 196645 w 1243781"/>
              <a:gd name="connsiteY1" fmla="*/ 353961 h 619432"/>
              <a:gd name="connsiteX2" fmla="*/ 1243781 w 1243781"/>
              <a:gd name="connsiteY2" fmla="*/ 619432 h 61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43781" h="619432">
                <a:moveTo>
                  <a:pt x="63910" y="0"/>
                </a:moveTo>
                <a:cubicBezTo>
                  <a:pt x="31955" y="125361"/>
                  <a:pt x="0" y="250722"/>
                  <a:pt x="196645" y="353961"/>
                </a:cubicBezTo>
                <a:cubicBezTo>
                  <a:pt x="393290" y="457200"/>
                  <a:pt x="1243781" y="619432"/>
                  <a:pt x="1243781" y="619432"/>
                </a:cubicBezTo>
              </a:path>
            </a:pathLst>
          </a:cu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28"/>
          <p:cNvSpPr/>
          <p:nvPr/>
        </p:nvSpPr>
        <p:spPr>
          <a:xfrm>
            <a:off x="3200400" y="1200150"/>
            <a:ext cx="2514600" cy="971550"/>
          </a:xfrm>
          <a:custGeom>
            <a:avLst/>
            <a:gdLst>
              <a:gd name="connsiteX0" fmla="*/ 63910 w 1243781"/>
              <a:gd name="connsiteY0" fmla="*/ 0 h 619432"/>
              <a:gd name="connsiteX1" fmla="*/ 196645 w 1243781"/>
              <a:gd name="connsiteY1" fmla="*/ 353961 h 619432"/>
              <a:gd name="connsiteX2" fmla="*/ 1243781 w 1243781"/>
              <a:gd name="connsiteY2" fmla="*/ 619432 h 61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43781" h="619432">
                <a:moveTo>
                  <a:pt x="63910" y="0"/>
                </a:moveTo>
                <a:cubicBezTo>
                  <a:pt x="31955" y="125361"/>
                  <a:pt x="0" y="250722"/>
                  <a:pt x="196645" y="353961"/>
                </a:cubicBezTo>
                <a:cubicBezTo>
                  <a:pt x="393290" y="457200"/>
                  <a:pt x="1243781" y="619432"/>
                  <a:pt x="1243781" y="619432"/>
                </a:cubicBezTo>
              </a:path>
            </a:pathLst>
          </a:cu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17" name="Picture 4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20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27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D:\Harshavardhan\datafolder\hmksave\hmk vit\VIT 2018-20\AY 20202021 New Robotics Course\1 RMC 1920 Theory Lectures PPTs Videos  and Notes etc\Images For Lect 5 Electrical Elex\Electric DC motor - Copy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33350"/>
            <a:ext cx="7313278" cy="4038600"/>
          </a:xfrm>
          <a:prstGeom prst="rect">
            <a:avLst/>
          </a:prstGeom>
          <a:noFill/>
        </p:spPr>
      </p:pic>
      <p:sp>
        <p:nvSpPr>
          <p:cNvPr id="11" name="Text Box 27"/>
          <p:cNvSpPr txBox="1">
            <a:spLocks noChangeArrowheads="1"/>
          </p:cNvSpPr>
          <p:nvPr/>
        </p:nvSpPr>
        <p:spPr bwMode="auto">
          <a:xfrm>
            <a:off x="5867400" y="3810000"/>
            <a:ext cx="19812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Commutator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Text Box 27"/>
          <p:cNvSpPr txBox="1">
            <a:spLocks noChangeArrowheads="1"/>
          </p:cNvSpPr>
          <p:nvPr/>
        </p:nvSpPr>
        <p:spPr bwMode="auto">
          <a:xfrm>
            <a:off x="6248400" y="171450"/>
            <a:ext cx="1752600" cy="45720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Armature Winding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rot="10800000" flipV="1">
            <a:off x="4267200" y="514350"/>
            <a:ext cx="2057400" cy="381000"/>
          </a:xfrm>
          <a:prstGeom prst="straightConnector1">
            <a:avLst/>
          </a:prstGeom>
          <a:ln w="3492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0800000">
            <a:off x="4724400" y="2343150"/>
            <a:ext cx="2209800" cy="1371600"/>
          </a:xfrm>
          <a:prstGeom prst="straightConnector1">
            <a:avLst/>
          </a:prstGeom>
          <a:ln w="3492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27"/>
          <p:cNvSpPr txBox="1">
            <a:spLocks noChangeArrowheads="1"/>
          </p:cNvSpPr>
          <p:nvPr/>
        </p:nvSpPr>
        <p:spPr bwMode="auto">
          <a:xfrm>
            <a:off x="1219200" y="1371600"/>
            <a:ext cx="13716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Pole 1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" name="Text Box 27"/>
          <p:cNvSpPr txBox="1">
            <a:spLocks noChangeArrowheads="1"/>
          </p:cNvSpPr>
          <p:nvPr/>
        </p:nvSpPr>
        <p:spPr bwMode="auto">
          <a:xfrm>
            <a:off x="2514600" y="3886200"/>
            <a:ext cx="15240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Brushes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rot="5400000" flipH="1" flipV="1">
            <a:off x="3228976" y="3590924"/>
            <a:ext cx="552450" cy="2"/>
          </a:xfrm>
          <a:prstGeom prst="straightConnector1">
            <a:avLst/>
          </a:prstGeom>
          <a:ln w="3492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Box 27"/>
          <p:cNvSpPr txBox="1">
            <a:spLocks noChangeArrowheads="1"/>
          </p:cNvSpPr>
          <p:nvPr/>
        </p:nvSpPr>
        <p:spPr bwMode="auto">
          <a:xfrm>
            <a:off x="5943600" y="1066800"/>
            <a:ext cx="13716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Pole 2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0" name="Text Box 27"/>
          <p:cNvSpPr txBox="1">
            <a:spLocks noChangeArrowheads="1"/>
          </p:cNvSpPr>
          <p:nvPr/>
        </p:nvSpPr>
        <p:spPr bwMode="auto">
          <a:xfrm>
            <a:off x="1600200" y="4400550"/>
            <a:ext cx="6248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32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+</a:t>
            </a:r>
            <a:r>
              <a:rPr lang="en-US" sz="20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 External DC supply connections  </a:t>
            </a:r>
            <a:r>
              <a:rPr lang="en-US" sz="32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–</a:t>
            </a:r>
            <a:r>
              <a:rPr lang="en-US" sz="20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 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3" name="Freeform 32"/>
          <p:cNvSpPr/>
          <p:nvPr/>
        </p:nvSpPr>
        <p:spPr>
          <a:xfrm>
            <a:off x="1752600" y="3883128"/>
            <a:ext cx="929149" cy="665122"/>
          </a:xfrm>
          <a:custGeom>
            <a:avLst/>
            <a:gdLst>
              <a:gd name="connsiteX0" fmla="*/ 1120878 w 1120878"/>
              <a:gd name="connsiteY0" fmla="*/ 1135626 h 1135626"/>
              <a:gd name="connsiteX1" fmla="*/ 132736 w 1120878"/>
              <a:gd name="connsiteY1" fmla="*/ 825910 h 1135626"/>
              <a:gd name="connsiteX2" fmla="*/ 324465 w 1120878"/>
              <a:gd name="connsiteY2" fmla="*/ 0 h 1135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0878" h="1135626">
                <a:moveTo>
                  <a:pt x="1120878" y="1135626"/>
                </a:moveTo>
                <a:cubicBezTo>
                  <a:pt x="693175" y="1075403"/>
                  <a:pt x="265472" y="1015181"/>
                  <a:pt x="132736" y="825910"/>
                </a:cubicBezTo>
                <a:cubicBezTo>
                  <a:pt x="0" y="636639"/>
                  <a:pt x="162232" y="318319"/>
                  <a:pt x="324465" y="0"/>
                </a:cubicBezTo>
              </a:path>
            </a:pathLst>
          </a:custGeom>
          <a:ln w="2857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33"/>
          <p:cNvSpPr/>
          <p:nvPr/>
        </p:nvSpPr>
        <p:spPr>
          <a:xfrm>
            <a:off x="6781800" y="3409950"/>
            <a:ext cx="1066800" cy="1219200"/>
          </a:xfrm>
          <a:custGeom>
            <a:avLst/>
            <a:gdLst>
              <a:gd name="connsiteX0" fmla="*/ 0 w 1430593"/>
              <a:gd name="connsiteY0" fmla="*/ 1769807 h 1769807"/>
              <a:gd name="connsiteX1" fmla="*/ 1194619 w 1430593"/>
              <a:gd name="connsiteY1" fmla="*/ 1371600 h 1769807"/>
              <a:gd name="connsiteX2" fmla="*/ 1415845 w 1430593"/>
              <a:gd name="connsiteY2" fmla="*/ 0 h 1769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0593" h="1769807">
                <a:moveTo>
                  <a:pt x="0" y="1769807"/>
                </a:moveTo>
                <a:cubicBezTo>
                  <a:pt x="479322" y="1718187"/>
                  <a:pt x="958645" y="1666568"/>
                  <a:pt x="1194619" y="1371600"/>
                </a:cubicBezTo>
                <a:cubicBezTo>
                  <a:pt x="1430593" y="1076632"/>
                  <a:pt x="1423219" y="538316"/>
                  <a:pt x="1415845" y="0"/>
                </a:cubicBezTo>
              </a:path>
            </a:pathLst>
          </a:custGeom>
          <a:ln w="2857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16" name="Picture 4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22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9" grpId="0" animBg="1"/>
      <p:bldP spid="20" grpId="0" animBg="1"/>
      <p:bldP spid="29" grpId="0" animBg="1"/>
      <p:bldP spid="30" grpId="0" animBg="1"/>
      <p:bldP spid="3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:\Harshavardhan\datafolder\hmksave\hmk vit\VIT 2018-20\AY 20202021 New Robotics Course\1 RMC 1920 Theory Lectures PPTs Videos  and Notes etc\Images For Lect 5 Electrical Elex\Electric DC motor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57150"/>
            <a:ext cx="8200501" cy="4114800"/>
          </a:xfrm>
          <a:prstGeom prst="rect">
            <a:avLst/>
          </a:prstGeom>
          <a:noFill/>
        </p:spPr>
      </p:pic>
      <p:sp>
        <p:nvSpPr>
          <p:cNvPr id="9" name="Freeform 8"/>
          <p:cNvSpPr/>
          <p:nvPr/>
        </p:nvSpPr>
        <p:spPr>
          <a:xfrm>
            <a:off x="2895601" y="3682796"/>
            <a:ext cx="2229465" cy="1003901"/>
          </a:xfrm>
          <a:custGeom>
            <a:avLst/>
            <a:gdLst>
              <a:gd name="connsiteX0" fmla="*/ 208936 w 2229465"/>
              <a:gd name="connsiteY0" fmla="*/ 142567 h 1514167"/>
              <a:gd name="connsiteX1" fmla="*/ 267929 w 2229465"/>
              <a:gd name="connsiteY1" fmla="*/ 157316 h 1514167"/>
              <a:gd name="connsiteX2" fmla="*/ 326923 w 2229465"/>
              <a:gd name="connsiteY2" fmla="*/ 1086464 h 1514167"/>
              <a:gd name="connsiteX3" fmla="*/ 2229465 w 2229465"/>
              <a:gd name="connsiteY3" fmla="*/ 1514167 h 1514167"/>
              <a:gd name="connsiteX4" fmla="*/ 2229465 w 2229465"/>
              <a:gd name="connsiteY4" fmla="*/ 1514167 h 1514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29465" h="1514167">
                <a:moveTo>
                  <a:pt x="208936" y="142567"/>
                </a:moveTo>
                <a:cubicBezTo>
                  <a:pt x="228600" y="71283"/>
                  <a:pt x="248265" y="0"/>
                  <a:pt x="267929" y="157316"/>
                </a:cubicBezTo>
                <a:cubicBezTo>
                  <a:pt x="287593" y="314632"/>
                  <a:pt x="0" y="860322"/>
                  <a:pt x="326923" y="1086464"/>
                </a:cubicBezTo>
                <a:cubicBezTo>
                  <a:pt x="653846" y="1312606"/>
                  <a:pt x="2229465" y="1514167"/>
                  <a:pt x="2229465" y="1514167"/>
                </a:cubicBezTo>
                <a:lnTo>
                  <a:pt x="2229465" y="1514167"/>
                </a:lnTo>
              </a:path>
            </a:pathLst>
          </a:cu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5334001" y="3295650"/>
            <a:ext cx="3517491" cy="1409700"/>
          </a:xfrm>
          <a:custGeom>
            <a:avLst/>
            <a:gdLst>
              <a:gd name="connsiteX0" fmla="*/ 3200400 w 3365091"/>
              <a:gd name="connsiteY0" fmla="*/ 0 h 2126226"/>
              <a:gd name="connsiteX1" fmla="*/ 3333136 w 3365091"/>
              <a:gd name="connsiteY1" fmla="*/ 309716 h 2126226"/>
              <a:gd name="connsiteX2" fmla="*/ 3008671 w 3365091"/>
              <a:gd name="connsiteY2" fmla="*/ 1327355 h 2126226"/>
              <a:gd name="connsiteX3" fmla="*/ 2123768 w 3365091"/>
              <a:gd name="connsiteY3" fmla="*/ 2005781 h 2126226"/>
              <a:gd name="connsiteX4" fmla="*/ 0 w 3365091"/>
              <a:gd name="connsiteY4" fmla="*/ 2050026 h 2126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65091" h="2126226">
                <a:moveTo>
                  <a:pt x="3200400" y="0"/>
                </a:moveTo>
                <a:cubicBezTo>
                  <a:pt x="3282745" y="44245"/>
                  <a:pt x="3365091" y="88490"/>
                  <a:pt x="3333136" y="309716"/>
                </a:cubicBezTo>
                <a:cubicBezTo>
                  <a:pt x="3301181" y="530942"/>
                  <a:pt x="3210232" y="1044678"/>
                  <a:pt x="3008671" y="1327355"/>
                </a:cubicBezTo>
                <a:cubicBezTo>
                  <a:pt x="2807110" y="1610032"/>
                  <a:pt x="2625213" y="1885336"/>
                  <a:pt x="2123768" y="2005781"/>
                </a:cubicBezTo>
                <a:cubicBezTo>
                  <a:pt x="1622323" y="2126226"/>
                  <a:pt x="811161" y="2088126"/>
                  <a:pt x="0" y="2050026"/>
                </a:cubicBezTo>
              </a:path>
            </a:pathLst>
          </a:cu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 rot="5400000">
            <a:off x="4705350" y="4572000"/>
            <a:ext cx="800100" cy="15240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5400000">
            <a:off x="5095875" y="4638675"/>
            <a:ext cx="400050" cy="76200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3352800" y="3714750"/>
            <a:ext cx="1600200" cy="762000"/>
          </a:xfrm>
          <a:custGeom>
            <a:avLst/>
            <a:gdLst>
              <a:gd name="connsiteX0" fmla="*/ 1337187 w 1337187"/>
              <a:gd name="connsiteY0" fmla="*/ 988142 h 988142"/>
              <a:gd name="connsiteX1" fmla="*/ 304800 w 1337187"/>
              <a:gd name="connsiteY1" fmla="*/ 766916 h 988142"/>
              <a:gd name="connsiteX2" fmla="*/ 39329 w 1337187"/>
              <a:gd name="connsiteY2" fmla="*/ 589935 h 988142"/>
              <a:gd name="connsiteX3" fmla="*/ 68826 w 1337187"/>
              <a:gd name="connsiteY3" fmla="*/ 0 h 988142"/>
              <a:gd name="connsiteX0" fmla="*/ 1337187 w 1337187"/>
              <a:gd name="connsiteY0" fmla="*/ 988142 h 988142"/>
              <a:gd name="connsiteX1" fmla="*/ 304800 w 1337187"/>
              <a:gd name="connsiteY1" fmla="*/ 766916 h 988142"/>
              <a:gd name="connsiteX2" fmla="*/ 39329 w 1337187"/>
              <a:gd name="connsiteY2" fmla="*/ 589935 h 988142"/>
              <a:gd name="connsiteX3" fmla="*/ 68826 w 1337187"/>
              <a:gd name="connsiteY3" fmla="*/ 0 h 988142"/>
              <a:gd name="connsiteX0" fmla="*/ 1337187 w 1337187"/>
              <a:gd name="connsiteY0" fmla="*/ 988142 h 988142"/>
              <a:gd name="connsiteX1" fmla="*/ 304800 w 1337187"/>
              <a:gd name="connsiteY1" fmla="*/ 766916 h 988142"/>
              <a:gd name="connsiteX2" fmla="*/ 39329 w 1337187"/>
              <a:gd name="connsiteY2" fmla="*/ 589935 h 988142"/>
              <a:gd name="connsiteX3" fmla="*/ 68826 w 1337187"/>
              <a:gd name="connsiteY3" fmla="*/ 0 h 988142"/>
              <a:gd name="connsiteX0" fmla="*/ 1328504 w 1328504"/>
              <a:gd name="connsiteY0" fmla="*/ 975309 h 975309"/>
              <a:gd name="connsiteX1" fmla="*/ 296117 w 1328504"/>
              <a:gd name="connsiteY1" fmla="*/ 754083 h 975309"/>
              <a:gd name="connsiteX2" fmla="*/ 30646 w 1328504"/>
              <a:gd name="connsiteY2" fmla="*/ 577102 h 975309"/>
              <a:gd name="connsiteX3" fmla="*/ 112241 w 1328504"/>
              <a:gd name="connsiteY3" fmla="*/ 0 h 975309"/>
              <a:gd name="connsiteX0" fmla="*/ 1343738 w 1343738"/>
              <a:gd name="connsiteY0" fmla="*/ 975309 h 975309"/>
              <a:gd name="connsiteX1" fmla="*/ 311351 w 1343738"/>
              <a:gd name="connsiteY1" fmla="*/ 754083 h 975309"/>
              <a:gd name="connsiteX2" fmla="*/ 45880 w 1343738"/>
              <a:gd name="connsiteY2" fmla="*/ 577102 h 975309"/>
              <a:gd name="connsiteX3" fmla="*/ 36073 w 1343738"/>
              <a:gd name="connsiteY3" fmla="*/ 552087 h 975309"/>
              <a:gd name="connsiteX4" fmla="*/ 127475 w 1343738"/>
              <a:gd name="connsiteY4" fmla="*/ 0 h 975309"/>
              <a:gd name="connsiteX0" fmla="*/ 1612733 w 1612733"/>
              <a:gd name="connsiteY0" fmla="*/ 975309 h 975309"/>
              <a:gd name="connsiteX1" fmla="*/ 580346 w 1612733"/>
              <a:gd name="connsiteY1" fmla="*/ 754083 h 975309"/>
              <a:gd name="connsiteX2" fmla="*/ 314875 w 1612733"/>
              <a:gd name="connsiteY2" fmla="*/ 577102 h 975309"/>
              <a:gd name="connsiteX3" fmla="*/ 305068 w 1612733"/>
              <a:gd name="connsiteY3" fmla="*/ 552087 h 975309"/>
              <a:gd name="connsiteX4" fmla="*/ 396470 w 1612733"/>
              <a:gd name="connsiteY4" fmla="*/ 0 h 975309"/>
              <a:gd name="connsiteX0" fmla="*/ 1612733 w 1612733"/>
              <a:gd name="connsiteY0" fmla="*/ 975309 h 975309"/>
              <a:gd name="connsiteX1" fmla="*/ 580346 w 1612733"/>
              <a:gd name="connsiteY1" fmla="*/ 754083 h 975309"/>
              <a:gd name="connsiteX2" fmla="*/ 314875 w 1612733"/>
              <a:gd name="connsiteY2" fmla="*/ 577102 h 975309"/>
              <a:gd name="connsiteX3" fmla="*/ 305068 w 1612733"/>
              <a:gd name="connsiteY3" fmla="*/ 552087 h 975309"/>
              <a:gd name="connsiteX4" fmla="*/ 396470 w 1612733"/>
              <a:gd name="connsiteY4" fmla="*/ 0 h 975309"/>
              <a:gd name="connsiteX0" fmla="*/ 1612733 w 1612733"/>
              <a:gd name="connsiteY0" fmla="*/ 975309 h 975309"/>
              <a:gd name="connsiteX1" fmla="*/ 580346 w 1612733"/>
              <a:gd name="connsiteY1" fmla="*/ 754083 h 975309"/>
              <a:gd name="connsiteX2" fmla="*/ 419683 w 1612733"/>
              <a:gd name="connsiteY2" fmla="*/ 680417 h 975309"/>
              <a:gd name="connsiteX3" fmla="*/ 314875 w 1612733"/>
              <a:gd name="connsiteY3" fmla="*/ 577102 h 975309"/>
              <a:gd name="connsiteX4" fmla="*/ 305068 w 1612733"/>
              <a:gd name="connsiteY4" fmla="*/ 552087 h 975309"/>
              <a:gd name="connsiteX5" fmla="*/ 396470 w 1612733"/>
              <a:gd name="connsiteY5" fmla="*/ 0 h 975309"/>
              <a:gd name="connsiteX0" fmla="*/ 1333320 w 1333320"/>
              <a:gd name="connsiteY0" fmla="*/ 975309 h 975309"/>
              <a:gd name="connsiteX1" fmla="*/ 300933 w 1333320"/>
              <a:gd name="connsiteY1" fmla="*/ 754083 h 975309"/>
              <a:gd name="connsiteX2" fmla="*/ 140270 w 1333320"/>
              <a:gd name="connsiteY2" fmla="*/ 680417 h 975309"/>
              <a:gd name="connsiteX3" fmla="*/ 35462 w 1333320"/>
              <a:gd name="connsiteY3" fmla="*/ 577102 h 975309"/>
              <a:gd name="connsiteX4" fmla="*/ 25655 w 1333320"/>
              <a:gd name="connsiteY4" fmla="*/ 552087 h 975309"/>
              <a:gd name="connsiteX5" fmla="*/ 15234 w 1333320"/>
              <a:gd name="connsiteY5" fmla="*/ 539253 h 975309"/>
              <a:gd name="connsiteX6" fmla="*/ 117057 w 1333320"/>
              <a:gd name="connsiteY6" fmla="*/ 0 h 97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33320" h="975309">
                <a:moveTo>
                  <a:pt x="1333320" y="975309"/>
                </a:moveTo>
                <a:cubicBezTo>
                  <a:pt x="925281" y="897880"/>
                  <a:pt x="517243" y="820451"/>
                  <a:pt x="300933" y="754083"/>
                </a:cubicBezTo>
                <a:cubicBezTo>
                  <a:pt x="102092" y="704934"/>
                  <a:pt x="184515" y="709914"/>
                  <a:pt x="140270" y="680417"/>
                </a:cubicBezTo>
                <a:cubicBezTo>
                  <a:pt x="96025" y="650920"/>
                  <a:pt x="54564" y="598490"/>
                  <a:pt x="35462" y="577102"/>
                </a:cubicBezTo>
                <a:cubicBezTo>
                  <a:pt x="16360" y="555714"/>
                  <a:pt x="29026" y="558395"/>
                  <a:pt x="25655" y="552087"/>
                </a:cubicBezTo>
                <a:cubicBezTo>
                  <a:pt x="22284" y="545779"/>
                  <a:pt x="0" y="631268"/>
                  <a:pt x="15234" y="539253"/>
                </a:cubicBezTo>
                <a:cubicBezTo>
                  <a:pt x="30468" y="447238"/>
                  <a:pt x="100087" y="89875"/>
                  <a:pt x="117057" y="0"/>
                </a:cubicBezTo>
              </a:path>
            </a:pathLst>
          </a:custGeom>
          <a:ln w="38100">
            <a:solidFill>
              <a:srgbClr val="FF0000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14" name="Picture 4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18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  <p:sp>
        <p:nvSpPr>
          <p:cNvPr id="22" name="Freeform 21"/>
          <p:cNvSpPr/>
          <p:nvPr/>
        </p:nvSpPr>
        <p:spPr>
          <a:xfrm rot="5142185" flipH="1" flipV="1">
            <a:off x="6563362" y="2384601"/>
            <a:ext cx="975235" cy="3068872"/>
          </a:xfrm>
          <a:custGeom>
            <a:avLst/>
            <a:gdLst>
              <a:gd name="connsiteX0" fmla="*/ 1337187 w 1337187"/>
              <a:gd name="connsiteY0" fmla="*/ 988142 h 988142"/>
              <a:gd name="connsiteX1" fmla="*/ 304800 w 1337187"/>
              <a:gd name="connsiteY1" fmla="*/ 766916 h 988142"/>
              <a:gd name="connsiteX2" fmla="*/ 39329 w 1337187"/>
              <a:gd name="connsiteY2" fmla="*/ 589935 h 988142"/>
              <a:gd name="connsiteX3" fmla="*/ 68826 w 1337187"/>
              <a:gd name="connsiteY3" fmla="*/ 0 h 988142"/>
              <a:gd name="connsiteX0" fmla="*/ 1335055 w 1335055"/>
              <a:gd name="connsiteY0" fmla="*/ 988142 h 988142"/>
              <a:gd name="connsiteX1" fmla="*/ 289877 w 1335055"/>
              <a:gd name="connsiteY1" fmla="*/ 893770 h 988142"/>
              <a:gd name="connsiteX2" fmla="*/ 37197 w 1335055"/>
              <a:gd name="connsiteY2" fmla="*/ 589935 h 988142"/>
              <a:gd name="connsiteX3" fmla="*/ 66694 w 1335055"/>
              <a:gd name="connsiteY3" fmla="*/ 0 h 988142"/>
              <a:gd name="connsiteX0" fmla="*/ 1335055 w 1461372"/>
              <a:gd name="connsiteY0" fmla="*/ 988142 h 988275"/>
              <a:gd name="connsiteX1" fmla="*/ 1287176 w 1461372"/>
              <a:gd name="connsiteY1" fmla="*/ 943110 h 988275"/>
              <a:gd name="connsiteX2" fmla="*/ 289877 w 1461372"/>
              <a:gd name="connsiteY2" fmla="*/ 893770 h 988275"/>
              <a:gd name="connsiteX3" fmla="*/ 37197 w 1461372"/>
              <a:gd name="connsiteY3" fmla="*/ 589935 h 988275"/>
              <a:gd name="connsiteX4" fmla="*/ 66694 w 1461372"/>
              <a:gd name="connsiteY4" fmla="*/ 0 h 988275"/>
              <a:gd name="connsiteX0" fmla="*/ 1335055 w 1461372"/>
              <a:gd name="connsiteY0" fmla="*/ 988142 h 988275"/>
              <a:gd name="connsiteX1" fmla="*/ 1287176 w 1461372"/>
              <a:gd name="connsiteY1" fmla="*/ 943110 h 988275"/>
              <a:gd name="connsiteX2" fmla="*/ 896293 w 1461372"/>
              <a:gd name="connsiteY2" fmla="*/ 975483 h 988275"/>
              <a:gd name="connsiteX3" fmla="*/ 289877 w 1461372"/>
              <a:gd name="connsiteY3" fmla="*/ 893770 h 988275"/>
              <a:gd name="connsiteX4" fmla="*/ 37197 w 1461372"/>
              <a:gd name="connsiteY4" fmla="*/ 589935 h 988275"/>
              <a:gd name="connsiteX5" fmla="*/ 66694 w 1461372"/>
              <a:gd name="connsiteY5" fmla="*/ 0 h 988275"/>
              <a:gd name="connsiteX0" fmla="*/ 1340497 w 1461372"/>
              <a:gd name="connsiteY0" fmla="*/ 929133 h 983706"/>
              <a:gd name="connsiteX1" fmla="*/ 1287176 w 1461372"/>
              <a:gd name="connsiteY1" fmla="*/ 943110 h 983706"/>
              <a:gd name="connsiteX2" fmla="*/ 896293 w 1461372"/>
              <a:gd name="connsiteY2" fmla="*/ 975483 h 983706"/>
              <a:gd name="connsiteX3" fmla="*/ 289877 w 1461372"/>
              <a:gd name="connsiteY3" fmla="*/ 893770 h 983706"/>
              <a:gd name="connsiteX4" fmla="*/ 37197 w 1461372"/>
              <a:gd name="connsiteY4" fmla="*/ 589935 h 983706"/>
              <a:gd name="connsiteX5" fmla="*/ 66694 w 1461372"/>
              <a:gd name="connsiteY5" fmla="*/ 0 h 983706"/>
              <a:gd name="connsiteX0" fmla="*/ 1340497 w 1461372"/>
              <a:gd name="connsiteY0" fmla="*/ 929133 h 1001659"/>
              <a:gd name="connsiteX1" fmla="*/ 1287176 w 1461372"/>
              <a:gd name="connsiteY1" fmla="*/ 943110 h 1001659"/>
              <a:gd name="connsiteX2" fmla="*/ 868613 w 1461372"/>
              <a:gd name="connsiteY2" fmla="*/ 993436 h 1001659"/>
              <a:gd name="connsiteX3" fmla="*/ 289877 w 1461372"/>
              <a:gd name="connsiteY3" fmla="*/ 893770 h 1001659"/>
              <a:gd name="connsiteX4" fmla="*/ 37197 w 1461372"/>
              <a:gd name="connsiteY4" fmla="*/ 589935 h 1001659"/>
              <a:gd name="connsiteX5" fmla="*/ 66694 w 1461372"/>
              <a:gd name="connsiteY5" fmla="*/ 0 h 1001659"/>
              <a:gd name="connsiteX0" fmla="*/ 1340497 w 1471336"/>
              <a:gd name="connsiteY0" fmla="*/ 929133 h 1003043"/>
              <a:gd name="connsiteX1" fmla="*/ 1297140 w 1471336"/>
              <a:gd name="connsiteY1" fmla="*/ 951414 h 1003043"/>
              <a:gd name="connsiteX2" fmla="*/ 868613 w 1471336"/>
              <a:gd name="connsiteY2" fmla="*/ 993436 h 1003043"/>
              <a:gd name="connsiteX3" fmla="*/ 289877 w 1471336"/>
              <a:gd name="connsiteY3" fmla="*/ 893770 h 1003043"/>
              <a:gd name="connsiteX4" fmla="*/ 37197 w 1471336"/>
              <a:gd name="connsiteY4" fmla="*/ 589935 h 1003043"/>
              <a:gd name="connsiteX5" fmla="*/ 66694 w 1471336"/>
              <a:gd name="connsiteY5" fmla="*/ 0 h 1003043"/>
              <a:gd name="connsiteX0" fmla="*/ 1340497 w 1340497"/>
              <a:gd name="connsiteY0" fmla="*/ 929133 h 1003043"/>
              <a:gd name="connsiteX1" fmla="*/ 1297140 w 1340497"/>
              <a:gd name="connsiteY1" fmla="*/ 951414 h 1003043"/>
              <a:gd name="connsiteX2" fmla="*/ 868613 w 1340497"/>
              <a:gd name="connsiteY2" fmla="*/ 993436 h 1003043"/>
              <a:gd name="connsiteX3" fmla="*/ 289877 w 1340497"/>
              <a:gd name="connsiteY3" fmla="*/ 893770 h 1003043"/>
              <a:gd name="connsiteX4" fmla="*/ 37197 w 1340497"/>
              <a:gd name="connsiteY4" fmla="*/ 589935 h 1003043"/>
              <a:gd name="connsiteX5" fmla="*/ 66694 w 1340497"/>
              <a:gd name="connsiteY5" fmla="*/ 0 h 1003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0497" h="1003043">
                <a:moveTo>
                  <a:pt x="1340497" y="929133"/>
                </a:moveTo>
                <a:cubicBezTo>
                  <a:pt x="1337749" y="929266"/>
                  <a:pt x="1286850" y="923951"/>
                  <a:pt x="1297140" y="951414"/>
                </a:cubicBezTo>
                <a:cubicBezTo>
                  <a:pt x="1280561" y="943515"/>
                  <a:pt x="1036490" y="1003043"/>
                  <a:pt x="868613" y="993436"/>
                </a:cubicBezTo>
                <a:cubicBezTo>
                  <a:pt x="700736" y="983829"/>
                  <a:pt x="428446" y="961020"/>
                  <a:pt x="289877" y="893770"/>
                </a:cubicBezTo>
                <a:cubicBezTo>
                  <a:pt x="151308" y="826520"/>
                  <a:pt x="74394" y="738897"/>
                  <a:pt x="37197" y="589935"/>
                </a:cubicBezTo>
                <a:cubicBezTo>
                  <a:pt x="0" y="440973"/>
                  <a:pt x="32281" y="231058"/>
                  <a:pt x="66694" y="0"/>
                </a:cubicBezTo>
              </a:path>
            </a:pathLst>
          </a:custGeom>
          <a:ln w="38100">
            <a:solidFill>
              <a:schemeClr val="tx1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914400" y="57150"/>
            <a:ext cx="3657600" cy="45720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IN" sz="2000" b="1" dirty="0" smtClean="0">
                <a:solidFill>
                  <a:schemeClr val="tx1"/>
                </a:solidFill>
              </a:rPr>
              <a:t>Construction of DC Machine</a:t>
            </a:r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998" y="571500"/>
            <a:ext cx="6555602" cy="4082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5" name="Picture 4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6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7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60" b="20199"/>
          <a:stretch/>
        </p:blipFill>
        <p:spPr bwMode="auto">
          <a:xfrm>
            <a:off x="838200" y="571500"/>
            <a:ext cx="67056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838200" y="57150"/>
            <a:ext cx="3657600" cy="45720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IN" sz="2000" b="1" dirty="0" smtClean="0">
                <a:solidFill>
                  <a:schemeClr val="tx1"/>
                </a:solidFill>
              </a:rPr>
              <a:t>Construction of DC Machine</a:t>
            </a:r>
            <a:endParaRPr lang="en-IN" sz="2000" b="1" dirty="0">
              <a:solidFill>
                <a:schemeClr val="tx1"/>
              </a:solidFill>
            </a:endParaRPr>
          </a:p>
        </p:txBody>
      </p:sp>
      <p:grpSp>
        <p:nvGrpSpPr>
          <p:cNvPr id="4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5" name="Picture 4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6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7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914400" y="514350"/>
            <a:ext cx="61722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/>
              <a:t>P</a:t>
            </a:r>
            <a:r>
              <a:rPr lang="en-IN" sz="1600" b="1" dirty="0"/>
              <a:t> </a:t>
            </a:r>
            <a:r>
              <a:rPr lang="en-IN" sz="1600" b="1" dirty="0" smtClean="0"/>
              <a:t>= Number </a:t>
            </a:r>
            <a:r>
              <a:rPr lang="en-IN" sz="1600" b="1" dirty="0"/>
              <a:t>of poles of the </a:t>
            </a:r>
            <a:r>
              <a:rPr lang="en-IN" sz="1600" b="1" dirty="0" smtClean="0"/>
              <a:t>machine.</a:t>
            </a:r>
            <a:endParaRPr lang="en-IN" sz="1600" b="1" dirty="0"/>
          </a:p>
          <a:p>
            <a:r>
              <a:rPr lang="en-IN" sz="16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ϕ</a:t>
            </a:r>
            <a:r>
              <a:rPr lang="en-IN" sz="1600" b="1" dirty="0"/>
              <a:t> </a:t>
            </a:r>
            <a:r>
              <a:rPr lang="en-IN" sz="1600" b="1" dirty="0" smtClean="0"/>
              <a:t>= Flux </a:t>
            </a:r>
            <a:r>
              <a:rPr lang="en-IN" sz="1600" b="1" dirty="0"/>
              <a:t>per pole in Weber.</a:t>
            </a:r>
          </a:p>
          <a:p>
            <a:r>
              <a:rPr lang="en-IN" sz="1600" b="1" dirty="0" smtClean="0"/>
              <a:t>N</a:t>
            </a:r>
            <a:r>
              <a:rPr lang="en-IN" sz="1600" b="1" dirty="0"/>
              <a:t> </a:t>
            </a:r>
            <a:r>
              <a:rPr lang="en-IN" sz="1600" b="1" dirty="0" smtClean="0"/>
              <a:t>= Speed </a:t>
            </a:r>
            <a:r>
              <a:rPr lang="en-IN" sz="1600" b="1" dirty="0"/>
              <a:t>of </a:t>
            </a:r>
            <a:r>
              <a:rPr lang="en-IN" sz="1600" b="1" dirty="0" smtClean="0"/>
              <a:t>Armature </a:t>
            </a:r>
            <a:r>
              <a:rPr lang="en-IN" sz="1600" b="1" dirty="0"/>
              <a:t>in </a:t>
            </a:r>
            <a:r>
              <a:rPr lang="en-IN" sz="1600" b="1" dirty="0" smtClean="0"/>
              <a:t>Revolutions </a:t>
            </a:r>
            <a:r>
              <a:rPr lang="en-IN" sz="1600" b="1" dirty="0"/>
              <a:t>per </a:t>
            </a:r>
            <a:r>
              <a:rPr lang="en-IN" sz="1600" b="1" dirty="0" smtClean="0"/>
              <a:t>Minute (RPM).</a:t>
            </a:r>
          </a:p>
          <a:p>
            <a:r>
              <a:rPr lang="en-IN" sz="1600" b="1" dirty="0" smtClean="0"/>
              <a:t>Z = Total number of Armature conductors.</a:t>
            </a:r>
          </a:p>
          <a:p>
            <a:r>
              <a:rPr lang="en-IN" sz="1600" b="1" dirty="0" smtClean="0"/>
              <a:t>A</a:t>
            </a:r>
            <a:r>
              <a:rPr lang="en-IN" sz="1600" b="1" dirty="0"/>
              <a:t> </a:t>
            </a:r>
            <a:r>
              <a:rPr lang="en-IN" sz="1600" b="1" dirty="0" smtClean="0"/>
              <a:t>= Number </a:t>
            </a:r>
            <a:r>
              <a:rPr lang="en-IN" sz="1600" b="1" dirty="0"/>
              <a:t>of </a:t>
            </a:r>
            <a:r>
              <a:rPr lang="en-IN" sz="1600" b="1" dirty="0" smtClean="0"/>
              <a:t>Parallel </a:t>
            </a:r>
            <a:r>
              <a:rPr lang="en-IN" sz="1600" b="1" dirty="0"/>
              <a:t>paths in the </a:t>
            </a:r>
            <a:r>
              <a:rPr lang="en-IN" sz="1600" b="1" dirty="0" smtClean="0"/>
              <a:t>Armature </a:t>
            </a:r>
            <a:r>
              <a:rPr lang="en-IN" sz="1600" b="1" dirty="0"/>
              <a:t>winding</a:t>
            </a:r>
            <a:r>
              <a:rPr lang="en-IN" sz="1600" b="1" dirty="0" smtClean="0"/>
              <a:t>.</a:t>
            </a:r>
            <a:endParaRPr lang="en-IN" sz="16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914400" y="1760256"/>
            <a:ext cx="6553200" cy="1746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solidFill>
                  <a:srgbClr val="0000FF"/>
                </a:solidFill>
              </a:rPr>
              <a:t>According to Faradays Law,</a:t>
            </a:r>
          </a:p>
          <a:p>
            <a:pPr>
              <a:lnSpc>
                <a:spcPts val="1500"/>
              </a:lnSpc>
            </a:pPr>
            <a:r>
              <a:rPr lang="en-IN" sz="1600" b="1" dirty="0" smtClean="0">
                <a:solidFill>
                  <a:srgbClr val="0000FF"/>
                </a:solidFill>
              </a:rPr>
              <a:t>			</a:t>
            </a:r>
            <a:r>
              <a:rPr lang="en-IN" sz="16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      </a:t>
            </a:r>
            <a:r>
              <a:rPr lang="en-IN" sz="1400" b="1" dirty="0" err="1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dϕ</a:t>
            </a:r>
            <a:endParaRPr lang="en-IN" sz="1400" b="1" dirty="0" smtClean="0">
              <a:solidFill>
                <a:srgbClr val="0000FF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ts val="1500"/>
              </a:lnSpc>
            </a:pPr>
            <a:r>
              <a:rPr lang="en-IN" sz="14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			e = ------		Volts</a:t>
            </a:r>
          </a:p>
          <a:p>
            <a:pPr>
              <a:lnSpc>
                <a:spcPts val="1500"/>
              </a:lnSpc>
            </a:pPr>
            <a:r>
              <a:rPr lang="en-IN" sz="14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	       	                        </a:t>
            </a:r>
            <a:r>
              <a:rPr lang="en-IN" sz="1400" b="1" dirty="0" err="1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dt</a:t>
            </a:r>
            <a:r>
              <a:rPr lang="en-IN" sz="14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endParaRPr lang="en-IN" sz="1600" b="1" dirty="0" smtClean="0">
              <a:solidFill>
                <a:srgbClr val="0000FF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ts val="1500"/>
              </a:lnSpc>
            </a:pPr>
            <a:endParaRPr lang="en-IN" sz="1600" b="1" dirty="0" smtClean="0">
              <a:solidFill>
                <a:srgbClr val="0000FF"/>
              </a:solidFill>
              <a:latin typeface="Century Gothic" pitchFamily="34" charset="0"/>
              <a:ea typeface="Verdana" pitchFamily="34" charset="0"/>
              <a:cs typeface="Courier New" pitchFamily="49" charset="0"/>
            </a:endParaRPr>
          </a:p>
          <a:p>
            <a:pPr>
              <a:lnSpc>
                <a:spcPts val="1500"/>
              </a:lnSpc>
            </a:pPr>
            <a:r>
              <a:rPr lang="en-IN" sz="1600" b="1" dirty="0" smtClean="0">
                <a:solidFill>
                  <a:srgbClr val="0000FF"/>
                </a:solidFill>
                <a:latin typeface="Century Gothic" pitchFamily="34" charset="0"/>
                <a:ea typeface="Verdana" pitchFamily="34" charset="0"/>
                <a:cs typeface="Courier New" pitchFamily="49" charset="0"/>
              </a:rPr>
              <a:t>			       </a:t>
            </a:r>
            <a:r>
              <a:rPr lang="en-IN" sz="1400" b="1" dirty="0" smtClean="0">
                <a:solidFill>
                  <a:srgbClr val="0000FF"/>
                </a:solidFill>
                <a:latin typeface="Century Gothic" pitchFamily="34" charset="0"/>
                <a:ea typeface="Verdana" pitchFamily="34" charset="0"/>
                <a:cs typeface="Courier New" pitchFamily="49" charset="0"/>
              </a:rPr>
              <a:t>Total Flux cut</a:t>
            </a:r>
          </a:p>
          <a:p>
            <a:pPr>
              <a:lnSpc>
                <a:spcPts val="1500"/>
              </a:lnSpc>
            </a:pPr>
            <a:r>
              <a:rPr lang="en-IN" sz="1400" b="1" dirty="0" smtClean="0">
                <a:solidFill>
                  <a:srgbClr val="0000FF"/>
                </a:solidFill>
                <a:latin typeface="Century Gothic" pitchFamily="34" charset="0"/>
                <a:ea typeface="Verdana" pitchFamily="34" charset="0"/>
                <a:cs typeface="Courier New" pitchFamily="49" charset="0"/>
              </a:rPr>
              <a:t>			e = ------------------ 	Volts</a:t>
            </a:r>
          </a:p>
          <a:p>
            <a:pPr>
              <a:lnSpc>
                <a:spcPts val="1500"/>
              </a:lnSpc>
            </a:pPr>
            <a:r>
              <a:rPr lang="en-IN" sz="1400" b="1" dirty="0" smtClean="0">
                <a:solidFill>
                  <a:srgbClr val="0000FF"/>
                </a:solidFill>
                <a:latin typeface="Century Gothic" pitchFamily="34" charset="0"/>
                <a:ea typeface="Verdana" pitchFamily="34" charset="0"/>
                <a:cs typeface="Courier New" pitchFamily="49" charset="0"/>
              </a:rPr>
              <a:t>			        Time required</a:t>
            </a:r>
            <a:endParaRPr lang="en-IN" sz="1400" b="1" dirty="0">
              <a:solidFill>
                <a:srgbClr val="0000FF"/>
              </a:solidFill>
              <a:latin typeface="Century Gothic" pitchFamily="34" charset="0"/>
              <a:ea typeface="Verdana" pitchFamily="34" charset="0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4072176"/>
            <a:ext cx="6705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solidFill>
                  <a:srgbClr val="0000FF"/>
                </a:solidFill>
              </a:rPr>
              <a:t>RPM = Revolutions per Minute = N</a:t>
            </a:r>
          </a:p>
          <a:p>
            <a:r>
              <a:rPr lang="en-IN" sz="1600" b="1" dirty="0" err="1" smtClean="0">
                <a:solidFill>
                  <a:srgbClr val="0000FF"/>
                </a:solidFill>
              </a:rPr>
              <a:t>RPS</a:t>
            </a:r>
            <a:r>
              <a:rPr lang="en-IN" sz="1600" b="1" dirty="0" smtClean="0">
                <a:solidFill>
                  <a:srgbClr val="0000FF"/>
                </a:solidFill>
              </a:rPr>
              <a:t> = Revolutions per  Second = N / 60</a:t>
            </a:r>
          </a:p>
          <a:p>
            <a:r>
              <a:rPr lang="en-IN" sz="1600" b="1" dirty="0" smtClean="0">
                <a:solidFill>
                  <a:srgbClr val="0000FF"/>
                </a:solidFill>
              </a:rPr>
              <a:t>         Seconds for one Revolution  = 60 / N 	         .......(eq.2)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233976"/>
            <a:ext cx="65532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/>
              <a:t>In </a:t>
            </a:r>
            <a:r>
              <a:rPr lang="en-IN" sz="1600" b="1" dirty="0"/>
              <a:t>one </a:t>
            </a:r>
            <a:r>
              <a:rPr lang="en-IN" sz="1600" b="1" dirty="0" smtClean="0"/>
              <a:t>Revolution of </a:t>
            </a:r>
            <a:r>
              <a:rPr lang="en-IN" sz="1600" b="1" dirty="0"/>
              <a:t>the armature, </a:t>
            </a:r>
            <a:r>
              <a:rPr lang="en-IN" sz="1600" b="1" dirty="0" smtClean="0"/>
              <a:t> </a:t>
            </a:r>
          </a:p>
          <a:p>
            <a:r>
              <a:rPr lang="en-IN" sz="1600" b="1" dirty="0" smtClean="0"/>
              <a:t>	the total flux </a:t>
            </a:r>
            <a:r>
              <a:rPr lang="en-IN" sz="1600" b="1" dirty="0"/>
              <a:t>cut by one conductor </a:t>
            </a:r>
            <a:r>
              <a:rPr lang="en-IN" sz="1600" b="1" dirty="0" smtClean="0"/>
              <a:t>will be </a:t>
            </a:r>
          </a:p>
          <a:p>
            <a:r>
              <a:rPr lang="en-IN" sz="1600" b="1" dirty="0" smtClean="0"/>
              <a:t>			</a:t>
            </a:r>
            <a:r>
              <a:rPr lang="en-IN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e = P ϕ  </a:t>
            </a:r>
            <a:r>
              <a:rPr lang="en-IN" sz="1600" b="1" dirty="0" smtClean="0"/>
              <a:t>	Weber ......(eq.1)</a:t>
            </a:r>
            <a:endParaRPr lang="en-IN" sz="1600" b="1" dirty="0"/>
          </a:p>
        </p:txBody>
      </p:sp>
      <p:grpSp>
        <p:nvGrpSpPr>
          <p:cNvPr id="2" name="Group 21"/>
          <p:cNvGrpSpPr/>
          <p:nvPr/>
        </p:nvGrpSpPr>
        <p:grpSpPr>
          <a:xfrm>
            <a:off x="7696200" y="1657350"/>
            <a:ext cx="235226" cy="266700"/>
            <a:chOff x="2590800" y="2286000"/>
            <a:chExt cx="304800" cy="304800"/>
          </a:xfrm>
        </p:grpSpPr>
        <p:sp>
          <p:nvSpPr>
            <p:cNvPr id="23" name="Oval 22"/>
            <p:cNvSpPr/>
            <p:nvPr/>
          </p:nvSpPr>
          <p:spPr>
            <a:xfrm>
              <a:off x="2590800" y="2286000"/>
              <a:ext cx="304800" cy="304800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4" name="Oval 23"/>
            <p:cNvSpPr/>
            <p:nvPr/>
          </p:nvSpPr>
          <p:spPr>
            <a:xfrm>
              <a:off x="2667000" y="2362200"/>
              <a:ext cx="152400" cy="15240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4"/>
          <p:cNvGrpSpPr/>
          <p:nvPr/>
        </p:nvGrpSpPr>
        <p:grpSpPr>
          <a:xfrm>
            <a:off x="7162800" y="971550"/>
            <a:ext cx="1295401" cy="2571751"/>
            <a:chOff x="7467600" y="1524000"/>
            <a:chExt cx="914401" cy="1752601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7467601" y="1524000"/>
              <a:ext cx="91439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7181852" y="1809750"/>
              <a:ext cx="57149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8096251" y="1809750"/>
              <a:ext cx="57149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Arc 28"/>
            <p:cNvSpPr/>
            <p:nvPr/>
          </p:nvSpPr>
          <p:spPr>
            <a:xfrm>
              <a:off x="7467601" y="1839686"/>
              <a:ext cx="914399" cy="598715"/>
            </a:xfrm>
            <a:prstGeom prst="arc">
              <a:avLst>
                <a:gd name="adj1" fmla="val 10715029"/>
                <a:gd name="adj2" fmla="val 2155986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0" name="Oval 29"/>
            <p:cNvSpPr/>
            <p:nvPr/>
          </p:nvSpPr>
          <p:spPr>
            <a:xfrm>
              <a:off x="7507357" y="1981200"/>
              <a:ext cx="874643" cy="8382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cxnSp>
          <p:nvCxnSpPr>
            <p:cNvPr id="31" name="Straight Connector 30"/>
            <p:cNvCxnSpPr/>
            <p:nvPr/>
          </p:nvCxnSpPr>
          <p:spPr>
            <a:xfrm rot="10800000">
              <a:off x="7467600" y="3276600"/>
              <a:ext cx="91439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 flipH="1" flipV="1">
              <a:off x="8096250" y="2990851"/>
              <a:ext cx="5715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 flipH="1" flipV="1">
              <a:off x="7181851" y="2990851"/>
              <a:ext cx="5715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Arc 33"/>
            <p:cNvSpPr/>
            <p:nvPr/>
          </p:nvSpPr>
          <p:spPr>
            <a:xfrm rot="10800000">
              <a:off x="7467600" y="2362200"/>
              <a:ext cx="914399" cy="598715"/>
            </a:xfrm>
            <a:prstGeom prst="arc">
              <a:avLst>
                <a:gd name="adj1" fmla="val 10715029"/>
                <a:gd name="adj2" fmla="val 2155986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5" name="Text Box 27"/>
            <p:cNvSpPr txBox="1">
              <a:spLocks noChangeArrowheads="1"/>
            </p:cNvSpPr>
            <p:nvPr/>
          </p:nvSpPr>
          <p:spPr bwMode="auto">
            <a:xfrm>
              <a:off x="7785652" y="2971800"/>
              <a:ext cx="278295" cy="152400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cs typeface="Calibri" pitchFamily="34" charset="0"/>
                </a:rPr>
                <a:t>S</a:t>
              </a:r>
              <a:endPara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6" name="Text Box 27"/>
            <p:cNvSpPr txBox="1">
              <a:spLocks noChangeArrowheads="1"/>
            </p:cNvSpPr>
            <p:nvPr/>
          </p:nvSpPr>
          <p:spPr bwMode="auto">
            <a:xfrm>
              <a:off x="7785652" y="1524000"/>
              <a:ext cx="278295" cy="152400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cs typeface="Calibri" pitchFamily="34" charset="0"/>
                </a:rPr>
                <a:t>N</a:t>
              </a:r>
              <a:endPara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914400" y="114300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 smtClean="0">
                <a:solidFill>
                  <a:srgbClr val="FF0000"/>
                </a:solidFill>
                <a:latin typeface="Century Gothic" pitchFamily="34" charset="0"/>
              </a:rPr>
              <a:t>EMF</a:t>
            </a:r>
            <a:r>
              <a:rPr lang="en-IN" sz="2400" b="1" dirty="0" smtClean="0">
                <a:solidFill>
                  <a:srgbClr val="FF0000"/>
                </a:solidFill>
                <a:latin typeface="Century Gothic" pitchFamily="34" charset="0"/>
              </a:rPr>
              <a:t> Equation of a DC Generator .....</a:t>
            </a:r>
          </a:p>
        </p:txBody>
      </p:sp>
      <p:grpSp>
        <p:nvGrpSpPr>
          <p:cNvPr id="22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25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38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39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5599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1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0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10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path" presetSubtype="0" repeatCount="indefinite" accel="50000" decel="5000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0417 -0.01112 C 0.03507 -0.01112 0.06216 0.03365 0.06216 0.09262 C 0.06216 0.14757 0.03507 0.19635 0.00417 0.19635 C -0.02882 0.19635 -0.05382 0.14757 -0.05382 0.09262 C -0.05382 0.03365 -0.02882 -0.01112 0.00417 -0.01112 Z " pathEditMode="relative" rAng="0" ptsTypes="fffff">
                                      <p:cBhvr>
                                        <p:cTn id="7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1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10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bldLvl="3"/>
      <p:bldP spid="18" grpId="0" build="p" bldLvl="3"/>
      <p:bldP spid="19" grpId="0" build="p" bldLvl="3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762000" y="457200"/>
            <a:ext cx="7848600" cy="2131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solidFill>
                  <a:srgbClr val="0000FF"/>
                </a:solidFill>
              </a:rPr>
              <a:t>    According to Faradays Law,</a:t>
            </a:r>
            <a:endParaRPr lang="en-IN" sz="1600" b="1" dirty="0" smtClean="0">
              <a:solidFill>
                <a:srgbClr val="0000FF"/>
              </a:solidFill>
              <a:latin typeface="Century Gothic" pitchFamily="34" charset="0"/>
            </a:endParaRPr>
          </a:p>
          <a:p>
            <a:pPr>
              <a:lnSpc>
                <a:spcPts val="1500"/>
              </a:lnSpc>
            </a:pPr>
            <a:r>
              <a:rPr lang="en-IN" sz="1600" b="1" dirty="0" smtClean="0">
                <a:solidFill>
                  <a:srgbClr val="0000FF"/>
                </a:solidFill>
                <a:latin typeface="Century Gothic" pitchFamily="34" charset="0"/>
              </a:rPr>
              <a:t>			</a:t>
            </a:r>
            <a:r>
              <a:rPr lang="en-IN" sz="1600" b="1" dirty="0" smtClean="0">
                <a:solidFill>
                  <a:srgbClr val="0000FF"/>
                </a:solidFill>
                <a:latin typeface="Century Gothic" pitchFamily="34" charset="0"/>
                <a:ea typeface="Verdana" pitchFamily="34" charset="0"/>
                <a:cs typeface="Courier New" pitchFamily="49" charset="0"/>
              </a:rPr>
              <a:t>       </a:t>
            </a:r>
            <a:r>
              <a:rPr lang="en-IN" sz="1400" b="1" dirty="0" smtClean="0">
                <a:solidFill>
                  <a:srgbClr val="0000FF"/>
                </a:solidFill>
                <a:latin typeface="Century Gothic" pitchFamily="34" charset="0"/>
                <a:ea typeface="Verdana" pitchFamily="34" charset="0"/>
                <a:cs typeface="Courier New" pitchFamily="49" charset="0"/>
              </a:rPr>
              <a:t>Total Flux cut</a:t>
            </a:r>
          </a:p>
          <a:p>
            <a:pPr>
              <a:lnSpc>
                <a:spcPts val="1500"/>
              </a:lnSpc>
            </a:pPr>
            <a:r>
              <a:rPr lang="en-IN" sz="1400" b="1" dirty="0" smtClean="0">
                <a:solidFill>
                  <a:srgbClr val="0000FF"/>
                </a:solidFill>
                <a:latin typeface="Century Gothic" pitchFamily="34" charset="0"/>
                <a:ea typeface="Verdana" pitchFamily="34" charset="0"/>
                <a:cs typeface="Courier New" pitchFamily="49" charset="0"/>
              </a:rPr>
              <a:t>			e = ------------------ 	Volts</a:t>
            </a:r>
          </a:p>
          <a:p>
            <a:pPr>
              <a:lnSpc>
                <a:spcPts val="1500"/>
              </a:lnSpc>
            </a:pPr>
            <a:r>
              <a:rPr lang="en-IN" sz="1400" b="1" dirty="0" smtClean="0">
                <a:solidFill>
                  <a:srgbClr val="0000FF"/>
                </a:solidFill>
                <a:latin typeface="Century Gothic" pitchFamily="34" charset="0"/>
                <a:ea typeface="Verdana" pitchFamily="34" charset="0"/>
                <a:cs typeface="Courier New" pitchFamily="49" charset="0"/>
              </a:rPr>
              <a:t>			        Time required</a:t>
            </a:r>
          </a:p>
          <a:p>
            <a:pPr>
              <a:lnSpc>
                <a:spcPts val="1500"/>
              </a:lnSpc>
            </a:pPr>
            <a:endParaRPr lang="en-IN" sz="1400" b="1" dirty="0" smtClean="0">
              <a:solidFill>
                <a:srgbClr val="0000FF"/>
              </a:solidFill>
              <a:latin typeface="Century Gothic" pitchFamily="34" charset="0"/>
              <a:ea typeface="Verdana" pitchFamily="34" charset="0"/>
              <a:cs typeface="Courier New" pitchFamily="49" charset="0"/>
            </a:endParaRPr>
          </a:p>
          <a:p>
            <a:pPr>
              <a:lnSpc>
                <a:spcPts val="1500"/>
              </a:lnSpc>
            </a:pPr>
            <a:r>
              <a:rPr lang="en-IN" sz="1400" b="1" dirty="0" smtClean="0">
                <a:solidFill>
                  <a:srgbClr val="0000FF"/>
                </a:solidFill>
                <a:latin typeface="Century Gothic" pitchFamily="34" charset="0"/>
                <a:ea typeface="Verdana" pitchFamily="34" charset="0"/>
                <a:cs typeface="Courier New" pitchFamily="49" charset="0"/>
              </a:rPr>
              <a:t>   Substituting from eq.1) and eq.2) we get,</a:t>
            </a:r>
          </a:p>
          <a:p>
            <a:pPr>
              <a:lnSpc>
                <a:spcPts val="1500"/>
              </a:lnSpc>
            </a:pPr>
            <a:endParaRPr lang="en-IN" sz="1400" b="1" dirty="0" smtClean="0">
              <a:solidFill>
                <a:srgbClr val="0000FF"/>
              </a:solidFill>
              <a:latin typeface="Century Gothic" pitchFamily="34" charset="0"/>
              <a:ea typeface="Verdana" pitchFamily="34" charset="0"/>
              <a:cs typeface="Courier New" pitchFamily="49" charset="0"/>
            </a:endParaRPr>
          </a:p>
          <a:p>
            <a:pPr>
              <a:lnSpc>
                <a:spcPts val="1500"/>
              </a:lnSpc>
            </a:pPr>
            <a:r>
              <a:rPr lang="en-IN" sz="1400" b="1" dirty="0" smtClean="0">
                <a:solidFill>
                  <a:srgbClr val="0000FF"/>
                </a:solidFill>
                <a:latin typeface="Century Gothic" pitchFamily="34" charset="0"/>
                <a:ea typeface="Verdana" pitchFamily="34" charset="0"/>
                <a:cs typeface="Courier New" pitchFamily="49" charset="0"/>
              </a:rPr>
              <a:t>	 	           Total Flux cut           P ϕ           P ϕ N</a:t>
            </a:r>
          </a:p>
          <a:p>
            <a:pPr>
              <a:lnSpc>
                <a:spcPts val="1500"/>
              </a:lnSpc>
            </a:pPr>
            <a:r>
              <a:rPr lang="en-IN" sz="1400" b="1" dirty="0" smtClean="0">
                <a:solidFill>
                  <a:srgbClr val="0000FF"/>
                </a:solidFill>
                <a:latin typeface="Century Gothic" pitchFamily="34" charset="0"/>
                <a:ea typeface="Verdana" pitchFamily="34" charset="0"/>
                <a:cs typeface="Courier New" pitchFamily="49" charset="0"/>
              </a:rPr>
              <a:t>            </a:t>
            </a:r>
            <a:r>
              <a:rPr lang="en-IN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</a:t>
            </a:r>
            <a:r>
              <a:rPr lang="en-IN" sz="1400" b="1" dirty="0" smtClean="0">
                <a:solidFill>
                  <a:srgbClr val="0000FF"/>
                </a:solidFill>
                <a:latin typeface="Century Gothic" pitchFamily="34" charset="0"/>
                <a:ea typeface="Verdana" pitchFamily="34" charset="0"/>
                <a:cs typeface="Courier New" pitchFamily="49" charset="0"/>
              </a:rPr>
              <a:t> per conductor   = -----------------  = --------  =  ---------  Volts</a:t>
            </a:r>
          </a:p>
          <a:p>
            <a:pPr>
              <a:lnSpc>
                <a:spcPts val="1500"/>
              </a:lnSpc>
            </a:pPr>
            <a:r>
              <a:rPr lang="en-IN" sz="1400" b="1" dirty="0" smtClean="0">
                <a:solidFill>
                  <a:srgbClr val="0000FF"/>
                </a:solidFill>
                <a:latin typeface="Century Gothic" pitchFamily="34" charset="0"/>
                <a:ea typeface="Verdana" pitchFamily="34" charset="0"/>
                <a:cs typeface="Courier New" pitchFamily="49" charset="0"/>
              </a:rPr>
              <a:t>	    	           Time required       60 / N	         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000" y="2444175"/>
            <a:ext cx="815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 smtClean="0">
                <a:solidFill>
                  <a:srgbClr val="FF0000"/>
                </a:solidFill>
                <a:ea typeface="Verdana" pitchFamily="34" charset="0"/>
                <a:cs typeface="Courier New" pitchFamily="49" charset="0"/>
              </a:rPr>
              <a:t> There are total Z conductors, but all of them are not in series ! </a:t>
            </a:r>
          </a:p>
          <a:p>
            <a:pPr algn="ctr"/>
            <a:r>
              <a:rPr lang="en-IN" sz="1600" b="1" dirty="0" smtClean="0">
                <a:solidFill>
                  <a:srgbClr val="FF0000"/>
                </a:solidFill>
                <a:ea typeface="Verdana" pitchFamily="34" charset="0"/>
                <a:cs typeface="Courier New" pitchFamily="49" charset="0"/>
              </a:rPr>
              <a:t> They are equally divided in A parallel paths (groups).  Thus Z/A conductors are in series. Thus,</a:t>
            </a:r>
            <a:endParaRPr lang="en-IN" sz="1600" b="1" dirty="0">
              <a:solidFill>
                <a:srgbClr val="0000FF"/>
              </a:solidFill>
              <a:ea typeface="Verdana" pitchFamily="34" charset="0"/>
              <a:cs typeface="Courier New" pitchFamily="49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514600" y="3105150"/>
            <a:ext cx="4114800" cy="8463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 smtClean="0">
                <a:solidFill>
                  <a:srgbClr val="0000FF"/>
                </a:solidFill>
                <a:latin typeface="Courier New" pitchFamily="49" charset="0"/>
                <a:ea typeface="Verdana" pitchFamily="34" charset="0"/>
                <a:cs typeface="Courier New" pitchFamily="49" charset="0"/>
              </a:rPr>
              <a:t>	 </a:t>
            </a:r>
            <a:r>
              <a:rPr lang="en-IN" sz="1600" b="1" dirty="0" smtClean="0">
                <a:solidFill>
                  <a:srgbClr val="0000FF"/>
                </a:solidFill>
                <a:latin typeface="Century Gothic" pitchFamily="34" charset="0"/>
                <a:ea typeface="Verdana" pitchFamily="34" charset="0"/>
                <a:cs typeface="Verdana" pitchFamily="34" charset="0"/>
              </a:rPr>
              <a:t>P ϕ N     Z       P ϕ N Z</a:t>
            </a:r>
          </a:p>
          <a:p>
            <a:pPr>
              <a:lnSpc>
                <a:spcPts val="1500"/>
              </a:lnSpc>
            </a:pPr>
            <a:r>
              <a:rPr lang="en-IN" sz="1600" b="1" dirty="0" smtClean="0">
                <a:solidFill>
                  <a:srgbClr val="0000FF"/>
                </a:solidFill>
                <a:latin typeface="Century Gothic" pitchFamily="34" charset="0"/>
                <a:ea typeface="Verdana" pitchFamily="34" charset="0"/>
                <a:cs typeface="Verdana" pitchFamily="34" charset="0"/>
              </a:rPr>
              <a:t>  Total E = ------- x --- = ----------   Volts</a:t>
            </a:r>
          </a:p>
          <a:p>
            <a:pPr>
              <a:lnSpc>
                <a:spcPts val="1500"/>
              </a:lnSpc>
            </a:pPr>
            <a:r>
              <a:rPr lang="en-IN" sz="1600" b="1" dirty="0" smtClean="0">
                <a:solidFill>
                  <a:srgbClr val="0000FF"/>
                </a:solidFill>
                <a:latin typeface="Century Gothic" pitchFamily="34" charset="0"/>
                <a:ea typeface="Verdana" pitchFamily="34" charset="0"/>
                <a:cs typeface="Verdana" pitchFamily="34" charset="0"/>
              </a:rPr>
              <a:t>	    60         A        60 A</a:t>
            </a:r>
            <a:endParaRPr lang="en-IN" sz="1600" b="1" dirty="0">
              <a:solidFill>
                <a:srgbClr val="0000FF"/>
              </a:solidFill>
              <a:latin typeface="Century Gothi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295400" y="3943350"/>
            <a:ext cx="617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This is called as the </a:t>
            </a:r>
            <a:r>
              <a:rPr lang="en-IN" sz="2000" b="1" dirty="0" err="1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EMF</a:t>
            </a:r>
            <a:r>
              <a:rPr lang="en-IN" sz="20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Equation of a DC Generator.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7150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 smtClean="0">
                <a:solidFill>
                  <a:srgbClr val="FF0000"/>
                </a:solidFill>
                <a:latin typeface="Century Gothic" pitchFamily="34" charset="0"/>
              </a:rPr>
              <a:t>EMF</a:t>
            </a:r>
            <a:r>
              <a:rPr lang="en-IN" sz="2400" b="1" dirty="0" smtClean="0">
                <a:solidFill>
                  <a:srgbClr val="FF0000"/>
                </a:solidFill>
                <a:latin typeface="Century Gothic" pitchFamily="34" charset="0"/>
              </a:rPr>
              <a:t> Equation of a DC Generator .....contd.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8200" y="4476750"/>
            <a:ext cx="1335881" cy="45720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IN" sz="3200" b="1" dirty="0" smtClean="0">
                <a:solidFill>
                  <a:schemeClr val="tx1"/>
                </a:solidFill>
              </a:rPr>
              <a:t>E  </a:t>
            </a:r>
            <a:r>
              <a:rPr lang="en-IN" sz="3200" b="1" dirty="0" smtClean="0">
                <a:solidFill>
                  <a:schemeClr val="tx1"/>
                </a:solidFill>
                <a:sym typeface="Symbol"/>
              </a:rPr>
              <a:t></a:t>
            </a:r>
            <a:r>
              <a:rPr lang="en-IN" sz="3200" b="1" dirty="0" smtClean="0">
                <a:solidFill>
                  <a:schemeClr val="tx1"/>
                </a:solidFill>
              </a:rPr>
              <a:t> ??</a:t>
            </a:r>
            <a:endParaRPr lang="en-IN" sz="3200" b="1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048000" y="4476750"/>
            <a:ext cx="1964531" cy="45720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IN" sz="3200" b="1" dirty="0" smtClean="0">
                <a:solidFill>
                  <a:schemeClr val="tx1"/>
                </a:solidFill>
              </a:rPr>
              <a:t>E  </a:t>
            </a:r>
            <a:r>
              <a:rPr lang="en-IN" sz="3200" b="1" dirty="0" smtClean="0">
                <a:solidFill>
                  <a:schemeClr val="tx1"/>
                </a:solidFill>
                <a:sym typeface="Symbol"/>
              </a:rPr>
              <a:t>   N</a:t>
            </a:r>
            <a:endParaRPr lang="en-IN" sz="3200" b="1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2184425" y="4704755"/>
            <a:ext cx="863575" cy="898"/>
          </a:xfrm>
          <a:prstGeom prst="straightConnector1">
            <a:avLst/>
          </a:prstGeom>
          <a:ln w="508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05400" y="4324350"/>
            <a:ext cx="3886200" cy="68580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IN" sz="2000" b="1" dirty="0" smtClean="0">
                <a:solidFill>
                  <a:schemeClr val="tx1"/>
                </a:solidFill>
              </a:rPr>
              <a:t>All other parameters are constant</a:t>
            </a:r>
            <a:endParaRPr lang="en-IN" sz="2000" b="1" dirty="0">
              <a:solidFill>
                <a:schemeClr val="tx1"/>
              </a:solidFill>
            </a:endParaRPr>
          </a:p>
        </p:txBody>
      </p:sp>
      <p:grpSp>
        <p:nvGrpSpPr>
          <p:cNvPr id="11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13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5599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8" grpId="0"/>
      <p:bldP spid="39" grpId="0" animBg="1"/>
      <p:bldP spid="40" grpId="0"/>
      <p:bldP spid="16" grpId="0" animBg="1"/>
      <p:bldP spid="17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914400" y="486918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438400" y="171450"/>
            <a:ext cx="5105400" cy="461665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rgbClr val="FF0000"/>
                </a:solidFill>
              </a:rPr>
              <a:t>Left hand rule – Motoring action</a:t>
            </a:r>
            <a:endParaRPr lang="en-IN" sz="2400" b="1" i="1" dirty="0" smtClean="0">
              <a:solidFill>
                <a:srgbClr val="FF0000"/>
              </a:solidFill>
            </a:endParaRPr>
          </a:p>
        </p:txBody>
      </p:sp>
      <p:pic>
        <p:nvPicPr>
          <p:cNvPr id="17" name="Picture 4" descr="Fleming's Left Hand Rul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775787"/>
            <a:ext cx="4800600" cy="3548563"/>
          </a:xfrm>
          <a:prstGeom prst="rect">
            <a:avLst/>
          </a:prstGeom>
          <a:solidFill>
            <a:schemeClr val="bg1"/>
          </a:solidFill>
          <a:extLst/>
        </p:spPr>
      </p:pic>
      <p:grpSp>
        <p:nvGrpSpPr>
          <p:cNvPr id="5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6" name="Picture 4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7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8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/>
          <p:cNvGrpSpPr/>
          <p:nvPr/>
        </p:nvGrpSpPr>
        <p:grpSpPr>
          <a:xfrm>
            <a:off x="1828801" y="653142"/>
            <a:ext cx="1752601" cy="1861458"/>
            <a:chOff x="1828800" y="642256"/>
            <a:chExt cx="1752601" cy="2481944"/>
          </a:xfrm>
        </p:grpSpPr>
        <p:cxnSp>
          <p:nvCxnSpPr>
            <p:cNvPr id="79" name="Straight Connector 78"/>
            <p:cNvCxnSpPr/>
            <p:nvPr/>
          </p:nvCxnSpPr>
          <p:spPr>
            <a:xfrm>
              <a:off x="1828800" y="642257"/>
              <a:ext cx="1752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rot="5400000">
              <a:off x="930729" y="1540328"/>
              <a:ext cx="179614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rot="5400000">
              <a:off x="2683329" y="1540328"/>
              <a:ext cx="179614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Arc 81"/>
            <p:cNvSpPr/>
            <p:nvPr/>
          </p:nvSpPr>
          <p:spPr>
            <a:xfrm>
              <a:off x="1828800" y="1926771"/>
              <a:ext cx="1752600" cy="1197429"/>
            </a:xfrm>
            <a:prstGeom prst="arc">
              <a:avLst>
                <a:gd name="adj1" fmla="val 10715029"/>
                <a:gd name="adj2" fmla="val 2155986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sp>
        <p:nvSpPr>
          <p:cNvPr id="83" name="Oval 82"/>
          <p:cNvSpPr/>
          <p:nvPr/>
        </p:nvSpPr>
        <p:spPr>
          <a:xfrm>
            <a:off x="1828800" y="1733550"/>
            <a:ext cx="1752600" cy="17526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84" name="Group 83"/>
          <p:cNvGrpSpPr/>
          <p:nvPr/>
        </p:nvGrpSpPr>
        <p:grpSpPr>
          <a:xfrm>
            <a:off x="1828800" y="2647950"/>
            <a:ext cx="1752601" cy="2076449"/>
            <a:chOff x="1828800" y="2971800"/>
            <a:chExt cx="1752601" cy="2481943"/>
          </a:xfrm>
        </p:grpSpPr>
        <p:cxnSp>
          <p:nvCxnSpPr>
            <p:cNvPr id="85" name="Straight Connector 84"/>
            <p:cNvCxnSpPr/>
            <p:nvPr/>
          </p:nvCxnSpPr>
          <p:spPr>
            <a:xfrm rot="10800000">
              <a:off x="1828800" y="5453743"/>
              <a:ext cx="1752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rot="16200000">
              <a:off x="2683329" y="4555672"/>
              <a:ext cx="179614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 rot="16200000">
              <a:off x="930729" y="4555672"/>
              <a:ext cx="179614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Arc 87"/>
            <p:cNvSpPr/>
            <p:nvPr/>
          </p:nvSpPr>
          <p:spPr>
            <a:xfrm rot="10800000">
              <a:off x="1828800" y="2971800"/>
              <a:ext cx="1752600" cy="1197429"/>
            </a:xfrm>
            <a:prstGeom prst="arc">
              <a:avLst>
                <a:gd name="adj1" fmla="val 10715029"/>
                <a:gd name="adj2" fmla="val 2155986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grpSp>
        <p:nvGrpSpPr>
          <p:cNvPr id="89" name="Group 165"/>
          <p:cNvGrpSpPr/>
          <p:nvPr/>
        </p:nvGrpSpPr>
        <p:grpSpPr>
          <a:xfrm>
            <a:off x="1981200" y="1409104"/>
            <a:ext cx="1447800" cy="2458046"/>
            <a:chOff x="6931024" y="1219200"/>
            <a:chExt cx="1374776" cy="3277394"/>
          </a:xfrm>
        </p:grpSpPr>
        <p:cxnSp>
          <p:nvCxnSpPr>
            <p:cNvPr id="90" name="Straight Arrow Connector 89"/>
            <p:cNvCxnSpPr/>
            <p:nvPr/>
          </p:nvCxnSpPr>
          <p:spPr>
            <a:xfrm rot="5400000">
              <a:off x="5981220" y="2857814"/>
              <a:ext cx="3275972" cy="1588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/>
            <p:nvPr/>
          </p:nvCxnSpPr>
          <p:spPr>
            <a:xfrm rot="5400000">
              <a:off x="6209820" y="2857814"/>
              <a:ext cx="3275972" cy="1588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/>
            <p:cNvCxnSpPr/>
            <p:nvPr/>
          </p:nvCxnSpPr>
          <p:spPr>
            <a:xfrm rot="5400000">
              <a:off x="6438420" y="2857814"/>
              <a:ext cx="3275972" cy="1588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/>
            <p:cNvCxnSpPr/>
            <p:nvPr/>
          </p:nvCxnSpPr>
          <p:spPr>
            <a:xfrm rot="5400000">
              <a:off x="6667020" y="2856392"/>
              <a:ext cx="3275972" cy="1588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 rot="5400000">
              <a:off x="5293832" y="2857814"/>
              <a:ext cx="3275972" cy="1588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 rot="5400000">
              <a:off x="5522432" y="2857814"/>
              <a:ext cx="3275972" cy="1588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 rot="5400000">
              <a:off x="5750238" y="2857814"/>
              <a:ext cx="3275972" cy="1588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7" name="Text Box 27"/>
          <p:cNvSpPr txBox="1">
            <a:spLocks noChangeArrowheads="1"/>
          </p:cNvSpPr>
          <p:nvPr/>
        </p:nvSpPr>
        <p:spPr bwMode="auto">
          <a:xfrm>
            <a:off x="2438400" y="3619500"/>
            <a:ext cx="533400" cy="6286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S</a:t>
            </a: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98" name="Group 97"/>
          <p:cNvGrpSpPr/>
          <p:nvPr/>
        </p:nvGrpSpPr>
        <p:grpSpPr>
          <a:xfrm>
            <a:off x="2590800" y="1809750"/>
            <a:ext cx="228600" cy="228600"/>
            <a:chOff x="2590800" y="2286000"/>
            <a:chExt cx="304800" cy="304800"/>
          </a:xfrm>
        </p:grpSpPr>
        <p:sp>
          <p:nvSpPr>
            <p:cNvPr id="99" name="Oval 98"/>
            <p:cNvSpPr/>
            <p:nvPr/>
          </p:nvSpPr>
          <p:spPr>
            <a:xfrm>
              <a:off x="2590800" y="2286000"/>
              <a:ext cx="304800" cy="304800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00" name="Oval 99"/>
            <p:cNvSpPr/>
            <p:nvPr/>
          </p:nvSpPr>
          <p:spPr>
            <a:xfrm>
              <a:off x="2667000" y="2362200"/>
              <a:ext cx="152400" cy="15240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1" name="Text Box 27"/>
          <p:cNvSpPr txBox="1">
            <a:spLocks noChangeArrowheads="1"/>
          </p:cNvSpPr>
          <p:nvPr/>
        </p:nvSpPr>
        <p:spPr bwMode="auto">
          <a:xfrm>
            <a:off x="2438400" y="762000"/>
            <a:ext cx="533400" cy="5143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N</a:t>
            </a: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102" name="Group 101"/>
          <p:cNvGrpSpPr/>
          <p:nvPr/>
        </p:nvGrpSpPr>
        <p:grpSpPr>
          <a:xfrm>
            <a:off x="2057400" y="1314450"/>
            <a:ext cx="1295400" cy="1257300"/>
            <a:chOff x="2057400" y="304800"/>
            <a:chExt cx="1371600" cy="1371600"/>
          </a:xfrm>
        </p:grpSpPr>
        <p:sp>
          <p:nvSpPr>
            <p:cNvPr id="103" name="Arc 102"/>
            <p:cNvSpPr/>
            <p:nvPr/>
          </p:nvSpPr>
          <p:spPr>
            <a:xfrm rot="16200000">
              <a:off x="2057400" y="304800"/>
              <a:ext cx="1371600" cy="1371600"/>
            </a:xfrm>
            <a:prstGeom prst="arc">
              <a:avLst>
                <a:gd name="adj1" fmla="val 16200000"/>
                <a:gd name="adj2" fmla="val 15898384"/>
              </a:avLst>
            </a:prstGeom>
            <a:ln w="25400">
              <a:solidFill>
                <a:srgbClr val="0000FF"/>
              </a:solidFill>
              <a:headEnd type="stealth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Arc 103"/>
            <p:cNvSpPr/>
            <p:nvPr/>
          </p:nvSpPr>
          <p:spPr>
            <a:xfrm rot="16200000">
              <a:off x="2209800" y="457200"/>
              <a:ext cx="1066800" cy="1066800"/>
            </a:xfrm>
            <a:prstGeom prst="arc">
              <a:avLst>
                <a:gd name="adj1" fmla="val 16200000"/>
                <a:gd name="adj2" fmla="val 15898384"/>
              </a:avLst>
            </a:prstGeom>
            <a:ln w="25400">
              <a:solidFill>
                <a:srgbClr val="0000FF"/>
              </a:solidFill>
              <a:headEnd type="stealth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Arc 104"/>
            <p:cNvSpPr/>
            <p:nvPr/>
          </p:nvSpPr>
          <p:spPr>
            <a:xfrm rot="16200000">
              <a:off x="2362200" y="609600"/>
              <a:ext cx="762000" cy="762000"/>
            </a:xfrm>
            <a:prstGeom prst="arc">
              <a:avLst>
                <a:gd name="adj1" fmla="val 16200000"/>
                <a:gd name="adj2" fmla="val 15898384"/>
              </a:avLst>
            </a:prstGeom>
            <a:ln w="25400">
              <a:solidFill>
                <a:srgbClr val="0000FF"/>
              </a:solidFill>
              <a:headEnd type="stealth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Arc 105"/>
            <p:cNvSpPr/>
            <p:nvPr/>
          </p:nvSpPr>
          <p:spPr>
            <a:xfrm rot="16200000">
              <a:off x="2514600" y="762000"/>
              <a:ext cx="457200" cy="457200"/>
            </a:xfrm>
            <a:prstGeom prst="arc">
              <a:avLst>
                <a:gd name="adj1" fmla="val 16200000"/>
                <a:gd name="adj2" fmla="val 15898384"/>
              </a:avLst>
            </a:prstGeom>
            <a:ln w="25400">
              <a:solidFill>
                <a:srgbClr val="0000FF"/>
              </a:solidFill>
              <a:headEnd type="stealth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2590800" y="3162300"/>
            <a:ext cx="228600" cy="247650"/>
            <a:chOff x="2590800" y="2590800"/>
            <a:chExt cx="304800" cy="304800"/>
          </a:xfrm>
        </p:grpSpPr>
        <p:sp>
          <p:nvSpPr>
            <p:cNvPr id="108" name="Oval 107"/>
            <p:cNvSpPr/>
            <p:nvPr/>
          </p:nvSpPr>
          <p:spPr>
            <a:xfrm>
              <a:off x="2590800" y="2590800"/>
              <a:ext cx="304800" cy="3048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cxnSp>
          <p:nvCxnSpPr>
            <p:cNvPr id="109" name="Straight Connector 108"/>
            <p:cNvCxnSpPr/>
            <p:nvPr/>
          </p:nvCxnSpPr>
          <p:spPr>
            <a:xfrm rot="16200000" flipH="1">
              <a:off x="2667000" y="2667000"/>
              <a:ext cx="152400" cy="1524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rot="5400000">
              <a:off x="2667000" y="2667000"/>
              <a:ext cx="152400" cy="1524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Group 110"/>
          <p:cNvGrpSpPr/>
          <p:nvPr/>
        </p:nvGrpSpPr>
        <p:grpSpPr>
          <a:xfrm>
            <a:off x="2057400" y="2647950"/>
            <a:ext cx="1295400" cy="1257300"/>
            <a:chOff x="2070079" y="5105400"/>
            <a:chExt cx="1353394" cy="1371600"/>
          </a:xfrm>
        </p:grpSpPr>
        <p:sp>
          <p:nvSpPr>
            <p:cNvPr id="112" name="Arc 111"/>
            <p:cNvSpPr/>
            <p:nvPr/>
          </p:nvSpPr>
          <p:spPr>
            <a:xfrm rot="5400000">
              <a:off x="2060976" y="5114503"/>
              <a:ext cx="1371600" cy="1353394"/>
            </a:xfrm>
            <a:prstGeom prst="arc">
              <a:avLst>
                <a:gd name="adj1" fmla="val 16200000"/>
                <a:gd name="adj2" fmla="val 15898384"/>
              </a:avLst>
            </a:prstGeom>
            <a:ln w="25400">
              <a:solidFill>
                <a:srgbClr val="0000FF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Arc 112"/>
            <p:cNvSpPr/>
            <p:nvPr/>
          </p:nvSpPr>
          <p:spPr>
            <a:xfrm rot="5400000">
              <a:off x="2213376" y="5264880"/>
              <a:ext cx="1066800" cy="1052640"/>
            </a:xfrm>
            <a:prstGeom prst="arc">
              <a:avLst>
                <a:gd name="adj1" fmla="val 16200000"/>
                <a:gd name="adj2" fmla="val 15898384"/>
              </a:avLst>
            </a:prstGeom>
            <a:ln w="25400">
              <a:solidFill>
                <a:srgbClr val="0000FF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Arc 113"/>
            <p:cNvSpPr/>
            <p:nvPr/>
          </p:nvSpPr>
          <p:spPr>
            <a:xfrm rot="5400000">
              <a:off x="2365776" y="5415257"/>
              <a:ext cx="762000" cy="751886"/>
            </a:xfrm>
            <a:prstGeom prst="arc">
              <a:avLst>
                <a:gd name="adj1" fmla="val 16200000"/>
                <a:gd name="adj2" fmla="val 15898384"/>
              </a:avLst>
            </a:prstGeom>
            <a:ln w="25400">
              <a:solidFill>
                <a:srgbClr val="0000FF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Arc 114"/>
            <p:cNvSpPr/>
            <p:nvPr/>
          </p:nvSpPr>
          <p:spPr>
            <a:xfrm rot="5400000">
              <a:off x="2518176" y="5565634"/>
              <a:ext cx="457200" cy="451131"/>
            </a:xfrm>
            <a:prstGeom prst="arc">
              <a:avLst>
                <a:gd name="adj1" fmla="val 16200000"/>
                <a:gd name="adj2" fmla="val 15898384"/>
              </a:avLst>
            </a:prstGeom>
            <a:ln w="25400">
              <a:solidFill>
                <a:srgbClr val="0000FF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6" name="Group 57"/>
          <p:cNvGrpSpPr/>
          <p:nvPr/>
        </p:nvGrpSpPr>
        <p:grpSpPr>
          <a:xfrm>
            <a:off x="5791200" y="628650"/>
            <a:ext cx="1676400" cy="1885950"/>
            <a:chOff x="3657600" y="609600"/>
            <a:chExt cx="1295400" cy="1600200"/>
          </a:xfrm>
        </p:grpSpPr>
        <p:cxnSp>
          <p:nvCxnSpPr>
            <p:cNvPr id="117" name="Straight Connector 116"/>
            <p:cNvCxnSpPr/>
            <p:nvPr/>
          </p:nvCxnSpPr>
          <p:spPr>
            <a:xfrm>
              <a:off x="3657600" y="609600"/>
              <a:ext cx="12954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/>
          </p:nvCxnSpPr>
          <p:spPr>
            <a:xfrm rot="5400000">
              <a:off x="3086100" y="1181100"/>
              <a:ext cx="1143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rot="5400000">
              <a:off x="4381500" y="1181100"/>
              <a:ext cx="1143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Arc 119"/>
            <p:cNvSpPr/>
            <p:nvPr/>
          </p:nvSpPr>
          <p:spPr>
            <a:xfrm>
              <a:off x="3657600" y="1447800"/>
              <a:ext cx="1295400" cy="762000"/>
            </a:xfrm>
            <a:prstGeom prst="arc">
              <a:avLst>
                <a:gd name="adj1" fmla="val 10715029"/>
                <a:gd name="adj2" fmla="val 2155986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grpSp>
        <p:nvGrpSpPr>
          <p:cNvPr id="121" name="Group 63"/>
          <p:cNvGrpSpPr/>
          <p:nvPr/>
        </p:nvGrpSpPr>
        <p:grpSpPr>
          <a:xfrm rot="10800000">
            <a:off x="5791200" y="2343150"/>
            <a:ext cx="1752600" cy="2286000"/>
            <a:chOff x="3657600" y="609600"/>
            <a:chExt cx="1295400" cy="1600200"/>
          </a:xfrm>
        </p:grpSpPr>
        <p:cxnSp>
          <p:nvCxnSpPr>
            <p:cNvPr id="122" name="Straight Connector 121"/>
            <p:cNvCxnSpPr/>
            <p:nvPr/>
          </p:nvCxnSpPr>
          <p:spPr>
            <a:xfrm>
              <a:off x="3657600" y="609600"/>
              <a:ext cx="12954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rot="5400000">
              <a:off x="3086100" y="1181100"/>
              <a:ext cx="1143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rot="5400000">
              <a:off x="4381500" y="1181100"/>
              <a:ext cx="1143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Arc 124"/>
            <p:cNvSpPr/>
            <p:nvPr/>
          </p:nvSpPr>
          <p:spPr>
            <a:xfrm>
              <a:off x="3657600" y="1447800"/>
              <a:ext cx="1295400" cy="762000"/>
            </a:xfrm>
            <a:prstGeom prst="arc">
              <a:avLst>
                <a:gd name="adj1" fmla="val 10715029"/>
                <a:gd name="adj2" fmla="val 2155986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sp>
        <p:nvSpPr>
          <p:cNvPr id="126" name="Text Box 27"/>
          <p:cNvSpPr txBox="1">
            <a:spLocks noChangeArrowheads="1"/>
          </p:cNvSpPr>
          <p:nvPr/>
        </p:nvSpPr>
        <p:spPr bwMode="auto">
          <a:xfrm>
            <a:off x="6400800" y="628650"/>
            <a:ext cx="533400" cy="6286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N</a:t>
            </a: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7" name="Text Box 27"/>
          <p:cNvSpPr txBox="1">
            <a:spLocks noChangeArrowheads="1"/>
          </p:cNvSpPr>
          <p:nvPr/>
        </p:nvSpPr>
        <p:spPr bwMode="auto">
          <a:xfrm>
            <a:off x="6400800" y="3600450"/>
            <a:ext cx="533400" cy="6286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S</a:t>
            </a: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28" name="Straight Arrow Connector 127"/>
          <p:cNvCxnSpPr/>
          <p:nvPr/>
        </p:nvCxnSpPr>
        <p:spPr>
          <a:xfrm>
            <a:off x="6858000" y="1885950"/>
            <a:ext cx="990600" cy="1191"/>
          </a:xfrm>
          <a:prstGeom prst="straightConnector1">
            <a:avLst/>
          </a:prstGeom>
          <a:ln w="38100">
            <a:solidFill>
              <a:srgbClr val="0000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/>
          <p:nvPr/>
        </p:nvCxnSpPr>
        <p:spPr>
          <a:xfrm rot="10800000">
            <a:off x="5486400" y="3180159"/>
            <a:ext cx="1066800" cy="1191"/>
          </a:xfrm>
          <a:prstGeom prst="straightConnector1">
            <a:avLst/>
          </a:prstGeom>
          <a:ln w="38100">
            <a:solidFill>
              <a:srgbClr val="0000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 Box 27"/>
          <p:cNvSpPr txBox="1">
            <a:spLocks noChangeArrowheads="1"/>
          </p:cNvSpPr>
          <p:nvPr/>
        </p:nvSpPr>
        <p:spPr bwMode="auto">
          <a:xfrm>
            <a:off x="7772400" y="1828800"/>
            <a:ext cx="533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40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F</a:t>
            </a:r>
            <a:endParaRPr kumimoji="0" lang="en-US" sz="40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1" name="Text Box 27"/>
          <p:cNvSpPr txBox="1">
            <a:spLocks noChangeArrowheads="1"/>
          </p:cNvSpPr>
          <p:nvPr/>
        </p:nvSpPr>
        <p:spPr bwMode="auto">
          <a:xfrm>
            <a:off x="3276600" y="57150"/>
            <a:ext cx="32766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A Couple is generated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2" name="Arc 131"/>
          <p:cNvSpPr/>
          <p:nvPr/>
        </p:nvSpPr>
        <p:spPr>
          <a:xfrm>
            <a:off x="7467600" y="2057400"/>
            <a:ext cx="381000" cy="742950"/>
          </a:xfrm>
          <a:prstGeom prst="arc">
            <a:avLst>
              <a:gd name="adj1" fmla="val 16200000"/>
              <a:gd name="adj2" fmla="val 5781130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 Box 27"/>
          <p:cNvSpPr txBox="1">
            <a:spLocks noChangeArrowheads="1"/>
          </p:cNvSpPr>
          <p:nvPr/>
        </p:nvSpPr>
        <p:spPr bwMode="auto">
          <a:xfrm>
            <a:off x="4953000" y="3028950"/>
            <a:ext cx="533400" cy="38100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40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F</a:t>
            </a:r>
            <a:endParaRPr kumimoji="0" lang="en-US" sz="40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134" name="Group 133"/>
          <p:cNvGrpSpPr/>
          <p:nvPr/>
        </p:nvGrpSpPr>
        <p:grpSpPr>
          <a:xfrm>
            <a:off x="5867400" y="1733550"/>
            <a:ext cx="1600200" cy="1600200"/>
            <a:chOff x="6034647" y="2209800"/>
            <a:chExt cx="1600200" cy="1600200"/>
          </a:xfrm>
        </p:grpSpPr>
        <p:sp>
          <p:nvSpPr>
            <p:cNvPr id="135" name="Oval 134"/>
            <p:cNvSpPr/>
            <p:nvPr/>
          </p:nvSpPr>
          <p:spPr>
            <a:xfrm>
              <a:off x="6034647" y="2209800"/>
              <a:ext cx="1600200" cy="16002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grpSp>
          <p:nvGrpSpPr>
            <p:cNvPr id="136" name="Group 165"/>
            <p:cNvGrpSpPr/>
            <p:nvPr/>
          </p:nvGrpSpPr>
          <p:grpSpPr>
            <a:xfrm>
              <a:off x="6720447" y="3505200"/>
              <a:ext cx="304800" cy="304800"/>
              <a:chOff x="6705600" y="3505200"/>
              <a:chExt cx="304800" cy="304800"/>
            </a:xfrm>
          </p:grpSpPr>
          <p:sp>
            <p:nvSpPr>
              <p:cNvPr id="140" name="Oval 60"/>
              <p:cNvSpPr/>
              <p:nvPr/>
            </p:nvSpPr>
            <p:spPr>
              <a:xfrm>
                <a:off x="6705600" y="3505200"/>
                <a:ext cx="304800" cy="30480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cxnSp>
            <p:nvCxnSpPr>
              <p:cNvPr id="141" name="Straight Connector 140"/>
              <p:cNvCxnSpPr/>
              <p:nvPr/>
            </p:nvCxnSpPr>
            <p:spPr>
              <a:xfrm rot="16200000" flipH="1">
                <a:off x="6781800" y="3581400"/>
                <a:ext cx="152400" cy="15240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/>
              <p:cNvCxnSpPr/>
              <p:nvPr/>
            </p:nvCxnSpPr>
            <p:spPr>
              <a:xfrm rot="5400000">
                <a:off x="6781800" y="3581400"/>
                <a:ext cx="152400" cy="15240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Group 164"/>
            <p:cNvGrpSpPr/>
            <p:nvPr/>
          </p:nvGrpSpPr>
          <p:grpSpPr>
            <a:xfrm>
              <a:off x="6720447" y="2209800"/>
              <a:ext cx="304800" cy="304800"/>
              <a:chOff x="6705600" y="2209800"/>
              <a:chExt cx="304800" cy="304800"/>
            </a:xfrm>
          </p:grpSpPr>
          <p:sp>
            <p:nvSpPr>
              <p:cNvPr id="138" name="Oval 137"/>
              <p:cNvSpPr/>
              <p:nvPr/>
            </p:nvSpPr>
            <p:spPr>
              <a:xfrm>
                <a:off x="6705600" y="2209800"/>
                <a:ext cx="304800" cy="304800"/>
              </a:xfrm>
              <a:prstGeom prst="ellipse">
                <a:avLst/>
              </a:prstGeom>
              <a:noFill/>
              <a:ln w="254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39" name="Oval 138"/>
              <p:cNvSpPr/>
              <p:nvPr/>
            </p:nvSpPr>
            <p:spPr>
              <a:xfrm>
                <a:off x="6781800" y="2286000"/>
                <a:ext cx="152400" cy="152400"/>
              </a:xfrm>
              <a:prstGeom prst="ellipse">
                <a:avLst/>
              </a:prstGeom>
              <a:solidFill>
                <a:srgbClr val="FF0000"/>
              </a:solidFill>
              <a:ln w="254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43" name="Group 142"/>
          <p:cNvGrpSpPr/>
          <p:nvPr/>
        </p:nvGrpSpPr>
        <p:grpSpPr>
          <a:xfrm>
            <a:off x="5864622" y="1143000"/>
            <a:ext cx="1602978" cy="2743200"/>
            <a:chOff x="4038600" y="1295400"/>
            <a:chExt cx="1602978" cy="3657600"/>
          </a:xfrm>
        </p:grpSpPr>
        <p:sp>
          <p:nvSpPr>
            <p:cNvPr id="144" name="Freeform 143"/>
            <p:cNvSpPr/>
            <p:nvPr/>
          </p:nvSpPr>
          <p:spPr>
            <a:xfrm>
              <a:off x="4577749" y="1304499"/>
              <a:ext cx="1012398" cy="3572301"/>
            </a:xfrm>
            <a:custGeom>
              <a:avLst/>
              <a:gdLst>
                <a:gd name="connsiteX0" fmla="*/ 186519 w 1171432"/>
                <a:gd name="connsiteY0" fmla="*/ 0 h 3343701"/>
                <a:gd name="connsiteX1" fmla="*/ 186519 w 1171432"/>
                <a:gd name="connsiteY1" fmla="*/ 627797 h 3343701"/>
                <a:gd name="connsiteX2" fmla="*/ 9098 w 1171432"/>
                <a:gd name="connsiteY2" fmla="*/ 982639 h 3343701"/>
                <a:gd name="connsiteX3" fmla="*/ 131928 w 1171432"/>
                <a:gd name="connsiteY3" fmla="*/ 1392071 h 3343701"/>
                <a:gd name="connsiteX4" fmla="*/ 787020 w 1171432"/>
                <a:gd name="connsiteY4" fmla="*/ 1774209 h 3343701"/>
                <a:gd name="connsiteX5" fmla="*/ 1114566 w 1171432"/>
                <a:gd name="connsiteY5" fmla="*/ 2197289 h 3343701"/>
                <a:gd name="connsiteX6" fmla="*/ 1128214 w 1171432"/>
                <a:gd name="connsiteY6" fmla="*/ 3343701 h 3343701"/>
                <a:gd name="connsiteX0" fmla="*/ 186519 w 1183563"/>
                <a:gd name="connsiteY0" fmla="*/ 0 h 3343701"/>
                <a:gd name="connsiteX1" fmla="*/ 186519 w 1183563"/>
                <a:gd name="connsiteY1" fmla="*/ 627797 h 3343701"/>
                <a:gd name="connsiteX2" fmla="*/ 9098 w 1183563"/>
                <a:gd name="connsiteY2" fmla="*/ 982639 h 3343701"/>
                <a:gd name="connsiteX3" fmla="*/ 131928 w 1183563"/>
                <a:gd name="connsiteY3" fmla="*/ 1392071 h 3343701"/>
                <a:gd name="connsiteX4" fmla="*/ 714232 w 1183563"/>
                <a:gd name="connsiteY4" fmla="*/ 1819701 h 3343701"/>
                <a:gd name="connsiteX5" fmla="*/ 1114566 w 1183563"/>
                <a:gd name="connsiteY5" fmla="*/ 2197289 h 3343701"/>
                <a:gd name="connsiteX6" fmla="*/ 1128214 w 1183563"/>
                <a:gd name="connsiteY6" fmla="*/ 3343701 h 3343701"/>
                <a:gd name="connsiteX0" fmla="*/ 186519 w 1149823"/>
                <a:gd name="connsiteY0" fmla="*/ 0 h 3343701"/>
                <a:gd name="connsiteX1" fmla="*/ 186519 w 1149823"/>
                <a:gd name="connsiteY1" fmla="*/ 627797 h 3343701"/>
                <a:gd name="connsiteX2" fmla="*/ 9098 w 1149823"/>
                <a:gd name="connsiteY2" fmla="*/ 982639 h 3343701"/>
                <a:gd name="connsiteX3" fmla="*/ 131928 w 1149823"/>
                <a:gd name="connsiteY3" fmla="*/ 1392071 h 3343701"/>
                <a:gd name="connsiteX4" fmla="*/ 714232 w 1149823"/>
                <a:gd name="connsiteY4" fmla="*/ 1819701 h 3343701"/>
                <a:gd name="connsiteX5" fmla="*/ 1019032 w 1149823"/>
                <a:gd name="connsiteY5" fmla="*/ 2353101 h 3343701"/>
                <a:gd name="connsiteX6" fmla="*/ 1128214 w 1149823"/>
                <a:gd name="connsiteY6" fmla="*/ 3343701 h 3343701"/>
                <a:gd name="connsiteX0" fmla="*/ 186519 w 1149823"/>
                <a:gd name="connsiteY0" fmla="*/ 0 h 3343701"/>
                <a:gd name="connsiteX1" fmla="*/ 186519 w 1149823"/>
                <a:gd name="connsiteY1" fmla="*/ 627797 h 3343701"/>
                <a:gd name="connsiteX2" fmla="*/ 9098 w 1149823"/>
                <a:gd name="connsiteY2" fmla="*/ 982639 h 3343701"/>
                <a:gd name="connsiteX3" fmla="*/ 131928 w 1149823"/>
                <a:gd name="connsiteY3" fmla="*/ 1392071 h 3343701"/>
                <a:gd name="connsiteX4" fmla="*/ 714232 w 1149823"/>
                <a:gd name="connsiteY4" fmla="*/ 1819701 h 3343701"/>
                <a:gd name="connsiteX5" fmla="*/ 942832 w 1149823"/>
                <a:gd name="connsiteY5" fmla="*/ 2429301 h 3343701"/>
                <a:gd name="connsiteX6" fmla="*/ 1128214 w 1149823"/>
                <a:gd name="connsiteY6" fmla="*/ 3343701 h 3343701"/>
                <a:gd name="connsiteX0" fmla="*/ 186519 w 1149823"/>
                <a:gd name="connsiteY0" fmla="*/ 0 h 3343701"/>
                <a:gd name="connsiteX1" fmla="*/ 186519 w 1149823"/>
                <a:gd name="connsiteY1" fmla="*/ 627797 h 3343701"/>
                <a:gd name="connsiteX2" fmla="*/ 9098 w 1149823"/>
                <a:gd name="connsiteY2" fmla="*/ 982639 h 3343701"/>
                <a:gd name="connsiteX3" fmla="*/ 131928 w 1149823"/>
                <a:gd name="connsiteY3" fmla="*/ 1392071 h 3343701"/>
                <a:gd name="connsiteX4" fmla="*/ 714232 w 1149823"/>
                <a:gd name="connsiteY4" fmla="*/ 1819701 h 3343701"/>
                <a:gd name="connsiteX5" fmla="*/ 942832 w 1149823"/>
                <a:gd name="connsiteY5" fmla="*/ 2429301 h 3343701"/>
                <a:gd name="connsiteX6" fmla="*/ 1128214 w 1149823"/>
                <a:gd name="connsiteY6" fmla="*/ 3343701 h 3343701"/>
                <a:gd name="connsiteX0" fmla="*/ 186519 w 1128214"/>
                <a:gd name="connsiteY0" fmla="*/ 0 h 3343701"/>
                <a:gd name="connsiteX1" fmla="*/ 186519 w 1128214"/>
                <a:gd name="connsiteY1" fmla="*/ 627797 h 3343701"/>
                <a:gd name="connsiteX2" fmla="*/ 9098 w 1128214"/>
                <a:gd name="connsiteY2" fmla="*/ 982639 h 3343701"/>
                <a:gd name="connsiteX3" fmla="*/ 131928 w 1128214"/>
                <a:gd name="connsiteY3" fmla="*/ 1392071 h 3343701"/>
                <a:gd name="connsiteX4" fmla="*/ 714232 w 1128214"/>
                <a:gd name="connsiteY4" fmla="*/ 1819701 h 3343701"/>
                <a:gd name="connsiteX5" fmla="*/ 942832 w 1128214"/>
                <a:gd name="connsiteY5" fmla="*/ 2429301 h 3343701"/>
                <a:gd name="connsiteX6" fmla="*/ 1019032 w 1128214"/>
                <a:gd name="connsiteY6" fmla="*/ 3115101 h 3343701"/>
                <a:gd name="connsiteX7" fmla="*/ 1128214 w 1128214"/>
                <a:gd name="connsiteY7" fmla="*/ 3343701 h 3343701"/>
                <a:gd name="connsiteX0" fmla="*/ 186519 w 1128214"/>
                <a:gd name="connsiteY0" fmla="*/ 0 h 3343701"/>
                <a:gd name="connsiteX1" fmla="*/ 186519 w 1128214"/>
                <a:gd name="connsiteY1" fmla="*/ 627797 h 3343701"/>
                <a:gd name="connsiteX2" fmla="*/ 9098 w 1128214"/>
                <a:gd name="connsiteY2" fmla="*/ 982639 h 3343701"/>
                <a:gd name="connsiteX3" fmla="*/ 131928 w 1128214"/>
                <a:gd name="connsiteY3" fmla="*/ 1392071 h 3343701"/>
                <a:gd name="connsiteX4" fmla="*/ 714232 w 1128214"/>
                <a:gd name="connsiteY4" fmla="*/ 1819701 h 3343701"/>
                <a:gd name="connsiteX5" fmla="*/ 942832 w 1128214"/>
                <a:gd name="connsiteY5" fmla="*/ 2429301 h 3343701"/>
                <a:gd name="connsiteX6" fmla="*/ 1019032 w 1128214"/>
                <a:gd name="connsiteY6" fmla="*/ 3115101 h 3343701"/>
                <a:gd name="connsiteX7" fmla="*/ 1128214 w 1128214"/>
                <a:gd name="connsiteY7" fmla="*/ 3343701 h 3343701"/>
                <a:gd name="connsiteX0" fmla="*/ 186519 w 1128214"/>
                <a:gd name="connsiteY0" fmla="*/ 0 h 3343701"/>
                <a:gd name="connsiteX1" fmla="*/ 186519 w 1128214"/>
                <a:gd name="connsiteY1" fmla="*/ 627797 h 3343701"/>
                <a:gd name="connsiteX2" fmla="*/ 9098 w 1128214"/>
                <a:gd name="connsiteY2" fmla="*/ 982639 h 3343701"/>
                <a:gd name="connsiteX3" fmla="*/ 131928 w 1128214"/>
                <a:gd name="connsiteY3" fmla="*/ 1392071 h 3343701"/>
                <a:gd name="connsiteX4" fmla="*/ 714232 w 1128214"/>
                <a:gd name="connsiteY4" fmla="*/ 1819701 h 3343701"/>
                <a:gd name="connsiteX5" fmla="*/ 942832 w 1128214"/>
                <a:gd name="connsiteY5" fmla="*/ 2429301 h 3343701"/>
                <a:gd name="connsiteX6" fmla="*/ 942832 w 1128214"/>
                <a:gd name="connsiteY6" fmla="*/ 3115101 h 3343701"/>
                <a:gd name="connsiteX7" fmla="*/ 1128214 w 1128214"/>
                <a:gd name="connsiteY7" fmla="*/ 3343701 h 3343701"/>
                <a:gd name="connsiteX0" fmla="*/ 186519 w 1019032"/>
                <a:gd name="connsiteY0" fmla="*/ 0 h 3419901"/>
                <a:gd name="connsiteX1" fmla="*/ 186519 w 1019032"/>
                <a:gd name="connsiteY1" fmla="*/ 627797 h 3419901"/>
                <a:gd name="connsiteX2" fmla="*/ 9098 w 1019032"/>
                <a:gd name="connsiteY2" fmla="*/ 982639 h 3419901"/>
                <a:gd name="connsiteX3" fmla="*/ 131928 w 1019032"/>
                <a:gd name="connsiteY3" fmla="*/ 1392071 h 3419901"/>
                <a:gd name="connsiteX4" fmla="*/ 714232 w 1019032"/>
                <a:gd name="connsiteY4" fmla="*/ 1819701 h 3419901"/>
                <a:gd name="connsiteX5" fmla="*/ 942832 w 1019032"/>
                <a:gd name="connsiteY5" fmla="*/ 2429301 h 3419901"/>
                <a:gd name="connsiteX6" fmla="*/ 942832 w 1019032"/>
                <a:gd name="connsiteY6" fmla="*/ 3115101 h 3419901"/>
                <a:gd name="connsiteX7" fmla="*/ 1019032 w 1019032"/>
                <a:gd name="connsiteY7" fmla="*/ 3419901 h 3419901"/>
                <a:gd name="connsiteX0" fmla="*/ 186519 w 980932"/>
                <a:gd name="connsiteY0" fmla="*/ 0 h 3419901"/>
                <a:gd name="connsiteX1" fmla="*/ 186519 w 980932"/>
                <a:gd name="connsiteY1" fmla="*/ 627797 h 3419901"/>
                <a:gd name="connsiteX2" fmla="*/ 9098 w 980932"/>
                <a:gd name="connsiteY2" fmla="*/ 982639 h 3419901"/>
                <a:gd name="connsiteX3" fmla="*/ 131928 w 980932"/>
                <a:gd name="connsiteY3" fmla="*/ 1392071 h 3419901"/>
                <a:gd name="connsiteX4" fmla="*/ 714232 w 980932"/>
                <a:gd name="connsiteY4" fmla="*/ 1819701 h 3419901"/>
                <a:gd name="connsiteX5" fmla="*/ 942832 w 980932"/>
                <a:gd name="connsiteY5" fmla="*/ 2429301 h 3419901"/>
                <a:gd name="connsiteX6" fmla="*/ 942832 w 980932"/>
                <a:gd name="connsiteY6" fmla="*/ 3115101 h 3419901"/>
                <a:gd name="connsiteX7" fmla="*/ 942832 w 980932"/>
                <a:gd name="connsiteY7" fmla="*/ 3419901 h 3419901"/>
                <a:gd name="connsiteX0" fmla="*/ 186519 w 980932"/>
                <a:gd name="connsiteY0" fmla="*/ 0 h 3419901"/>
                <a:gd name="connsiteX1" fmla="*/ 186519 w 980932"/>
                <a:gd name="connsiteY1" fmla="*/ 627797 h 3419901"/>
                <a:gd name="connsiteX2" fmla="*/ 9098 w 980932"/>
                <a:gd name="connsiteY2" fmla="*/ 982639 h 3419901"/>
                <a:gd name="connsiteX3" fmla="*/ 131928 w 980932"/>
                <a:gd name="connsiteY3" fmla="*/ 1392071 h 3419901"/>
                <a:gd name="connsiteX4" fmla="*/ 714232 w 980932"/>
                <a:gd name="connsiteY4" fmla="*/ 1819701 h 3419901"/>
                <a:gd name="connsiteX5" fmla="*/ 942832 w 980932"/>
                <a:gd name="connsiteY5" fmla="*/ 2505501 h 3419901"/>
                <a:gd name="connsiteX6" fmla="*/ 942832 w 980932"/>
                <a:gd name="connsiteY6" fmla="*/ 3115101 h 3419901"/>
                <a:gd name="connsiteX7" fmla="*/ 942832 w 980932"/>
                <a:gd name="connsiteY7" fmla="*/ 3419901 h 3419901"/>
                <a:gd name="connsiteX0" fmla="*/ 186519 w 955532"/>
                <a:gd name="connsiteY0" fmla="*/ 0 h 3419901"/>
                <a:gd name="connsiteX1" fmla="*/ 186519 w 955532"/>
                <a:gd name="connsiteY1" fmla="*/ 627797 h 3419901"/>
                <a:gd name="connsiteX2" fmla="*/ 9098 w 955532"/>
                <a:gd name="connsiteY2" fmla="*/ 982639 h 3419901"/>
                <a:gd name="connsiteX3" fmla="*/ 131928 w 955532"/>
                <a:gd name="connsiteY3" fmla="*/ 1392071 h 3419901"/>
                <a:gd name="connsiteX4" fmla="*/ 714232 w 955532"/>
                <a:gd name="connsiteY4" fmla="*/ 1819701 h 3419901"/>
                <a:gd name="connsiteX5" fmla="*/ 942832 w 955532"/>
                <a:gd name="connsiteY5" fmla="*/ 2505501 h 3419901"/>
                <a:gd name="connsiteX6" fmla="*/ 790432 w 955532"/>
                <a:gd name="connsiteY6" fmla="*/ 3115101 h 3419901"/>
                <a:gd name="connsiteX7" fmla="*/ 942832 w 955532"/>
                <a:gd name="connsiteY7" fmla="*/ 3419901 h 3419901"/>
                <a:gd name="connsiteX0" fmla="*/ 186519 w 955532"/>
                <a:gd name="connsiteY0" fmla="*/ 0 h 3496101"/>
                <a:gd name="connsiteX1" fmla="*/ 186519 w 955532"/>
                <a:gd name="connsiteY1" fmla="*/ 627797 h 3496101"/>
                <a:gd name="connsiteX2" fmla="*/ 9098 w 955532"/>
                <a:gd name="connsiteY2" fmla="*/ 982639 h 3496101"/>
                <a:gd name="connsiteX3" fmla="*/ 131928 w 955532"/>
                <a:gd name="connsiteY3" fmla="*/ 1392071 h 3496101"/>
                <a:gd name="connsiteX4" fmla="*/ 714232 w 955532"/>
                <a:gd name="connsiteY4" fmla="*/ 1819701 h 3496101"/>
                <a:gd name="connsiteX5" fmla="*/ 942832 w 955532"/>
                <a:gd name="connsiteY5" fmla="*/ 2505501 h 3496101"/>
                <a:gd name="connsiteX6" fmla="*/ 790432 w 955532"/>
                <a:gd name="connsiteY6" fmla="*/ 3115101 h 3496101"/>
                <a:gd name="connsiteX7" fmla="*/ 790432 w 955532"/>
                <a:gd name="connsiteY7" fmla="*/ 3496101 h 3496101"/>
                <a:gd name="connsiteX0" fmla="*/ 319585 w 1088598"/>
                <a:gd name="connsiteY0" fmla="*/ 0 h 3496101"/>
                <a:gd name="connsiteX1" fmla="*/ 319585 w 1088598"/>
                <a:gd name="connsiteY1" fmla="*/ 627797 h 3496101"/>
                <a:gd name="connsiteX2" fmla="*/ 9098 w 1088598"/>
                <a:gd name="connsiteY2" fmla="*/ 981501 h 3496101"/>
                <a:gd name="connsiteX3" fmla="*/ 264994 w 1088598"/>
                <a:gd name="connsiteY3" fmla="*/ 1392071 h 3496101"/>
                <a:gd name="connsiteX4" fmla="*/ 847298 w 1088598"/>
                <a:gd name="connsiteY4" fmla="*/ 1819701 h 3496101"/>
                <a:gd name="connsiteX5" fmla="*/ 1075898 w 1088598"/>
                <a:gd name="connsiteY5" fmla="*/ 2505501 h 3496101"/>
                <a:gd name="connsiteX6" fmla="*/ 923498 w 1088598"/>
                <a:gd name="connsiteY6" fmla="*/ 3115101 h 3496101"/>
                <a:gd name="connsiteX7" fmla="*/ 923498 w 1088598"/>
                <a:gd name="connsiteY7" fmla="*/ 3496101 h 3496101"/>
                <a:gd name="connsiteX0" fmla="*/ 168891 w 937904"/>
                <a:gd name="connsiteY0" fmla="*/ 0 h 3496101"/>
                <a:gd name="connsiteX1" fmla="*/ 168891 w 937904"/>
                <a:gd name="connsiteY1" fmla="*/ 627797 h 3496101"/>
                <a:gd name="connsiteX2" fmla="*/ 10804 w 937904"/>
                <a:gd name="connsiteY2" fmla="*/ 1057701 h 3496101"/>
                <a:gd name="connsiteX3" fmla="*/ 114300 w 937904"/>
                <a:gd name="connsiteY3" fmla="*/ 1392071 h 3496101"/>
                <a:gd name="connsiteX4" fmla="*/ 696604 w 937904"/>
                <a:gd name="connsiteY4" fmla="*/ 1819701 h 3496101"/>
                <a:gd name="connsiteX5" fmla="*/ 925204 w 937904"/>
                <a:gd name="connsiteY5" fmla="*/ 2505501 h 3496101"/>
                <a:gd name="connsiteX6" fmla="*/ 772804 w 937904"/>
                <a:gd name="connsiteY6" fmla="*/ 3115101 h 3496101"/>
                <a:gd name="connsiteX7" fmla="*/ 772804 w 937904"/>
                <a:gd name="connsiteY7" fmla="*/ 3496101 h 3496101"/>
                <a:gd name="connsiteX0" fmla="*/ 243385 w 1012398"/>
                <a:gd name="connsiteY0" fmla="*/ 0 h 3496101"/>
                <a:gd name="connsiteX1" fmla="*/ 243385 w 1012398"/>
                <a:gd name="connsiteY1" fmla="*/ 627797 h 3496101"/>
                <a:gd name="connsiteX2" fmla="*/ 9098 w 1012398"/>
                <a:gd name="connsiteY2" fmla="*/ 1057701 h 3496101"/>
                <a:gd name="connsiteX3" fmla="*/ 188794 w 1012398"/>
                <a:gd name="connsiteY3" fmla="*/ 1392071 h 3496101"/>
                <a:gd name="connsiteX4" fmla="*/ 771098 w 1012398"/>
                <a:gd name="connsiteY4" fmla="*/ 1819701 h 3496101"/>
                <a:gd name="connsiteX5" fmla="*/ 999698 w 1012398"/>
                <a:gd name="connsiteY5" fmla="*/ 2505501 h 3496101"/>
                <a:gd name="connsiteX6" fmla="*/ 847298 w 1012398"/>
                <a:gd name="connsiteY6" fmla="*/ 3115101 h 3496101"/>
                <a:gd name="connsiteX7" fmla="*/ 847298 w 1012398"/>
                <a:gd name="connsiteY7" fmla="*/ 3496101 h 3496101"/>
                <a:gd name="connsiteX0" fmla="*/ 243385 w 1012398"/>
                <a:gd name="connsiteY0" fmla="*/ 0 h 3496101"/>
                <a:gd name="connsiteX1" fmla="*/ 243385 w 1012398"/>
                <a:gd name="connsiteY1" fmla="*/ 627797 h 3496101"/>
                <a:gd name="connsiteX2" fmla="*/ 9098 w 1012398"/>
                <a:gd name="connsiteY2" fmla="*/ 1057701 h 3496101"/>
                <a:gd name="connsiteX3" fmla="*/ 188794 w 1012398"/>
                <a:gd name="connsiteY3" fmla="*/ 1392071 h 3496101"/>
                <a:gd name="connsiteX4" fmla="*/ 771098 w 1012398"/>
                <a:gd name="connsiteY4" fmla="*/ 1819701 h 3496101"/>
                <a:gd name="connsiteX5" fmla="*/ 999698 w 1012398"/>
                <a:gd name="connsiteY5" fmla="*/ 2505501 h 3496101"/>
                <a:gd name="connsiteX6" fmla="*/ 847298 w 1012398"/>
                <a:gd name="connsiteY6" fmla="*/ 3115101 h 3496101"/>
                <a:gd name="connsiteX7" fmla="*/ 847298 w 1012398"/>
                <a:gd name="connsiteY7" fmla="*/ 3496101 h 3496101"/>
                <a:gd name="connsiteX0" fmla="*/ 243385 w 1012398"/>
                <a:gd name="connsiteY0" fmla="*/ 0 h 3496101"/>
                <a:gd name="connsiteX1" fmla="*/ 243385 w 1012398"/>
                <a:gd name="connsiteY1" fmla="*/ 627797 h 3496101"/>
                <a:gd name="connsiteX2" fmla="*/ 9098 w 1012398"/>
                <a:gd name="connsiteY2" fmla="*/ 1057701 h 3496101"/>
                <a:gd name="connsiteX3" fmla="*/ 188794 w 1012398"/>
                <a:gd name="connsiteY3" fmla="*/ 1392071 h 3496101"/>
                <a:gd name="connsiteX4" fmla="*/ 771098 w 1012398"/>
                <a:gd name="connsiteY4" fmla="*/ 1819701 h 3496101"/>
                <a:gd name="connsiteX5" fmla="*/ 999698 w 1012398"/>
                <a:gd name="connsiteY5" fmla="*/ 2505501 h 3496101"/>
                <a:gd name="connsiteX6" fmla="*/ 847298 w 1012398"/>
                <a:gd name="connsiteY6" fmla="*/ 3115101 h 3496101"/>
                <a:gd name="connsiteX7" fmla="*/ 847298 w 1012398"/>
                <a:gd name="connsiteY7" fmla="*/ 3496101 h 3496101"/>
                <a:gd name="connsiteX0" fmla="*/ 243385 w 1012398"/>
                <a:gd name="connsiteY0" fmla="*/ 0 h 3572301"/>
                <a:gd name="connsiteX1" fmla="*/ 243385 w 1012398"/>
                <a:gd name="connsiteY1" fmla="*/ 627797 h 3572301"/>
                <a:gd name="connsiteX2" fmla="*/ 9098 w 1012398"/>
                <a:gd name="connsiteY2" fmla="*/ 1057701 h 3572301"/>
                <a:gd name="connsiteX3" fmla="*/ 188794 w 1012398"/>
                <a:gd name="connsiteY3" fmla="*/ 1392071 h 3572301"/>
                <a:gd name="connsiteX4" fmla="*/ 771098 w 1012398"/>
                <a:gd name="connsiteY4" fmla="*/ 1819701 h 3572301"/>
                <a:gd name="connsiteX5" fmla="*/ 999698 w 1012398"/>
                <a:gd name="connsiteY5" fmla="*/ 2505501 h 3572301"/>
                <a:gd name="connsiteX6" fmla="*/ 847298 w 1012398"/>
                <a:gd name="connsiteY6" fmla="*/ 3115101 h 3572301"/>
                <a:gd name="connsiteX7" fmla="*/ 771098 w 1012398"/>
                <a:gd name="connsiteY7" fmla="*/ 3572301 h 3572301"/>
                <a:gd name="connsiteX0" fmla="*/ 243385 w 1012398"/>
                <a:gd name="connsiteY0" fmla="*/ 0 h 3572301"/>
                <a:gd name="connsiteX1" fmla="*/ 243385 w 1012398"/>
                <a:gd name="connsiteY1" fmla="*/ 627797 h 3572301"/>
                <a:gd name="connsiteX2" fmla="*/ 9098 w 1012398"/>
                <a:gd name="connsiteY2" fmla="*/ 1057701 h 3572301"/>
                <a:gd name="connsiteX3" fmla="*/ 188794 w 1012398"/>
                <a:gd name="connsiteY3" fmla="*/ 1392071 h 3572301"/>
                <a:gd name="connsiteX4" fmla="*/ 771098 w 1012398"/>
                <a:gd name="connsiteY4" fmla="*/ 1895901 h 3572301"/>
                <a:gd name="connsiteX5" fmla="*/ 999698 w 1012398"/>
                <a:gd name="connsiteY5" fmla="*/ 2505501 h 3572301"/>
                <a:gd name="connsiteX6" fmla="*/ 847298 w 1012398"/>
                <a:gd name="connsiteY6" fmla="*/ 3115101 h 3572301"/>
                <a:gd name="connsiteX7" fmla="*/ 771098 w 1012398"/>
                <a:gd name="connsiteY7" fmla="*/ 3572301 h 3572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12398" h="3572301">
                  <a:moveTo>
                    <a:pt x="243385" y="0"/>
                  </a:moveTo>
                  <a:cubicBezTo>
                    <a:pt x="258170" y="232012"/>
                    <a:pt x="282433" y="451514"/>
                    <a:pt x="243385" y="627797"/>
                  </a:cubicBezTo>
                  <a:cubicBezTo>
                    <a:pt x="204337" y="804080"/>
                    <a:pt x="18196" y="930322"/>
                    <a:pt x="9098" y="1057701"/>
                  </a:cubicBezTo>
                  <a:cubicBezTo>
                    <a:pt x="0" y="1185080"/>
                    <a:pt x="61794" y="1252371"/>
                    <a:pt x="188794" y="1392071"/>
                  </a:cubicBezTo>
                  <a:cubicBezTo>
                    <a:pt x="315794" y="1531771"/>
                    <a:pt x="635947" y="1710329"/>
                    <a:pt x="771098" y="1895901"/>
                  </a:cubicBezTo>
                  <a:cubicBezTo>
                    <a:pt x="906249" y="2081473"/>
                    <a:pt x="986998" y="2302301"/>
                    <a:pt x="999698" y="2505501"/>
                  </a:cubicBezTo>
                  <a:cubicBezTo>
                    <a:pt x="1012398" y="2708701"/>
                    <a:pt x="872698" y="2950001"/>
                    <a:pt x="847298" y="3115101"/>
                  </a:cubicBezTo>
                  <a:cubicBezTo>
                    <a:pt x="721814" y="3280201"/>
                    <a:pt x="768634" y="3523207"/>
                    <a:pt x="771098" y="3572301"/>
                  </a:cubicBezTo>
                </a:path>
              </a:pathLst>
            </a:custGeom>
            <a:ln w="25400">
              <a:solidFill>
                <a:schemeClr val="accent4">
                  <a:lumMod val="75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Freeform 144"/>
            <p:cNvSpPr/>
            <p:nvPr/>
          </p:nvSpPr>
          <p:spPr>
            <a:xfrm>
              <a:off x="4428381" y="1295400"/>
              <a:ext cx="1018464" cy="3581399"/>
            </a:xfrm>
            <a:custGeom>
              <a:avLst/>
              <a:gdLst>
                <a:gd name="connsiteX0" fmla="*/ 186519 w 1171432"/>
                <a:gd name="connsiteY0" fmla="*/ 0 h 3343701"/>
                <a:gd name="connsiteX1" fmla="*/ 186519 w 1171432"/>
                <a:gd name="connsiteY1" fmla="*/ 627797 h 3343701"/>
                <a:gd name="connsiteX2" fmla="*/ 9098 w 1171432"/>
                <a:gd name="connsiteY2" fmla="*/ 982639 h 3343701"/>
                <a:gd name="connsiteX3" fmla="*/ 131928 w 1171432"/>
                <a:gd name="connsiteY3" fmla="*/ 1392071 h 3343701"/>
                <a:gd name="connsiteX4" fmla="*/ 787020 w 1171432"/>
                <a:gd name="connsiteY4" fmla="*/ 1774209 h 3343701"/>
                <a:gd name="connsiteX5" fmla="*/ 1114566 w 1171432"/>
                <a:gd name="connsiteY5" fmla="*/ 2197289 h 3343701"/>
                <a:gd name="connsiteX6" fmla="*/ 1128214 w 1171432"/>
                <a:gd name="connsiteY6" fmla="*/ 3343701 h 3343701"/>
                <a:gd name="connsiteX0" fmla="*/ 186519 w 1183563"/>
                <a:gd name="connsiteY0" fmla="*/ 0 h 3343701"/>
                <a:gd name="connsiteX1" fmla="*/ 186519 w 1183563"/>
                <a:gd name="connsiteY1" fmla="*/ 627797 h 3343701"/>
                <a:gd name="connsiteX2" fmla="*/ 9098 w 1183563"/>
                <a:gd name="connsiteY2" fmla="*/ 982639 h 3343701"/>
                <a:gd name="connsiteX3" fmla="*/ 131928 w 1183563"/>
                <a:gd name="connsiteY3" fmla="*/ 1392071 h 3343701"/>
                <a:gd name="connsiteX4" fmla="*/ 714232 w 1183563"/>
                <a:gd name="connsiteY4" fmla="*/ 1819701 h 3343701"/>
                <a:gd name="connsiteX5" fmla="*/ 1114566 w 1183563"/>
                <a:gd name="connsiteY5" fmla="*/ 2197289 h 3343701"/>
                <a:gd name="connsiteX6" fmla="*/ 1128214 w 1183563"/>
                <a:gd name="connsiteY6" fmla="*/ 3343701 h 3343701"/>
                <a:gd name="connsiteX0" fmla="*/ 186519 w 1149823"/>
                <a:gd name="connsiteY0" fmla="*/ 0 h 3343701"/>
                <a:gd name="connsiteX1" fmla="*/ 186519 w 1149823"/>
                <a:gd name="connsiteY1" fmla="*/ 627797 h 3343701"/>
                <a:gd name="connsiteX2" fmla="*/ 9098 w 1149823"/>
                <a:gd name="connsiteY2" fmla="*/ 982639 h 3343701"/>
                <a:gd name="connsiteX3" fmla="*/ 131928 w 1149823"/>
                <a:gd name="connsiteY3" fmla="*/ 1392071 h 3343701"/>
                <a:gd name="connsiteX4" fmla="*/ 714232 w 1149823"/>
                <a:gd name="connsiteY4" fmla="*/ 1819701 h 3343701"/>
                <a:gd name="connsiteX5" fmla="*/ 1019032 w 1149823"/>
                <a:gd name="connsiteY5" fmla="*/ 2353101 h 3343701"/>
                <a:gd name="connsiteX6" fmla="*/ 1128214 w 1149823"/>
                <a:gd name="connsiteY6" fmla="*/ 3343701 h 3343701"/>
                <a:gd name="connsiteX0" fmla="*/ 186519 w 1149823"/>
                <a:gd name="connsiteY0" fmla="*/ 0 h 3343701"/>
                <a:gd name="connsiteX1" fmla="*/ 186519 w 1149823"/>
                <a:gd name="connsiteY1" fmla="*/ 627797 h 3343701"/>
                <a:gd name="connsiteX2" fmla="*/ 9098 w 1149823"/>
                <a:gd name="connsiteY2" fmla="*/ 982639 h 3343701"/>
                <a:gd name="connsiteX3" fmla="*/ 131928 w 1149823"/>
                <a:gd name="connsiteY3" fmla="*/ 1392071 h 3343701"/>
                <a:gd name="connsiteX4" fmla="*/ 714232 w 1149823"/>
                <a:gd name="connsiteY4" fmla="*/ 1819701 h 3343701"/>
                <a:gd name="connsiteX5" fmla="*/ 942832 w 1149823"/>
                <a:gd name="connsiteY5" fmla="*/ 2429301 h 3343701"/>
                <a:gd name="connsiteX6" fmla="*/ 1128214 w 1149823"/>
                <a:gd name="connsiteY6" fmla="*/ 3343701 h 3343701"/>
                <a:gd name="connsiteX0" fmla="*/ 186519 w 1149823"/>
                <a:gd name="connsiteY0" fmla="*/ 0 h 3343701"/>
                <a:gd name="connsiteX1" fmla="*/ 186519 w 1149823"/>
                <a:gd name="connsiteY1" fmla="*/ 627797 h 3343701"/>
                <a:gd name="connsiteX2" fmla="*/ 9098 w 1149823"/>
                <a:gd name="connsiteY2" fmla="*/ 982639 h 3343701"/>
                <a:gd name="connsiteX3" fmla="*/ 131928 w 1149823"/>
                <a:gd name="connsiteY3" fmla="*/ 1392071 h 3343701"/>
                <a:gd name="connsiteX4" fmla="*/ 714232 w 1149823"/>
                <a:gd name="connsiteY4" fmla="*/ 1819701 h 3343701"/>
                <a:gd name="connsiteX5" fmla="*/ 942832 w 1149823"/>
                <a:gd name="connsiteY5" fmla="*/ 2429301 h 3343701"/>
                <a:gd name="connsiteX6" fmla="*/ 1128214 w 1149823"/>
                <a:gd name="connsiteY6" fmla="*/ 3343701 h 3343701"/>
                <a:gd name="connsiteX0" fmla="*/ 186519 w 1128214"/>
                <a:gd name="connsiteY0" fmla="*/ 0 h 3343701"/>
                <a:gd name="connsiteX1" fmla="*/ 186519 w 1128214"/>
                <a:gd name="connsiteY1" fmla="*/ 627797 h 3343701"/>
                <a:gd name="connsiteX2" fmla="*/ 9098 w 1128214"/>
                <a:gd name="connsiteY2" fmla="*/ 982639 h 3343701"/>
                <a:gd name="connsiteX3" fmla="*/ 131928 w 1128214"/>
                <a:gd name="connsiteY3" fmla="*/ 1392071 h 3343701"/>
                <a:gd name="connsiteX4" fmla="*/ 714232 w 1128214"/>
                <a:gd name="connsiteY4" fmla="*/ 1819701 h 3343701"/>
                <a:gd name="connsiteX5" fmla="*/ 942832 w 1128214"/>
                <a:gd name="connsiteY5" fmla="*/ 2429301 h 3343701"/>
                <a:gd name="connsiteX6" fmla="*/ 1019032 w 1128214"/>
                <a:gd name="connsiteY6" fmla="*/ 3115101 h 3343701"/>
                <a:gd name="connsiteX7" fmla="*/ 1128214 w 1128214"/>
                <a:gd name="connsiteY7" fmla="*/ 3343701 h 3343701"/>
                <a:gd name="connsiteX0" fmla="*/ 186519 w 1128214"/>
                <a:gd name="connsiteY0" fmla="*/ 0 h 3343701"/>
                <a:gd name="connsiteX1" fmla="*/ 186519 w 1128214"/>
                <a:gd name="connsiteY1" fmla="*/ 627797 h 3343701"/>
                <a:gd name="connsiteX2" fmla="*/ 9098 w 1128214"/>
                <a:gd name="connsiteY2" fmla="*/ 982639 h 3343701"/>
                <a:gd name="connsiteX3" fmla="*/ 131928 w 1128214"/>
                <a:gd name="connsiteY3" fmla="*/ 1392071 h 3343701"/>
                <a:gd name="connsiteX4" fmla="*/ 714232 w 1128214"/>
                <a:gd name="connsiteY4" fmla="*/ 1819701 h 3343701"/>
                <a:gd name="connsiteX5" fmla="*/ 942832 w 1128214"/>
                <a:gd name="connsiteY5" fmla="*/ 2429301 h 3343701"/>
                <a:gd name="connsiteX6" fmla="*/ 1019032 w 1128214"/>
                <a:gd name="connsiteY6" fmla="*/ 3115101 h 3343701"/>
                <a:gd name="connsiteX7" fmla="*/ 1128214 w 1128214"/>
                <a:gd name="connsiteY7" fmla="*/ 3343701 h 3343701"/>
                <a:gd name="connsiteX0" fmla="*/ 186519 w 1128214"/>
                <a:gd name="connsiteY0" fmla="*/ 0 h 3343701"/>
                <a:gd name="connsiteX1" fmla="*/ 186519 w 1128214"/>
                <a:gd name="connsiteY1" fmla="*/ 627797 h 3343701"/>
                <a:gd name="connsiteX2" fmla="*/ 9098 w 1128214"/>
                <a:gd name="connsiteY2" fmla="*/ 982639 h 3343701"/>
                <a:gd name="connsiteX3" fmla="*/ 131928 w 1128214"/>
                <a:gd name="connsiteY3" fmla="*/ 1392071 h 3343701"/>
                <a:gd name="connsiteX4" fmla="*/ 714232 w 1128214"/>
                <a:gd name="connsiteY4" fmla="*/ 1819701 h 3343701"/>
                <a:gd name="connsiteX5" fmla="*/ 942832 w 1128214"/>
                <a:gd name="connsiteY5" fmla="*/ 2429301 h 3343701"/>
                <a:gd name="connsiteX6" fmla="*/ 942832 w 1128214"/>
                <a:gd name="connsiteY6" fmla="*/ 3115101 h 3343701"/>
                <a:gd name="connsiteX7" fmla="*/ 1128214 w 1128214"/>
                <a:gd name="connsiteY7" fmla="*/ 3343701 h 3343701"/>
                <a:gd name="connsiteX0" fmla="*/ 186519 w 1019032"/>
                <a:gd name="connsiteY0" fmla="*/ 0 h 3419901"/>
                <a:gd name="connsiteX1" fmla="*/ 186519 w 1019032"/>
                <a:gd name="connsiteY1" fmla="*/ 627797 h 3419901"/>
                <a:gd name="connsiteX2" fmla="*/ 9098 w 1019032"/>
                <a:gd name="connsiteY2" fmla="*/ 982639 h 3419901"/>
                <a:gd name="connsiteX3" fmla="*/ 131928 w 1019032"/>
                <a:gd name="connsiteY3" fmla="*/ 1392071 h 3419901"/>
                <a:gd name="connsiteX4" fmla="*/ 714232 w 1019032"/>
                <a:gd name="connsiteY4" fmla="*/ 1819701 h 3419901"/>
                <a:gd name="connsiteX5" fmla="*/ 942832 w 1019032"/>
                <a:gd name="connsiteY5" fmla="*/ 2429301 h 3419901"/>
                <a:gd name="connsiteX6" fmla="*/ 942832 w 1019032"/>
                <a:gd name="connsiteY6" fmla="*/ 3115101 h 3419901"/>
                <a:gd name="connsiteX7" fmla="*/ 1019032 w 1019032"/>
                <a:gd name="connsiteY7" fmla="*/ 3419901 h 3419901"/>
                <a:gd name="connsiteX0" fmla="*/ 186519 w 980932"/>
                <a:gd name="connsiteY0" fmla="*/ 0 h 3419901"/>
                <a:gd name="connsiteX1" fmla="*/ 186519 w 980932"/>
                <a:gd name="connsiteY1" fmla="*/ 627797 h 3419901"/>
                <a:gd name="connsiteX2" fmla="*/ 9098 w 980932"/>
                <a:gd name="connsiteY2" fmla="*/ 982639 h 3419901"/>
                <a:gd name="connsiteX3" fmla="*/ 131928 w 980932"/>
                <a:gd name="connsiteY3" fmla="*/ 1392071 h 3419901"/>
                <a:gd name="connsiteX4" fmla="*/ 714232 w 980932"/>
                <a:gd name="connsiteY4" fmla="*/ 1819701 h 3419901"/>
                <a:gd name="connsiteX5" fmla="*/ 942832 w 980932"/>
                <a:gd name="connsiteY5" fmla="*/ 2429301 h 3419901"/>
                <a:gd name="connsiteX6" fmla="*/ 942832 w 980932"/>
                <a:gd name="connsiteY6" fmla="*/ 3115101 h 3419901"/>
                <a:gd name="connsiteX7" fmla="*/ 942832 w 980932"/>
                <a:gd name="connsiteY7" fmla="*/ 3419901 h 3419901"/>
                <a:gd name="connsiteX0" fmla="*/ 186519 w 980932"/>
                <a:gd name="connsiteY0" fmla="*/ 0 h 3419901"/>
                <a:gd name="connsiteX1" fmla="*/ 186519 w 980932"/>
                <a:gd name="connsiteY1" fmla="*/ 627797 h 3419901"/>
                <a:gd name="connsiteX2" fmla="*/ 9098 w 980932"/>
                <a:gd name="connsiteY2" fmla="*/ 982639 h 3419901"/>
                <a:gd name="connsiteX3" fmla="*/ 131928 w 980932"/>
                <a:gd name="connsiteY3" fmla="*/ 1392071 h 3419901"/>
                <a:gd name="connsiteX4" fmla="*/ 714232 w 980932"/>
                <a:gd name="connsiteY4" fmla="*/ 1819701 h 3419901"/>
                <a:gd name="connsiteX5" fmla="*/ 942832 w 980932"/>
                <a:gd name="connsiteY5" fmla="*/ 2505501 h 3419901"/>
                <a:gd name="connsiteX6" fmla="*/ 942832 w 980932"/>
                <a:gd name="connsiteY6" fmla="*/ 3115101 h 3419901"/>
                <a:gd name="connsiteX7" fmla="*/ 942832 w 980932"/>
                <a:gd name="connsiteY7" fmla="*/ 3419901 h 3419901"/>
                <a:gd name="connsiteX0" fmla="*/ 186519 w 955532"/>
                <a:gd name="connsiteY0" fmla="*/ 0 h 3419901"/>
                <a:gd name="connsiteX1" fmla="*/ 186519 w 955532"/>
                <a:gd name="connsiteY1" fmla="*/ 627797 h 3419901"/>
                <a:gd name="connsiteX2" fmla="*/ 9098 w 955532"/>
                <a:gd name="connsiteY2" fmla="*/ 982639 h 3419901"/>
                <a:gd name="connsiteX3" fmla="*/ 131928 w 955532"/>
                <a:gd name="connsiteY3" fmla="*/ 1392071 h 3419901"/>
                <a:gd name="connsiteX4" fmla="*/ 714232 w 955532"/>
                <a:gd name="connsiteY4" fmla="*/ 1819701 h 3419901"/>
                <a:gd name="connsiteX5" fmla="*/ 942832 w 955532"/>
                <a:gd name="connsiteY5" fmla="*/ 2505501 h 3419901"/>
                <a:gd name="connsiteX6" fmla="*/ 790432 w 955532"/>
                <a:gd name="connsiteY6" fmla="*/ 3115101 h 3419901"/>
                <a:gd name="connsiteX7" fmla="*/ 942832 w 955532"/>
                <a:gd name="connsiteY7" fmla="*/ 3419901 h 3419901"/>
                <a:gd name="connsiteX0" fmla="*/ 186519 w 955532"/>
                <a:gd name="connsiteY0" fmla="*/ 0 h 3496101"/>
                <a:gd name="connsiteX1" fmla="*/ 186519 w 955532"/>
                <a:gd name="connsiteY1" fmla="*/ 627797 h 3496101"/>
                <a:gd name="connsiteX2" fmla="*/ 9098 w 955532"/>
                <a:gd name="connsiteY2" fmla="*/ 982639 h 3496101"/>
                <a:gd name="connsiteX3" fmla="*/ 131928 w 955532"/>
                <a:gd name="connsiteY3" fmla="*/ 1392071 h 3496101"/>
                <a:gd name="connsiteX4" fmla="*/ 714232 w 955532"/>
                <a:gd name="connsiteY4" fmla="*/ 1819701 h 3496101"/>
                <a:gd name="connsiteX5" fmla="*/ 942832 w 955532"/>
                <a:gd name="connsiteY5" fmla="*/ 2505501 h 3496101"/>
                <a:gd name="connsiteX6" fmla="*/ 790432 w 955532"/>
                <a:gd name="connsiteY6" fmla="*/ 3115101 h 3496101"/>
                <a:gd name="connsiteX7" fmla="*/ 790432 w 955532"/>
                <a:gd name="connsiteY7" fmla="*/ 3496101 h 3496101"/>
                <a:gd name="connsiteX0" fmla="*/ 319585 w 1088598"/>
                <a:gd name="connsiteY0" fmla="*/ 0 h 3496101"/>
                <a:gd name="connsiteX1" fmla="*/ 319585 w 1088598"/>
                <a:gd name="connsiteY1" fmla="*/ 627797 h 3496101"/>
                <a:gd name="connsiteX2" fmla="*/ 9098 w 1088598"/>
                <a:gd name="connsiteY2" fmla="*/ 981501 h 3496101"/>
                <a:gd name="connsiteX3" fmla="*/ 264994 w 1088598"/>
                <a:gd name="connsiteY3" fmla="*/ 1392071 h 3496101"/>
                <a:gd name="connsiteX4" fmla="*/ 847298 w 1088598"/>
                <a:gd name="connsiteY4" fmla="*/ 1819701 h 3496101"/>
                <a:gd name="connsiteX5" fmla="*/ 1075898 w 1088598"/>
                <a:gd name="connsiteY5" fmla="*/ 2505501 h 3496101"/>
                <a:gd name="connsiteX6" fmla="*/ 923498 w 1088598"/>
                <a:gd name="connsiteY6" fmla="*/ 3115101 h 3496101"/>
                <a:gd name="connsiteX7" fmla="*/ 923498 w 1088598"/>
                <a:gd name="connsiteY7" fmla="*/ 3496101 h 3496101"/>
                <a:gd name="connsiteX0" fmla="*/ 168891 w 937904"/>
                <a:gd name="connsiteY0" fmla="*/ 0 h 3496101"/>
                <a:gd name="connsiteX1" fmla="*/ 168891 w 937904"/>
                <a:gd name="connsiteY1" fmla="*/ 627797 h 3496101"/>
                <a:gd name="connsiteX2" fmla="*/ 10804 w 937904"/>
                <a:gd name="connsiteY2" fmla="*/ 1057701 h 3496101"/>
                <a:gd name="connsiteX3" fmla="*/ 114300 w 937904"/>
                <a:gd name="connsiteY3" fmla="*/ 1392071 h 3496101"/>
                <a:gd name="connsiteX4" fmla="*/ 696604 w 937904"/>
                <a:gd name="connsiteY4" fmla="*/ 1819701 h 3496101"/>
                <a:gd name="connsiteX5" fmla="*/ 925204 w 937904"/>
                <a:gd name="connsiteY5" fmla="*/ 2505501 h 3496101"/>
                <a:gd name="connsiteX6" fmla="*/ 772804 w 937904"/>
                <a:gd name="connsiteY6" fmla="*/ 3115101 h 3496101"/>
                <a:gd name="connsiteX7" fmla="*/ 772804 w 937904"/>
                <a:gd name="connsiteY7" fmla="*/ 3496101 h 3496101"/>
                <a:gd name="connsiteX0" fmla="*/ 243385 w 1012398"/>
                <a:gd name="connsiteY0" fmla="*/ 0 h 3496101"/>
                <a:gd name="connsiteX1" fmla="*/ 243385 w 1012398"/>
                <a:gd name="connsiteY1" fmla="*/ 627797 h 3496101"/>
                <a:gd name="connsiteX2" fmla="*/ 9098 w 1012398"/>
                <a:gd name="connsiteY2" fmla="*/ 1057701 h 3496101"/>
                <a:gd name="connsiteX3" fmla="*/ 188794 w 1012398"/>
                <a:gd name="connsiteY3" fmla="*/ 1392071 h 3496101"/>
                <a:gd name="connsiteX4" fmla="*/ 771098 w 1012398"/>
                <a:gd name="connsiteY4" fmla="*/ 1819701 h 3496101"/>
                <a:gd name="connsiteX5" fmla="*/ 999698 w 1012398"/>
                <a:gd name="connsiteY5" fmla="*/ 2505501 h 3496101"/>
                <a:gd name="connsiteX6" fmla="*/ 847298 w 1012398"/>
                <a:gd name="connsiteY6" fmla="*/ 3115101 h 3496101"/>
                <a:gd name="connsiteX7" fmla="*/ 847298 w 1012398"/>
                <a:gd name="connsiteY7" fmla="*/ 3496101 h 3496101"/>
                <a:gd name="connsiteX0" fmla="*/ 249451 w 1018464"/>
                <a:gd name="connsiteY0" fmla="*/ 0 h 3496101"/>
                <a:gd name="connsiteX1" fmla="*/ 249451 w 1018464"/>
                <a:gd name="connsiteY1" fmla="*/ 627797 h 3496101"/>
                <a:gd name="connsiteX2" fmla="*/ 15164 w 1018464"/>
                <a:gd name="connsiteY2" fmla="*/ 1057701 h 3496101"/>
                <a:gd name="connsiteX3" fmla="*/ 158466 w 1018464"/>
                <a:gd name="connsiteY3" fmla="*/ 1447800 h 3496101"/>
                <a:gd name="connsiteX4" fmla="*/ 777164 w 1018464"/>
                <a:gd name="connsiteY4" fmla="*/ 1819701 h 3496101"/>
                <a:gd name="connsiteX5" fmla="*/ 1005764 w 1018464"/>
                <a:gd name="connsiteY5" fmla="*/ 2505501 h 3496101"/>
                <a:gd name="connsiteX6" fmla="*/ 853364 w 1018464"/>
                <a:gd name="connsiteY6" fmla="*/ 3115101 h 3496101"/>
                <a:gd name="connsiteX7" fmla="*/ 853364 w 1018464"/>
                <a:gd name="connsiteY7" fmla="*/ 3496101 h 3496101"/>
                <a:gd name="connsiteX0" fmla="*/ 249451 w 1019980"/>
                <a:gd name="connsiteY0" fmla="*/ 0 h 3496101"/>
                <a:gd name="connsiteX1" fmla="*/ 249451 w 1019980"/>
                <a:gd name="connsiteY1" fmla="*/ 627797 h 3496101"/>
                <a:gd name="connsiteX2" fmla="*/ 15164 w 1019980"/>
                <a:gd name="connsiteY2" fmla="*/ 1057701 h 3496101"/>
                <a:gd name="connsiteX3" fmla="*/ 158466 w 1019980"/>
                <a:gd name="connsiteY3" fmla="*/ 1447800 h 3496101"/>
                <a:gd name="connsiteX4" fmla="*/ 768066 w 1019980"/>
                <a:gd name="connsiteY4" fmla="*/ 1828800 h 3496101"/>
                <a:gd name="connsiteX5" fmla="*/ 1005764 w 1019980"/>
                <a:gd name="connsiteY5" fmla="*/ 2505501 h 3496101"/>
                <a:gd name="connsiteX6" fmla="*/ 853364 w 1019980"/>
                <a:gd name="connsiteY6" fmla="*/ 3115101 h 3496101"/>
                <a:gd name="connsiteX7" fmla="*/ 853364 w 1019980"/>
                <a:gd name="connsiteY7" fmla="*/ 3496101 h 3496101"/>
                <a:gd name="connsiteX0" fmla="*/ 249451 w 1032680"/>
                <a:gd name="connsiteY0" fmla="*/ 0 h 3496101"/>
                <a:gd name="connsiteX1" fmla="*/ 249451 w 1032680"/>
                <a:gd name="connsiteY1" fmla="*/ 627797 h 3496101"/>
                <a:gd name="connsiteX2" fmla="*/ 15164 w 1032680"/>
                <a:gd name="connsiteY2" fmla="*/ 1057701 h 3496101"/>
                <a:gd name="connsiteX3" fmla="*/ 158466 w 1032680"/>
                <a:gd name="connsiteY3" fmla="*/ 1447800 h 3496101"/>
                <a:gd name="connsiteX4" fmla="*/ 691866 w 1032680"/>
                <a:gd name="connsiteY4" fmla="*/ 1828800 h 3496101"/>
                <a:gd name="connsiteX5" fmla="*/ 1005764 w 1032680"/>
                <a:gd name="connsiteY5" fmla="*/ 2505501 h 3496101"/>
                <a:gd name="connsiteX6" fmla="*/ 853364 w 1032680"/>
                <a:gd name="connsiteY6" fmla="*/ 3115101 h 3496101"/>
                <a:gd name="connsiteX7" fmla="*/ 853364 w 1032680"/>
                <a:gd name="connsiteY7" fmla="*/ 3496101 h 3496101"/>
                <a:gd name="connsiteX0" fmla="*/ 249451 w 1018464"/>
                <a:gd name="connsiteY0" fmla="*/ 0 h 3496101"/>
                <a:gd name="connsiteX1" fmla="*/ 249451 w 1018464"/>
                <a:gd name="connsiteY1" fmla="*/ 627797 h 3496101"/>
                <a:gd name="connsiteX2" fmla="*/ 15164 w 1018464"/>
                <a:gd name="connsiteY2" fmla="*/ 1057701 h 3496101"/>
                <a:gd name="connsiteX3" fmla="*/ 158466 w 1018464"/>
                <a:gd name="connsiteY3" fmla="*/ 1447800 h 3496101"/>
                <a:gd name="connsiteX4" fmla="*/ 691866 w 1018464"/>
                <a:gd name="connsiteY4" fmla="*/ 1828800 h 3496101"/>
                <a:gd name="connsiteX5" fmla="*/ 1005764 w 1018464"/>
                <a:gd name="connsiteY5" fmla="*/ 2505501 h 3496101"/>
                <a:gd name="connsiteX6" fmla="*/ 768066 w 1018464"/>
                <a:gd name="connsiteY6" fmla="*/ 3200400 h 3496101"/>
                <a:gd name="connsiteX7" fmla="*/ 853364 w 1018464"/>
                <a:gd name="connsiteY7" fmla="*/ 3496101 h 3496101"/>
                <a:gd name="connsiteX0" fmla="*/ 249451 w 1018464"/>
                <a:gd name="connsiteY0" fmla="*/ 0 h 3505200"/>
                <a:gd name="connsiteX1" fmla="*/ 249451 w 1018464"/>
                <a:gd name="connsiteY1" fmla="*/ 627797 h 3505200"/>
                <a:gd name="connsiteX2" fmla="*/ 15164 w 1018464"/>
                <a:gd name="connsiteY2" fmla="*/ 1057701 h 3505200"/>
                <a:gd name="connsiteX3" fmla="*/ 158466 w 1018464"/>
                <a:gd name="connsiteY3" fmla="*/ 1447800 h 3505200"/>
                <a:gd name="connsiteX4" fmla="*/ 691866 w 1018464"/>
                <a:gd name="connsiteY4" fmla="*/ 1828800 h 3505200"/>
                <a:gd name="connsiteX5" fmla="*/ 1005764 w 1018464"/>
                <a:gd name="connsiteY5" fmla="*/ 2505501 h 3505200"/>
                <a:gd name="connsiteX6" fmla="*/ 768066 w 1018464"/>
                <a:gd name="connsiteY6" fmla="*/ 3200400 h 3505200"/>
                <a:gd name="connsiteX7" fmla="*/ 768066 w 1018464"/>
                <a:gd name="connsiteY7" fmla="*/ 3505200 h 3505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18464" h="3505200">
                  <a:moveTo>
                    <a:pt x="249451" y="0"/>
                  </a:moveTo>
                  <a:cubicBezTo>
                    <a:pt x="264236" y="232012"/>
                    <a:pt x="288499" y="451514"/>
                    <a:pt x="249451" y="627797"/>
                  </a:cubicBezTo>
                  <a:cubicBezTo>
                    <a:pt x="210403" y="804080"/>
                    <a:pt x="30328" y="921034"/>
                    <a:pt x="15164" y="1057701"/>
                  </a:cubicBezTo>
                  <a:cubicBezTo>
                    <a:pt x="0" y="1194368"/>
                    <a:pt x="45682" y="1319284"/>
                    <a:pt x="158466" y="1447800"/>
                  </a:cubicBezTo>
                  <a:cubicBezTo>
                    <a:pt x="271250" y="1576317"/>
                    <a:pt x="550650" y="1652517"/>
                    <a:pt x="691866" y="1828800"/>
                  </a:cubicBezTo>
                  <a:cubicBezTo>
                    <a:pt x="833082" y="2005084"/>
                    <a:pt x="993064" y="2276901"/>
                    <a:pt x="1005764" y="2505501"/>
                  </a:cubicBezTo>
                  <a:cubicBezTo>
                    <a:pt x="1018464" y="2734101"/>
                    <a:pt x="807682" y="3033783"/>
                    <a:pt x="768066" y="3200400"/>
                  </a:cubicBezTo>
                  <a:cubicBezTo>
                    <a:pt x="728450" y="3367017"/>
                    <a:pt x="765602" y="3456106"/>
                    <a:pt x="768066" y="3505200"/>
                  </a:cubicBezTo>
                </a:path>
              </a:pathLst>
            </a:custGeom>
            <a:ln w="25400">
              <a:solidFill>
                <a:schemeClr val="accent4">
                  <a:lumMod val="75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Freeform 145"/>
            <p:cNvSpPr/>
            <p:nvPr/>
          </p:nvSpPr>
          <p:spPr>
            <a:xfrm>
              <a:off x="4254183" y="1295400"/>
              <a:ext cx="1018464" cy="3581400"/>
            </a:xfrm>
            <a:custGeom>
              <a:avLst/>
              <a:gdLst>
                <a:gd name="connsiteX0" fmla="*/ 186519 w 1171432"/>
                <a:gd name="connsiteY0" fmla="*/ 0 h 3343701"/>
                <a:gd name="connsiteX1" fmla="*/ 186519 w 1171432"/>
                <a:gd name="connsiteY1" fmla="*/ 627797 h 3343701"/>
                <a:gd name="connsiteX2" fmla="*/ 9098 w 1171432"/>
                <a:gd name="connsiteY2" fmla="*/ 982639 h 3343701"/>
                <a:gd name="connsiteX3" fmla="*/ 131928 w 1171432"/>
                <a:gd name="connsiteY3" fmla="*/ 1392071 h 3343701"/>
                <a:gd name="connsiteX4" fmla="*/ 787020 w 1171432"/>
                <a:gd name="connsiteY4" fmla="*/ 1774209 h 3343701"/>
                <a:gd name="connsiteX5" fmla="*/ 1114566 w 1171432"/>
                <a:gd name="connsiteY5" fmla="*/ 2197289 h 3343701"/>
                <a:gd name="connsiteX6" fmla="*/ 1128214 w 1171432"/>
                <a:gd name="connsiteY6" fmla="*/ 3343701 h 3343701"/>
                <a:gd name="connsiteX0" fmla="*/ 186519 w 1183563"/>
                <a:gd name="connsiteY0" fmla="*/ 0 h 3343701"/>
                <a:gd name="connsiteX1" fmla="*/ 186519 w 1183563"/>
                <a:gd name="connsiteY1" fmla="*/ 627797 h 3343701"/>
                <a:gd name="connsiteX2" fmla="*/ 9098 w 1183563"/>
                <a:gd name="connsiteY2" fmla="*/ 982639 h 3343701"/>
                <a:gd name="connsiteX3" fmla="*/ 131928 w 1183563"/>
                <a:gd name="connsiteY3" fmla="*/ 1392071 h 3343701"/>
                <a:gd name="connsiteX4" fmla="*/ 714232 w 1183563"/>
                <a:gd name="connsiteY4" fmla="*/ 1819701 h 3343701"/>
                <a:gd name="connsiteX5" fmla="*/ 1114566 w 1183563"/>
                <a:gd name="connsiteY5" fmla="*/ 2197289 h 3343701"/>
                <a:gd name="connsiteX6" fmla="*/ 1128214 w 1183563"/>
                <a:gd name="connsiteY6" fmla="*/ 3343701 h 3343701"/>
                <a:gd name="connsiteX0" fmla="*/ 186519 w 1149823"/>
                <a:gd name="connsiteY0" fmla="*/ 0 h 3343701"/>
                <a:gd name="connsiteX1" fmla="*/ 186519 w 1149823"/>
                <a:gd name="connsiteY1" fmla="*/ 627797 h 3343701"/>
                <a:gd name="connsiteX2" fmla="*/ 9098 w 1149823"/>
                <a:gd name="connsiteY2" fmla="*/ 982639 h 3343701"/>
                <a:gd name="connsiteX3" fmla="*/ 131928 w 1149823"/>
                <a:gd name="connsiteY3" fmla="*/ 1392071 h 3343701"/>
                <a:gd name="connsiteX4" fmla="*/ 714232 w 1149823"/>
                <a:gd name="connsiteY4" fmla="*/ 1819701 h 3343701"/>
                <a:gd name="connsiteX5" fmla="*/ 1019032 w 1149823"/>
                <a:gd name="connsiteY5" fmla="*/ 2353101 h 3343701"/>
                <a:gd name="connsiteX6" fmla="*/ 1128214 w 1149823"/>
                <a:gd name="connsiteY6" fmla="*/ 3343701 h 3343701"/>
                <a:gd name="connsiteX0" fmla="*/ 186519 w 1149823"/>
                <a:gd name="connsiteY0" fmla="*/ 0 h 3343701"/>
                <a:gd name="connsiteX1" fmla="*/ 186519 w 1149823"/>
                <a:gd name="connsiteY1" fmla="*/ 627797 h 3343701"/>
                <a:gd name="connsiteX2" fmla="*/ 9098 w 1149823"/>
                <a:gd name="connsiteY2" fmla="*/ 982639 h 3343701"/>
                <a:gd name="connsiteX3" fmla="*/ 131928 w 1149823"/>
                <a:gd name="connsiteY3" fmla="*/ 1392071 h 3343701"/>
                <a:gd name="connsiteX4" fmla="*/ 714232 w 1149823"/>
                <a:gd name="connsiteY4" fmla="*/ 1819701 h 3343701"/>
                <a:gd name="connsiteX5" fmla="*/ 942832 w 1149823"/>
                <a:gd name="connsiteY5" fmla="*/ 2429301 h 3343701"/>
                <a:gd name="connsiteX6" fmla="*/ 1128214 w 1149823"/>
                <a:gd name="connsiteY6" fmla="*/ 3343701 h 3343701"/>
                <a:gd name="connsiteX0" fmla="*/ 186519 w 1149823"/>
                <a:gd name="connsiteY0" fmla="*/ 0 h 3343701"/>
                <a:gd name="connsiteX1" fmla="*/ 186519 w 1149823"/>
                <a:gd name="connsiteY1" fmla="*/ 627797 h 3343701"/>
                <a:gd name="connsiteX2" fmla="*/ 9098 w 1149823"/>
                <a:gd name="connsiteY2" fmla="*/ 982639 h 3343701"/>
                <a:gd name="connsiteX3" fmla="*/ 131928 w 1149823"/>
                <a:gd name="connsiteY3" fmla="*/ 1392071 h 3343701"/>
                <a:gd name="connsiteX4" fmla="*/ 714232 w 1149823"/>
                <a:gd name="connsiteY4" fmla="*/ 1819701 h 3343701"/>
                <a:gd name="connsiteX5" fmla="*/ 942832 w 1149823"/>
                <a:gd name="connsiteY5" fmla="*/ 2429301 h 3343701"/>
                <a:gd name="connsiteX6" fmla="*/ 1128214 w 1149823"/>
                <a:gd name="connsiteY6" fmla="*/ 3343701 h 3343701"/>
                <a:gd name="connsiteX0" fmla="*/ 186519 w 1128214"/>
                <a:gd name="connsiteY0" fmla="*/ 0 h 3343701"/>
                <a:gd name="connsiteX1" fmla="*/ 186519 w 1128214"/>
                <a:gd name="connsiteY1" fmla="*/ 627797 h 3343701"/>
                <a:gd name="connsiteX2" fmla="*/ 9098 w 1128214"/>
                <a:gd name="connsiteY2" fmla="*/ 982639 h 3343701"/>
                <a:gd name="connsiteX3" fmla="*/ 131928 w 1128214"/>
                <a:gd name="connsiteY3" fmla="*/ 1392071 h 3343701"/>
                <a:gd name="connsiteX4" fmla="*/ 714232 w 1128214"/>
                <a:gd name="connsiteY4" fmla="*/ 1819701 h 3343701"/>
                <a:gd name="connsiteX5" fmla="*/ 942832 w 1128214"/>
                <a:gd name="connsiteY5" fmla="*/ 2429301 h 3343701"/>
                <a:gd name="connsiteX6" fmla="*/ 1019032 w 1128214"/>
                <a:gd name="connsiteY6" fmla="*/ 3115101 h 3343701"/>
                <a:gd name="connsiteX7" fmla="*/ 1128214 w 1128214"/>
                <a:gd name="connsiteY7" fmla="*/ 3343701 h 3343701"/>
                <a:gd name="connsiteX0" fmla="*/ 186519 w 1128214"/>
                <a:gd name="connsiteY0" fmla="*/ 0 h 3343701"/>
                <a:gd name="connsiteX1" fmla="*/ 186519 w 1128214"/>
                <a:gd name="connsiteY1" fmla="*/ 627797 h 3343701"/>
                <a:gd name="connsiteX2" fmla="*/ 9098 w 1128214"/>
                <a:gd name="connsiteY2" fmla="*/ 982639 h 3343701"/>
                <a:gd name="connsiteX3" fmla="*/ 131928 w 1128214"/>
                <a:gd name="connsiteY3" fmla="*/ 1392071 h 3343701"/>
                <a:gd name="connsiteX4" fmla="*/ 714232 w 1128214"/>
                <a:gd name="connsiteY4" fmla="*/ 1819701 h 3343701"/>
                <a:gd name="connsiteX5" fmla="*/ 942832 w 1128214"/>
                <a:gd name="connsiteY5" fmla="*/ 2429301 h 3343701"/>
                <a:gd name="connsiteX6" fmla="*/ 1019032 w 1128214"/>
                <a:gd name="connsiteY6" fmla="*/ 3115101 h 3343701"/>
                <a:gd name="connsiteX7" fmla="*/ 1128214 w 1128214"/>
                <a:gd name="connsiteY7" fmla="*/ 3343701 h 3343701"/>
                <a:gd name="connsiteX0" fmla="*/ 186519 w 1128214"/>
                <a:gd name="connsiteY0" fmla="*/ 0 h 3343701"/>
                <a:gd name="connsiteX1" fmla="*/ 186519 w 1128214"/>
                <a:gd name="connsiteY1" fmla="*/ 627797 h 3343701"/>
                <a:gd name="connsiteX2" fmla="*/ 9098 w 1128214"/>
                <a:gd name="connsiteY2" fmla="*/ 982639 h 3343701"/>
                <a:gd name="connsiteX3" fmla="*/ 131928 w 1128214"/>
                <a:gd name="connsiteY3" fmla="*/ 1392071 h 3343701"/>
                <a:gd name="connsiteX4" fmla="*/ 714232 w 1128214"/>
                <a:gd name="connsiteY4" fmla="*/ 1819701 h 3343701"/>
                <a:gd name="connsiteX5" fmla="*/ 942832 w 1128214"/>
                <a:gd name="connsiteY5" fmla="*/ 2429301 h 3343701"/>
                <a:gd name="connsiteX6" fmla="*/ 942832 w 1128214"/>
                <a:gd name="connsiteY6" fmla="*/ 3115101 h 3343701"/>
                <a:gd name="connsiteX7" fmla="*/ 1128214 w 1128214"/>
                <a:gd name="connsiteY7" fmla="*/ 3343701 h 3343701"/>
                <a:gd name="connsiteX0" fmla="*/ 186519 w 1019032"/>
                <a:gd name="connsiteY0" fmla="*/ 0 h 3419901"/>
                <a:gd name="connsiteX1" fmla="*/ 186519 w 1019032"/>
                <a:gd name="connsiteY1" fmla="*/ 627797 h 3419901"/>
                <a:gd name="connsiteX2" fmla="*/ 9098 w 1019032"/>
                <a:gd name="connsiteY2" fmla="*/ 982639 h 3419901"/>
                <a:gd name="connsiteX3" fmla="*/ 131928 w 1019032"/>
                <a:gd name="connsiteY3" fmla="*/ 1392071 h 3419901"/>
                <a:gd name="connsiteX4" fmla="*/ 714232 w 1019032"/>
                <a:gd name="connsiteY4" fmla="*/ 1819701 h 3419901"/>
                <a:gd name="connsiteX5" fmla="*/ 942832 w 1019032"/>
                <a:gd name="connsiteY5" fmla="*/ 2429301 h 3419901"/>
                <a:gd name="connsiteX6" fmla="*/ 942832 w 1019032"/>
                <a:gd name="connsiteY6" fmla="*/ 3115101 h 3419901"/>
                <a:gd name="connsiteX7" fmla="*/ 1019032 w 1019032"/>
                <a:gd name="connsiteY7" fmla="*/ 3419901 h 3419901"/>
                <a:gd name="connsiteX0" fmla="*/ 186519 w 980932"/>
                <a:gd name="connsiteY0" fmla="*/ 0 h 3419901"/>
                <a:gd name="connsiteX1" fmla="*/ 186519 w 980932"/>
                <a:gd name="connsiteY1" fmla="*/ 627797 h 3419901"/>
                <a:gd name="connsiteX2" fmla="*/ 9098 w 980932"/>
                <a:gd name="connsiteY2" fmla="*/ 982639 h 3419901"/>
                <a:gd name="connsiteX3" fmla="*/ 131928 w 980932"/>
                <a:gd name="connsiteY3" fmla="*/ 1392071 h 3419901"/>
                <a:gd name="connsiteX4" fmla="*/ 714232 w 980932"/>
                <a:gd name="connsiteY4" fmla="*/ 1819701 h 3419901"/>
                <a:gd name="connsiteX5" fmla="*/ 942832 w 980932"/>
                <a:gd name="connsiteY5" fmla="*/ 2429301 h 3419901"/>
                <a:gd name="connsiteX6" fmla="*/ 942832 w 980932"/>
                <a:gd name="connsiteY6" fmla="*/ 3115101 h 3419901"/>
                <a:gd name="connsiteX7" fmla="*/ 942832 w 980932"/>
                <a:gd name="connsiteY7" fmla="*/ 3419901 h 3419901"/>
                <a:gd name="connsiteX0" fmla="*/ 186519 w 980932"/>
                <a:gd name="connsiteY0" fmla="*/ 0 h 3419901"/>
                <a:gd name="connsiteX1" fmla="*/ 186519 w 980932"/>
                <a:gd name="connsiteY1" fmla="*/ 627797 h 3419901"/>
                <a:gd name="connsiteX2" fmla="*/ 9098 w 980932"/>
                <a:gd name="connsiteY2" fmla="*/ 982639 h 3419901"/>
                <a:gd name="connsiteX3" fmla="*/ 131928 w 980932"/>
                <a:gd name="connsiteY3" fmla="*/ 1392071 h 3419901"/>
                <a:gd name="connsiteX4" fmla="*/ 714232 w 980932"/>
                <a:gd name="connsiteY4" fmla="*/ 1819701 h 3419901"/>
                <a:gd name="connsiteX5" fmla="*/ 942832 w 980932"/>
                <a:gd name="connsiteY5" fmla="*/ 2505501 h 3419901"/>
                <a:gd name="connsiteX6" fmla="*/ 942832 w 980932"/>
                <a:gd name="connsiteY6" fmla="*/ 3115101 h 3419901"/>
                <a:gd name="connsiteX7" fmla="*/ 942832 w 980932"/>
                <a:gd name="connsiteY7" fmla="*/ 3419901 h 3419901"/>
                <a:gd name="connsiteX0" fmla="*/ 186519 w 955532"/>
                <a:gd name="connsiteY0" fmla="*/ 0 h 3419901"/>
                <a:gd name="connsiteX1" fmla="*/ 186519 w 955532"/>
                <a:gd name="connsiteY1" fmla="*/ 627797 h 3419901"/>
                <a:gd name="connsiteX2" fmla="*/ 9098 w 955532"/>
                <a:gd name="connsiteY2" fmla="*/ 982639 h 3419901"/>
                <a:gd name="connsiteX3" fmla="*/ 131928 w 955532"/>
                <a:gd name="connsiteY3" fmla="*/ 1392071 h 3419901"/>
                <a:gd name="connsiteX4" fmla="*/ 714232 w 955532"/>
                <a:gd name="connsiteY4" fmla="*/ 1819701 h 3419901"/>
                <a:gd name="connsiteX5" fmla="*/ 942832 w 955532"/>
                <a:gd name="connsiteY5" fmla="*/ 2505501 h 3419901"/>
                <a:gd name="connsiteX6" fmla="*/ 790432 w 955532"/>
                <a:gd name="connsiteY6" fmla="*/ 3115101 h 3419901"/>
                <a:gd name="connsiteX7" fmla="*/ 942832 w 955532"/>
                <a:gd name="connsiteY7" fmla="*/ 3419901 h 3419901"/>
                <a:gd name="connsiteX0" fmla="*/ 186519 w 955532"/>
                <a:gd name="connsiteY0" fmla="*/ 0 h 3496101"/>
                <a:gd name="connsiteX1" fmla="*/ 186519 w 955532"/>
                <a:gd name="connsiteY1" fmla="*/ 627797 h 3496101"/>
                <a:gd name="connsiteX2" fmla="*/ 9098 w 955532"/>
                <a:gd name="connsiteY2" fmla="*/ 982639 h 3496101"/>
                <a:gd name="connsiteX3" fmla="*/ 131928 w 955532"/>
                <a:gd name="connsiteY3" fmla="*/ 1392071 h 3496101"/>
                <a:gd name="connsiteX4" fmla="*/ 714232 w 955532"/>
                <a:gd name="connsiteY4" fmla="*/ 1819701 h 3496101"/>
                <a:gd name="connsiteX5" fmla="*/ 942832 w 955532"/>
                <a:gd name="connsiteY5" fmla="*/ 2505501 h 3496101"/>
                <a:gd name="connsiteX6" fmla="*/ 790432 w 955532"/>
                <a:gd name="connsiteY6" fmla="*/ 3115101 h 3496101"/>
                <a:gd name="connsiteX7" fmla="*/ 790432 w 955532"/>
                <a:gd name="connsiteY7" fmla="*/ 3496101 h 3496101"/>
                <a:gd name="connsiteX0" fmla="*/ 319585 w 1088598"/>
                <a:gd name="connsiteY0" fmla="*/ 0 h 3496101"/>
                <a:gd name="connsiteX1" fmla="*/ 319585 w 1088598"/>
                <a:gd name="connsiteY1" fmla="*/ 627797 h 3496101"/>
                <a:gd name="connsiteX2" fmla="*/ 9098 w 1088598"/>
                <a:gd name="connsiteY2" fmla="*/ 981501 h 3496101"/>
                <a:gd name="connsiteX3" fmla="*/ 264994 w 1088598"/>
                <a:gd name="connsiteY3" fmla="*/ 1392071 h 3496101"/>
                <a:gd name="connsiteX4" fmla="*/ 847298 w 1088598"/>
                <a:gd name="connsiteY4" fmla="*/ 1819701 h 3496101"/>
                <a:gd name="connsiteX5" fmla="*/ 1075898 w 1088598"/>
                <a:gd name="connsiteY5" fmla="*/ 2505501 h 3496101"/>
                <a:gd name="connsiteX6" fmla="*/ 923498 w 1088598"/>
                <a:gd name="connsiteY6" fmla="*/ 3115101 h 3496101"/>
                <a:gd name="connsiteX7" fmla="*/ 923498 w 1088598"/>
                <a:gd name="connsiteY7" fmla="*/ 3496101 h 3496101"/>
                <a:gd name="connsiteX0" fmla="*/ 168891 w 937904"/>
                <a:gd name="connsiteY0" fmla="*/ 0 h 3496101"/>
                <a:gd name="connsiteX1" fmla="*/ 168891 w 937904"/>
                <a:gd name="connsiteY1" fmla="*/ 627797 h 3496101"/>
                <a:gd name="connsiteX2" fmla="*/ 10804 w 937904"/>
                <a:gd name="connsiteY2" fmla="*/ 1057701 h 3496101"/>
                <a:gd name="connsiteX3" fmla="*/ 114300 w 937904"/>
                <a:gd name="connsiteY3" fmla="*/ 1392071 h 3496101"/>
                <a:gd name="connsiteX4" fmla="*/ 696604 w 937904"/>
                <a:gd name="connsiteY4" fmla="*/ 1819701 h 3496101"/>
                <a:gd name="connsiteX5" fmla="*/ 925204 w 937904"/>
                <a:gd name="connsiteY5" fmla="*/ 2505501 h 3496101"/>
                <a:gd name="connsiteX6" fmla="*/ 772804 w 937904"/>
                <a:gd name="connsiteY6" fmla="*/ 3115101 h 3496101"/>
                <a:gd name="connsiteX7" fmla="*/ 772804 w 937904"/>
                <a:gd name="connsiteY7" fmla="*/ 3496101 h 3496101"/>
                <a:gd name="connsiteX0" fmla="*/ 243385 w 1012398"/>
                <a:gd name="connsiteY0" fmla="*/ 0 h 3496101"/>
                <a:gd name="connsiteX1" fmla="*/ 243385 w 1012398"/>
                <a:gd name="connsiteY1" fmla="*/ 627797 h 3496101"/>
                <a:gd name="connsiteX2" fmla="*/ 9098 w 1012398"/>
                <a:gd name="connsiteY2" fmla="*/ 1057701 h 3496101"/>
                <a:gd name="connsiteX3" fmla="*/ 188794 w 1012398"/>
                <a:gd name="connsiteY3" fmla="*/ 1392071 h 3496101"/>
                <a:gd name="connsiteX4" fmla="*/ 771098 w 1012398"/>
                <a:gd name="connsiteY4" fmla="*/ 1819701 h 3496101"/>
                <a:gd name="connsiteX5" fmla="*/ 999698 w 1012398"/>
                <a:gd name="connsiteY5" fmla="*/ 2505501 h 3496101"/>
                <a:gd name="connsiteX6" fmla="*/ 847298 w 1012398"/>
                <a:gd name="connsiteY6" fmla="*/ 3115101 h 3496101"/>
                <a:gd name="connsiteX7" fmla="*/ 847298 w 1012398"/>
                <a:gd name="connsiteY7" fmla="*/ 3496101 h 3496101"/>
                <a:gd name="connsiteX0" fmla="*/ 249451 w 1018464"/>
                <a:gd name="connsiteY0" fmla="*/ 0 h 3496101"/>
                <a:gd name="connsiteX1" fmla="*/ 249451 w 1018464"/>
                <a:gd name="connsiteY1" fmla="*/ 627797 h 3496101"/>
                <a:gd name="connsiteX2" fmla="*/ 15164 w 1018464"/>
                <a:gd name="connsiteY2" fmla="*/ 1057701 h 3496101"/>
                <a:gd name="connsiteX3" fmla="*/ 158466 w 1018464"/>
                <a:gd name="connsiteY3" fmla="*/ 1447800 h 3496101"/>
                <a:gd name="connsiteX4" fmla="*/ 777164 w 1018464"/>
                <a:gd name="connsiteY4" fmla="*/ 1819701 h 3496101"/>
                <a:gd name="connsiteX5" fmla="*/ 1005764 w 1018464"/>
                <a:gd name="connsiteY5" fmla="*/ 2505501 h 3496101"/>
                <a:gd name="connsiteX6" fmla="*/ 853364 w 1018464"/>
                <a:gd name="connsiteY6" fmla="*/ 3115101 h 3496101"/>
                <a:gd name="connsiteX7" fmla="*/ 853364 w 1018464"/>
                <a:gd name="connsiteY7" fmla="*/ 3496101 h 3496101"/>
                <a:gd name="connsiteX0" fmla="*/ 249451 w 1019980"/>
                <a:gd name="connsiteY0" fmla="*/ 0 h 3496101"/>
                <a:gd name="connsiteX1" fmla="*/ 249451 w 1019980"/>
                <a:gd name="connsiteY1" fmla="*/ 627797 h 3496101"/>
                <a:gd name="connsiteX2" fmla="*/ 15164 w 1019980"/>
                <a:gd name="connsiteY2" fmla="*/ 1057701 h 3496101"/>
                <a:gd name="connsiteX3" fmla="*/ 158466 w 1019980"/>
                <a:gd name="connsiteY3" fmla="*/ 1447800 h 3496101"/>
                <a:gd name="connsiteX4" fmla="*/ 768066 w 1019980"/>
                <a:gd name="connsiteY4" fmla="*/ 1828800 h 3496101"/>
                <a:gd name="connsiteX5" fmla="*/ 1005764 w 1019980"/>
                <a:gd name="connsiteY5" fmla="*/ 2505501 h 3496101"/>
                <a:gd name="connsiteX6" fmla="*/ 853364 w 1019980"/>
                <a:gd name="connsiteY6" fmla="*/ 3115101 h 3496101"/>
                <a:gd name="connsiteX7" fmla="*/ 853364 w 1019980"/>
                <a:gd name="connsiteY7" fmla="*/ 3496101 h 3496101"/>
                <a:gd name="connsiteX0" fmla="*/ 249451 w 1032680"/>
                <a:gd name="connsiteY0" fmla="*/ 0 h 3496101"/>
                <a:gd name="connsiteX1" fmla="*/ 249451 w 1032680"/>
                <a:gd name="connsiteY1" fmla="*/ 627797 h 3496101"/>
                <a:gd name="connsiteX2" fmla="*/ 15164 w 1032680"/>
                <a:gd name="connsiteY2" fmla="*/ 1057701 h 3496101"/>
                <a:gd name="connsiteX3" fmla="*/ 158466 w 1032680"/>
                <a:gd name="connsiteY3" fmla="*/ 1447800 h 3496101"/>
                <a:gd name="connsiteX4" fmla="*/ 691866 w 1032680"/>
                <a:gd name="connsiteY4" fmla="*/ 1828800 h 3496101"/>
                <a:gd name="connsiteX5" fmla="*/ 1005764 w 1032680"/>
                <a:gd name="connsiteY5" fmla="*/ 2505501 h 3496101"/>
                <a:gd name="connsiteX6" fmla="*/ 853364 w 1032680"/>
                <a:gd name="connsiteY6" fmla="*/ 3115101 h 3496101"/>
                <a:gd name="connsiteX7" fmla="*/ 853364 w 1032680"/>
                <a:gd name="connsiteY7" fmla="*/ 3496101 h 3496101"/>
                <a:gd name="connsiteX0" fmla="*/ 249451 w 1018464"/>
                <a:gd name="connsiteY0" fmla="*/ 0 h 3496101"/>
                <a:gd name="connsiteX1" fmla="*/ 249451 w 1018464"/>
                <a:gd name="connsiteY1" fmla="*/ 627797 h 3496101"/>
                <a:gd name="connsiteX2" fmla="*/ 15164 w 1018464"/>
                <a:gd name="connsiteY2" fmla="*/ 1057701 h 3496101"/>
                <a:gd name="connsiteX3" fmla="*/ 158466 w 1018464"/>
                <a:gd name="connsiteY3" fmla="*/ 1447800 h 3496101"/>
                <a:gd name="connsiteX4" fmla="*/ 691866 w 1018464"/>
                <a:gd name="connsiteY4" fmla="*/ 1828800 h 3496101"/>
                <a:gd name="connsiteX5" fmla="*/ 1005764 w 1018464"/>
                <a:gd name="connsiteY5" fmla="*/ 2505501 h 3496101"/>
                <a:gd name="connsiteX6" fmla="*/ 768066 w 1018464"/>
                <a:gd name="connsiteY6" fmla="*/ 3200400 h 3496101"/>
                <a:gd name="connsiteX7" fmla="*/ 853364 w 1018464"/>
                <a:gd name="connsiteY7" fmla="*/ 3496101 h 3496101"/>
                <a:gd name="connsiteX0" fmla="*/ 249451 w 1018464"/>
                <a:gd name="connsiteY0" fmla="*/ 0 h 3505200"/>
                <a:gd name="connsiteX1" fmla="*/ 249451 w 1018464"/>
                <a:gd name="connsiteY1" fmla="*/ 627797 h 3505200"/>
                <a:gd name="connsiteX2" fmla="*/ 15164 w 1018464"/>
                <a:gd name="connsiteY2" fmla="*/ 1057701 h 3505200"/>
                <a:gd name="connsiteX3" fmla="*/ 158466 w 1018464"/>
                <a:gd name="connsiteY3" fmla="*/ 1447800 h 3505200"/>
                <a:gd name="connsiteX4" fmla="*/ 691866 w 1018464"/>
                <a:gd name="connsiteY4" fmla="*/ 1828800 h 3505200"/>
                <a:gd name="connsiteX5" fmla="*/ 1005764 w 1018464"/>
                <a:gd name="connsiteY5" fmla="*/ 2505501 h 3505200"/>
                <a:gd name="connsiteX6" fmla="*/ 768066 w 1018464"/>
                <a:gd name="connsiteY6" fmla="*/ 3200400 h 3505200"/>
                <a:gd name="connsiteX7" fmla="*/ 768066 w 1018464"/>
                <a:gd name="connsiteY7" fmla="*/ 3505200 h 3505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18464" h="3505200">
                  <a:moveTo>
                    <a:pt x="249451" y="0"/>
                  </a:moveTo>
                  <a:cubicBezTo>
                    <a:pt x="264236" y="232012"/>
                    <a:pt x="288499" y="451514"/>
                    <a:pt x="249451" y="627797"/>
                  </a:cubicBezTo>
                  <a:cubicBezTo>
                    <a:pt x="210403" y="804080"/>
                    <a:pt x="30328" y="921034"/>
                    <a:pt x="15164" y="1057701"/>
                  </a:cubicBezTo>
                  <a:cubicBezTo>
                    <a:pt x="0" y="1194368"/>
                    <a:pt x="45682" y="1319284"/>
                    <a:pt x="158466" y="1447800"/>
                  </a:cubicBezTo>
                  <a:cubicBezTo>
                    <a:pt x="271250" y="1576317"/>
                    <a:pt x="550650" y="1652517"/>
                    <a:pt x="691866" y="1828800"/>
                  </a:cubicBezTo>
                  <a:cubicBezTo>
                    <a:pt x="833082" y="2005084"/>
                    <a:pt x="993064" y="2276901"/>
                    <a:pt x="1005764" y="2505501"/>
                  </a:cubicBezTo>
                  <a:cubicBezTo>
                    <a:pt x="1018464" y="2734101"/>
                    <a:pt x="807682" y="3033783"/>
                    <a:pt x="768066" y="3200400"/>
                  </a:cubicBezTo>
                  <a:cubicBezTo>
                    <a:pt x="728450" y="3367017"/>
                    <a:pt x="765602" y="3456106"/>
                    <a:pt x="768066" y="3505200"/>
                  </a:cubicBezTo>
                </a:path>
              </a:pathLst>
            </a:custGeom>
            <a:ln w="25400">
              <a:solidFill>
                <a:schemeClr val="accent4">
                  <a:lumMod val="75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Freeform 146"/>
            <p:cNvSpPr/>
            <p:nvPr/>
          </p:nvSpPr>
          <p:spPr>
            <a:xfrm>
              <a:off x="4136249" y="1295400"/>
              <a:ext cx="1060198" cy="3657600"/>
            </a:xfrm>
            <a:custGeom>
              <a:avLst/>
              <a:gdLst>
                <a:gd name="connsiteX0" fmla="*/ 186519 w 1171432"/>
                <a:gd name="connsiteY0" fmla="*/ 0 h 3343701"/>
                <a:gd name="connsiteX1" fmla="*/ 186519 w 1171432"/>
                <a:gd name="connsiteY1" fmla="*/ 627797 h 3343701"/>
                <a:gd name="connsiteX2" fmla="*/ 9098 w 1171432"/>
                <a:gd name="connsiteY2" fmla="*/ 982639 h 3343701"/>
                <a:gd name="connsiteX3" fmla="*/ 131928 w 1171432"/>
                <a:gd name="connsiteY3" fmla="*/ 1392071 h 3343701"/>
                <a:gd name="connsiteX4" fmla="*/ 787020 w 1171432"/>
                <a:gd name="connsiteY4" fmla="*/ 1774209 h 3343701"/>
                <a:gd name="connsiteX5" fmla="*/ 1114566 w 1171432"/>
                <a:gd name="connsiteY5" fmla="*/ 2197289 h 3343701"/>
                <a:gd name="connsiteX6" fmla="*/ 1128214 w 1171432"/>
                <a:gd name="connsiteY6" fmla="*/ 3343701 h 3343701"/>
                <a:gd name="connsiteX0" fmla="*/ 186519 w 1183563"/>
                <a:gd name="connsiteY0" fmla="*/ 0 h 3343701"/>
                <a:gd name="connsiteX1" fmla="*/ 186519 w 1183563"/>
                <a:gd name="connsiteY1" fmla="*/ 627797 h 3343701"/>
                <a:gd name="connsiteX2" fmla="*/ 9098 w 1183563"/>
                <a:gd name="connsiteY2" fmla="*/ 982639 h 3343701"/>
                <a:gd name="connsiteX3" fmla="*/ 131928 w 1183563"/>
                <a:gd name="connsiteY3" fmla="*/ 1392071 h 3343701"/>
                <a:gd name="connsiteX4" fmla="*/ 714232 w 1183563"/>
                <a:gd name="connsiteY4" fmla="*/ 1819701 h 3343701"/>
                <a:gd name="connsiteX5" fmla="*/ 1114566 w 1183563"/>
                <a:gd name="connsiteY5" fmla="*/ 2197289 h 3343701"/>
                <a:gd name="connsiteX6" fmla="*/ 1128214 w 1183563"/>
                <a:gd name="connsiteY6" fmla="*/ 3343701 h 3343701"/>
                <a:gd name="connsiteX0" fmla="*/ 186519 w 1149823"/>
                <a:gd name="connsiteY0" fmla="*/ 0 h 3343701"/>
                <a:gd name="connsiteX1" fmla="*/ 186519 w 1149823"/>
                <a:gd name="connsiteY1" fmla="*/ 627797 h 3343701"/>
                <a:gd name="connsiteX2" fmla="*/ 9098 w 1149823"/>
                <a:gd name="connsiteY2" fmla="*/ 982639 h 3343701"/>
                <a:gd name="connsiteX3" fmla="*/ 131928 w 1149823"/>
                <a:gd name="connsiteY3" fmla="*/ 1392071 h 3343701"/>
                <a:gd name="connsiteX4" fmla="*/ 714232 w 1149823"/>
                <a:gd name="connsiteY4" fmla="*/ 1819701 h 3343701"/>
                <a:gd name="connsiteX5" fmla="*/ 1019032 w 1149823"/>
                <a:gd name="connsiteY5" fmla="*/ 2353101 h 3343701"/>
                <a:gd name="connsiteX6" fmla="*/ 1128214 w 1149823"/>
                <a:gd name="connsiteY6" fmla="*/ 3343701 h 3343701"/>
                <a:gd name="connsiteX0" fmla="*/ 186519 w 1149823"/>
                <a:gd name="connsiteY0" fmla="*/ 0 h 3343701"/>
                <a:gd name="connsiteX1" fmla="*/ 186519 w 1149823"/>
                <a:gd name="connsiteY1" fmla="*/ 627797 h 3343701"/>
                <a:gd name="connsiteX2" fmla="*/ 9098 w 1149823"/>
                <a:gd name="connsiteY2" fmla="*/ 982639 h 3343701"/>
                <a:gd name="connsiteX3" fmla="*/ 131928 w 1149823"/>
                <a:gd name="connsiteY3" fmla="*/ 1392071 h 3343701"/>
                <a:gd name="connsiteX4" fmla="*/ 714232 w 1149823"/>
                <a:gd name="connsiteY4" fmla="*/ 1819701 h 3343701"/>
                <a:gd name="connsiteX5" fmla="*/ 942832 w 1149823"/>
                <a:gd name="connsiteY5" fmla="*/ 2429301 h 3343701"/>
                <a:gd name="connsiteX6" fmla="*/ 1128214 w 1149823"/>
                <a:gd name="connsiteY6" fmla="*/ 3343701 h 3343701"/>
                <a:gd name="connsiteX0" fmla="*/ 186519 w 1149823"/>
                <a:gd name="connsiteY0" fmla="*/ 0 h 3343701"/>
                <a:gd name="connsiteX1" fmla="*/ 186519 w 1149823"/>
                <a:gd name="connsiteY1" fmla="*/ 627797 h 3343701"/>
                <a:gd name="connsiteX2" fmla="*/ 9098 w 1149823"/>
                <a:gd name="connsiteY2" fmla="*/ 982639 h 3343701"/>
                <a:gd name="connsiteX3" fmla="*/ 131928 w 1149823"/>
                <a:gd name="connsiteY3" fmla="*/ 1392071 h 3343701"/>
                <a:gd name="connsiteX4" fmla="*/ 714232 w 1149823"/>
                <a:gd name="connsiteY4" fmla="*/ 1819701 h 3343701"/>
                <a:gd name="connsiteX5" fmla="*/ 942832 w 1149823"/>
                <a:gd name="connsiteY5" fmla="*/ 2429301 h 3343701"/>
                <a:gd name="connsiteX6" fmla="*/ 1128214 w 1149823"/>
                <a:gd name="connsiteY6" fmla="*/ 3343701 h 3343701"/>
                <a:gd name="connsiteX0" fmla="*/ 186519 w 1128214"/>
                <a:gd name="connsiteY0" fmla="*/ 0 h 3343701"/>
                <a:gd name="connsiteX1" fmla="*/ 186519 w 1128214"/>
                <a:gd name="connsiteY1" fmla="*/ 627797 h 3343701"/>
                <a:gd name="connsiteX2" fmla="*/ 9098 w 1128214"/>
                <a:gd name="connsiteY2" fmla="*/ 982639 h 3343701"/>
                <a:gd name="connsiteX3" fmla="*/ 131928 w 1128214"/>
                <a:gd name="connsiteY3" fmla="*/ 1392071 h 3343701"/>
                <a:gd name="connsiteX4" fmla="*/ 714232 w 1128214"/>
                <a:gd name="connsiteY4" fmla="*/ 1819701 h 3343701"/>
                <a:gd name="connsiteX5" fmla="*/ 942832 w 1128214"/>
                <a:gd name="connsiteY5" fmla="*/ 2429301 h 3343701"/>
                <a:gd name="connsiteX6" fmla="*/ 1019032 w 1128214"/>
                <a:gd name="connsiteY6" fmla="*/ 3115101 h 3343701"/>
                <a:gd name="connsiteX7" fmla="*/ 1128214 w 1128214"/>
                <a:gd name="connsiteY7" fmla="*/ 3343701 h 3343701"/>
                <a:gd name="connsiteX0" fmla="*/ 186519 w 1128214"/>
                <a:gd name="connsiteY0" fmla="*/ 0 h 3343701"/>
                <a:gd name="connsiteX1" fmla="*/ 186519 w 1128214"/>
                <a:gd name="connsiteY1" fmla="*/ 627797 h 3343701"/>
                <a:gd name="connsiteX2" fmla="*/ 9098 w 1128214"/>
                <a:gd name="connsiteY2" fmla="*/ 982639 h 3343701"/>
                <a:gd name="connsiteX3" fmla="*/ 131928 w 1128214"/>
                <a:gd name="connsiteY3" fmla="*/ 1392071 h 3343701"/>
                <a:gd name="connsiteX4" fmla="*/ 714232 w 1128214"/>
                <a:gd name="connsiteY4" fmla="*/ 1819701 h 3343701"/>
                <a:gd name="connsiteX5" fmla="*/ 942832 w 1128214"/>
                <a:gd name="connsiteY5" fmla="*/ 2429301 h 3343701"/>
                <a:gd name="connsiteX6" fmla="*/ 1019032 w 1128214"/>
                <a:gd name="connsiteY6" fmla="*/ 3115101 h 3343701"/>
                <a:gd name="connsiteX7" fmla="*/ 1128214 w 1128214"/>
                <a:gd name="connsiteY7" fmla="*/ 3343701 h 3343701"/>
                <a:gd name="connsiteX0" fmla="*/ 186519 w 1128214"/>
                <a:gd name="connsiteY0" fmla="*/ 0 h 3343701"/>
                <a:gd name="connsiteX1" fmla="*/ 186519 w 1128214"/>
                <a:gd name="connsiteY1" fmla="*/ 627797 h 3343701"/>
                <a:gd name="connsiteX2" fmla="*/ 9098 w 1128214"/>
                <a:gd name="connsiteY2" fmla="*/ 982639 h 3343701"/>
                <a:gd name="connsiteX3" fmla="*/ 131928 w 1128214"/>
                <a:gd name="connsiteY3" fmla="*/ 1392071 h 3343701"/>
                <a:gd name="connsiteX4" fmla="*/ 714232 w 1128214"/>
                <a:gd name="connsiteY4" fmla="*/ 1819701 h 3343701"/>
                <a:gd name="connsiteX5" fmla="*/ 942832 w 1128214"/>
                <a:gd name="connsiteY5" fmla="*/ 2429301 h 3343701"/>
                <a:gd name="connsiteX6" fmla="*/ 942832 w 1128214"/>
                <a:gd name="connsiteY6" fmla="*/ 3115101 h 3343701"/>
                <a:gd name="connsiteX7" fmla="*/ 1128214 w 1128214"/>
                <a:gd name="connsiteY7" fmla="*/ 3343701 h 3343701"/>
                <a:gd name="connsiteX0" fmla="*/ 186519 w 1019032"/>
                <a:gd name="connsiteY0" fmla="*/ 0 h 3419901"/>
                <a:gd name="connsiteX1" fmla="*/ 186519 w 1019032"/>
                <a:gd name="connsiteY1" fmla="*/ 627797 h 3419901"/>
                <a:gd name="connsiteX2" fmla="*/ 9098 w 1019032"/>
                <a:gd name="connsiteY2" fmla="*/ 982639 h 3419901"/>
                <a:gd name="connsiteX3" fmla="*/ 131928 w 1019032"/>
                <a:gd name="connsiteY3" fmla="*/ 1392071 h 3419901"/>
                <a:gd name="connsiteX4" fmla="*/ 714232 w 1019032"/>
                <a:gd name="connsiteY4" fmla="*/ 1819701 h 3419901"/>
                <a:gd name="connsiteX5" fmla="*/ 942832 w 1019032"/>
                <a:gd name="connsiteY5" fmla="*/ 2429301 h 3419901"/>
                <a:gd name="connsiteX6" fmla="*/ 942832 w 1019032"/>
                <a:gd name="connsiteY6" fmla="*/ 3115101 h 3419901"/>
                <a:gd name="connsiteX7" fmla="*/ 1019032 w 1019032"/>
                <a:gd name="connsiteY7" fmla="*/ 3419901 h 3419901"/>
                <a:gd name="connsiteX0" fmla="*/ 186519 w 980932"/>
                <a:gd name="connsiteY0" fmla="*/ 0 h 3419901"/>
                <a:gd name="connsiteX1" fmla="*/ 186519 w 980932"/>
                <a:gd name="connsiteY1" fmla="*/ 627797 h 3419901"/>
                <a:gd name="connsiteX2" fmla="*/ 9098 w 980932"/>
                <a:gd name="connsiteY2" fmla="*/ 982639 h 3419901"/>
                <a:gd name="connsiteX3" fmla="*/ 131928 w 980932"/>
                <a:gd name="connsiteY3" fmla="*/ 1392071 h 3419901"/>
                <a:gd name="connsiteX4" fmla="*/ 714232 w 980932"/>
                <a:gd name="connsiteY4" fmla="*/ 1819701 h 3419901"/>
                <a:gd name="connsiteX5" fmla="*/ 942832 w 980932"/>
                <a:gd name="connsiteY5" fmla="*/ 2429301 h 3419901"/>
                <a:gd name="connsiteX6" fmla="*/ 942832 w 980932"/>
                <a:gd name="connsiteY6" fmla="*/ 3115101 h 3419901"/>
                <a:gd name="connsiteX7" fmla="*/ 942832 w 980932"/>
                <a:gd name="connsiteY7" fmla="*/ 3419901 h 3419901"/>
                <a:gd name="connsiteX0" fmla="*/ 186519 w 980932"/>
                <a:gd name="connsiteY0" fmla="*/ 0 h 3419901"/>
                <a:gd name="connsiteX1" fmla="*/ 186519 w 980932"/>
                <a:gd name="connsiteY1" fmla="*/ 627797 h 3419901"/>
                <a:gd name="connsiteX2" fmla="*/ 9098 w 980932"/>
                <a:gd name="connsiteY2" fmla="*/ 982639 h 3419901"/>
                <a:gd name="connsiteX3" fmla="*/ 131928 w 980932"/>
                <a:gd name="connsiteY3" fmla="*/ 1392071 h 3419901"/>
                <a:gd name="connsiteX4" fmla="*/ 714232 w 980932"/>
                <a:gd name="connsiteY4" fmla="*/ 1819701 h 3419901"/>
                <a:gd name="connsiteX5" fmla="*/ 942832 w 980932"/>
                <a:gd name="connsiteY5" fmla="*/ 2505501 h 3419901"/>
                <a:gd name="connsiteX6" fmla="*/ 942832 w 980932"/>
                <a:gd name="connsiteY6" fmla="*/ 3115101 h 3419901"/>
                <a:gd name="connsiteX7" fmla="*/ 942832 w 980932"/>
                <a:gd name="connsiteY7" fmla="*/ 3419901 h 3419901"/>
                <a:gd name="connsiteX0" fmla="*/ 186519 w 955532"/>
                <a:gd name="connsiteY0" fmla="*/ 0 h 3419901"/>
                <a:gd name="connsiteX1" fmla="*/ 186519 w 955532"/>
                <a:gd name="connsiteY1" fmla="*/ 627797 h 3419901"/>
                <a:gd name="connsiteX2" fmla="*/ 9098 w 955532"/>
                <a:gd name="connsiteY2" fmla="*/ 982639 h 3419901"/>
                <a:gd name="connsiteX3" fmla="*/ 131928 w 955532"/>
                <a:gd name="connsiteY3" fmla="*/ 1392071 h 3419901"/>
                <a:gd name="connsiteX4" fmla="*/ 714232 w 955532"/>
                <a:gd name="connsiteY4" fmla="*/ 1819701 h 3419901"/>
                <a:gd name="connsiteX5" fmla="*/ 942832 w 955532"/>
                <a:gd name="connsiteY5" fmla="*/ 2505501 h 3419901"/>
                <a:gd name="connsiteX6" fmla="*/ 790432 w 955532"/>
                <a:gd name="connsiteY6" fmla="*/ 3115101 h 3419901"/>
                <a:gd name="connsiteX7" fmla="*/ 942832 w 955532"/>
                <a:gd name="connsiteY7" fmla="*/ 3419901 h 3419901"/>
                <a:gd name="connsiteX0" fmla="*/ 186519 w 955532"/>
                <a:gd name="connsiteY0" fmla="*/ 0 h 3496101"/>
                <a:gd name="connsiteX1" fmla="*/ 186519 w 955532"/>
                <a:gd name="connsiteY1" fmla="*/ 627797 h 3496101"/>
                <a:gd name="connsiteX2" fmla="*/ 9098 w 955532"/>
                <a:gd name="connsiteY2" fmla="*/ 982639 h 3496101"/>
                <a:gd name="connsiteX3" fmla="*/ 131928 w 955532"/>
                <a:gd name="connsiteY3" fmla="*/ 1392071 h 3496101"/>
                <a:gd name="connsiteX4" fmla="*/ 714232 w 955532"/>
                <a:gd name="connsiteY4" fmla="*/ 1819701 h 3496101"/>
                <a:gd name="connsiteX5" fmla="*/ 942832 w 955532"/>
                <a:gd name="connsiteY5" fmla="*/ 2505501 h 3496101"/>
                <a:gd name="connsiteX6" fmla="*/ 790432 w 955532"/>
                <a:gd name="connsiteY6" fmla="*/ 3115101 h 3496101"/>
                <a:gd name="connsiteX7" fmla="*/ 790432 w 955532"/>
                <a:gd name="connsiteY7" fmla="*/ 3496101 h 3496101"/>
                <a:gd name="connsiteX0" fmla="*/ 319585 w 1088598"/>
                <a:gd name="connsiteY0" fmla="*/ 0 h 3496101"/>
                <a:gd name="connsiteX1" fmla="*/ 319585 w 1088598"/>
                <a:gd name="connsiteY1" fmla="*/ 627797 h 3496101"/>
                <a:gd name="connsiteX2" fmla="*/ 9098 w 1088598"/>
                <a:gd name="connsiteY2" fmla="*/ 981501 h 3496101"/>
                <a:gd name="connsiteX3" fmla="*/ 264994 w 1088598"/>
                <a:gd name="connsiteY3" fmla="*/ 1392071 h 3496101"/>
                <a:gd name="connsiteX4" fmla="*/ 847298 w 1088598"/>
                <a:gd name="connsiteY4" fmla="*/ 1819701 h 3496101"/>
                <a:gd name="connsiteX5" fmla="*/ 1075898 w 1088598"/>
                <a:gd name="connsiteY5" fmla="*/ 2505501 h 3496101"/>
                <a:gd name="connsiteX6" fmla="*/ 923498 w 1088598"/>
                <a:gd name="connsiteY6" fmla="*/ 3115101 h 3496101"/>
                <a:gd name="connsiteX7" fmla="*/ 923498 w 1088598"/>
                <a:gd name="connsiteY7" fmla="*/ 3496101 h 3496101"/>
                <a:gd name="connsiteX0" fmla="*/ 168891 w 937904"/>
                <a:gd name="connsiteY0" fmla="*/ 0 h 3496101"/>
                <a:gd name="connsiteX1" fmla="*/ 168891 w 937904"/>
                <a:gd name="connsiteY1" fmla="*/ 627797 h 3496101"/>
                <a:gd name="connsiteX2" fmla="*/ 10804 w 937904"/>
                <a:gd name="connsiteY2" fmla="*/ 1057701 h 3496101"/>
                <a:gd name="connsiteX3" fmla="*/ 114300 w 937904"/>
                <a:gd name="connsiteY3" fmla="*/ 1392071 h 3496101"/>
                <a:gd name="connsiteX4" fmla="*/ 696604 w 937904"/>
                <a:gd name="connsiteY4" fmla="*/ 1819701 h 3496101"/>
                <a:gd name="connsiteX5" fmla="*/ 925204 w 937904"/>
                <a:gd name="connsiteY5" fmla="*/ 2505501 h 3496101"/>
                <a:gd name="connsiteX6" fmla="*/ 772804 w 937904"/>
                <a:gd name="connsiteY6" fmla="*/ 3115101 h 3496101"/>
                <a:gd name="connsiteX7" fmla="*/ 772804 w 937904"/>
                <a:gd name="connsiteY7" fmla="*/ 3496101 h 3496101"/>
                <a:gd name="connsiteX0" fmla="*/ 243385 w 1012398"/>
                <a:gd name="connsiteY0" fmla="*/ 0 h 3496101"/>
                <a:gd name="connsiteX1" fmla="*/ 243385 w 1012398"/>
                <a:gd name="connsiteY1" fmla="*/ 627797 h 3496101"/>
                <a:gd name="connsiteX2" fmla="*/ 9098 w 1012398"/>
                <a:gd name="connsiteY2" fmla="*/ 1057701 h 3496101"/>
                <a:gd name="connsiteX3" fmla="*/ 188794 w 1012398"/>
                <a:gd name="connsiteY3" fmla="*/ 1392071 h 3496101"/>
                <a:gd name="connsiteX4" fmla="*/ 771098 w 1012398"/>
                <a:gd name="connsiteY4" fmla="*/ 1819701 h 3496101"/>
                <a:gd name="connsiteX5" fmla="*/ 999698 w 1012398"/>
                <a:gd name="connsiteY5" fmla="*/ 2505501 h 3496101"/>
                <a:gd name="connsiteX6" fmla="*/ 847298 w 1012398"/>
                <a:gd name="connsiteY6" fmla="*/ 3115101 h 3496101"/>
                <a:gd name="connsiteX7" fmla="*/ 847298 w 1012398"/>
                <a:gd name="connsiteY7" fmla="*/ 3496101 h 3496101"/>
                <a:gd name="connsiteX0" fmla="*/ 249451 w 1018464"/>
                <a:gd name="connsiteY0" fmla="*/ 0 h 3496101"/>
                <a:gd name="connsiteX1" fmla="*/ 249451 w 1018464"/>
                <a:gd name="connsiteY1" fmla="*/ 627797 h 3496101"/>
                <a:gd name="connsiteX2" fmla="*/ 15164 w 1018464"/>
                <a:gd name="connsiteY2" fmla="*/ 1057701 h 3496101"/>
                <a:gd name="connsiteX3" fmla="*/ 158466 w 1018464"/>
                <a:gd name="connsiteY3" fmla="*/ 1447800 h 3496101"/>
                <a:gd name="connsiteX4" fmla="*/ 777164 w 1018464"/>
                <a:gd name="connsiteY4" fmla="*/ 1819701 h 3496101"/>
                <a:gd name="connsiteX5" fmla="*/ 1005764 w 1018464"/>
                <a:gd name="connsiteY5" fmla="*/ 2505501 h 3496101"/>
                <a:gd name="connsiteX6" fmla="*/ 853364 w 1018464"/>
                <a:gd name="connsiteY6" fmla="*/ 3115101 h 3496101"/>
                <a:gd name="connsiteX7" fmla="*/ 853364 w 1018464"/>
                <a:gd name="connsiteY7" fmla="*/ 3496101 h 3496101"/>
                <a:gd name="connsiteX0" fmla="*/ 249451 w 1019980"/>
                <a:gd name="connsiteY0" fmla="*/ 0 h 3496101"/>
                <a:gd name="connsiteX1" fmla="*/ 249451 w 1019980"/>
                <a:gd name="connsiteY1" fmla="*/ 627797 h 3496101"/>
                <a:gd name="connsiteX2" fmla="*/ 15164 w 1019980"/>
                <a:gd name="connsiteY2" fmla="*/ 1057701 h 3496101"/>
                <a:gd name="connsiteX3" fmla="*/ 158466 w 1019980"/>
                <a:gd name="connsiteY3" fmla="*/ 1447800 h 3496101"/>
                <a:gd name="connsiteX4" fmla="*/ 768066 w 1019980"/>
                <a:gd name="connsiteY4" fmla="*/ 1828800 h 3496101"/>
                <a:gd name="connsiteX5" fmla="*/ 1005764 w 1019980"/>
                <a:gd name="connsiteY5" fmla="*/ 2505501 h 3496101"/>
                <a:gd name="connsiteX6" fmla="*/ 853364 w 1019980"/>
                <a:gd name="connsiteY6" fmla="*/ 3115101 h 3496101"/>
                <a:gd name="connsiteX7" fmla="*/ 853364 w 1019980"/>
                <a:gd name="connsiteY7" fmla="*/ 3496101 h 3496101"/>
                <a:gd name="connsiteX0" fmla="*/ 249451 w 1032680"/>
                <a:gd name="connsiteY0" fmla="*/ 0 h 3496101"/>
                <a:gd name="connsiteX1" fmla="*/ 249451 w 1032680"/>
                <a:gd name="connsiteY1" fmla="*/ 627797 h 3496101"/>
                <a:gd name="connsiteX2" fmla="*/ 15164 w 1032680"/>
                <a:gd name="connsiteY2" fmla="*/ 1057701 h 3496101"/>
                <a:gd name="connsiteX3" fmla="*/ 158466 w 1032680"/>
                <a:gd name="connsiteY3" fmla="*/ 1447800 h 3496101"/>
                <a:gd name="connsiteX4" fmla="*/ 691866 w 1032680"/>
                <a:gd name="connsiteY4" fmla="*/ 1828800 h 3496101"/>
                <a:gd name="connsiteX5" fmla="*/ 1005764 w 1032680"/>
                <a:gd name="connsiteY5" fmla="*/ 2505501 h 3496101"/>
                <a:gd name="connsiteX6" fmla="*/ 853364 w 1032680"/>
                <a:gd name="connsiteY6" fmla="*/ 3115101 h 3496101"/>
                <a:gd name="connsiteX7" fmla="*/ 853364 w 1032680"/>
                <a:gd name="connsiteY7" fmla="*/ 3496101 h 3496101"/>
                <a:gd name="connsiteX0" fmla="*/ 249451 w 1018464"/>
                <a:gd name="connsiteY0" fmla="*/ 0 h 3496101"/>
                <a:gd name="connsiteX1" fmla="*/ 249451 w 1018464"/>
                <a:gd name="connsiteY1" fmla="*/ 627797 h 3496101"/>
                <a:gd name="connsiteX2" fmla="*/ 15164 w 1018464"/>
                <a:gd name="connsiteY2" fmla="*/ 1057701 h 3496101"/>
                <a:gd name="connsiteX3" fmla="*/ 158466 w 1018464"/>
                <a:gd name="connsiteY3" fmla="*/ 1447800 h 3496101"/>
                <a:gd name="connsiteX4" fmla="*/ 691866 w 1018464"/>
                <a:gd name="connsiteY4" fmla="*/ 1828800 h 3496101"/>
                <a:gd name="connsiteX5" fmla="*/ 1005764 w 1018464"/>
                <a:gd name="connsiteY5" fmla="*/ 2505501 h 3496101"/>
                <a:gd name="connsiteX6" fmla="*/ 768066 w 1018464"/>
                <a:gd name="connsiteY6" fmla="*/ 3200400 h 3496101"/>
                <a:gd name="connsiteX7" fmla="*/ 853364 w 1018464"/>
                <a:gd name="connsiteY7" fmla="*/ 3496101 h 3496101"/>
                <a:gd name="connsiteX0" fmla="*/ 249451 w 1018464"/>
                <a:gd name="connsiteY0" fmla="*/ 0 h 3505200"/>
                <a:gd name="connsiteX1" fmla="*/ 249451 w 1018464"/>
                <a:gd name="connsiteY1" fmla="*/ 627797 h 3505200"/>
                <a:gd name="connsiteX2" fmla="*/ 15164 w 1018464"/>
                <a:gd name="connsiteY2" fmla="*/ 1057701 h 3505200"/>
                <a:gd name="connsiteX3" fmla="*/ 158466 w 1018464"/>
                <a:gd name="connsiteY3" fmla="*/ 1447800 h 3505200"/>
                <a:gd name="connsiteX4" fmla="*/ 691866 w 1018464"/>
                <a:gd name="connsiteY4" fmla="*/ 1828800 h 3505200"/>
                <a:gd name="connsiteX5" fmla="*/ 1005764 w 1018464"/>
                <a:gd name="connsiteY5" fmla="*/ 2505501 h 3505200"/>
                <a:gd name="connsiteX6" fmla="*/ 768066 w 1018464"/>
                <a:gd name="connsiteY6" fmla="*/ 3200400 h 3505200"/>
                <a:gd name="connsiteX7" fmla="*/ 768066 w 1018464"/>
                <a:gd name="connsiteY7" fmla="*/ 3505200 h 3505200"/>
                <a:gd name="connsiteX0" fmla="*/ 249451 w 1014831"/>
                <a:gd name="connsiteY0" fmla="*/ 0 h 3505200"/>
                <a:gd name="connsiteX1" fmla="*/ 249451 w 1014831"/>
                <a:gd name="connsiteY1" fmla="*/ 627797 h 3505200"/>
                <a:gd name="connsiteX2" fmla="*/ 15164 w 1014831"/>
                <a:gd name="connsiteY2" fmla="*/ 1057701 h 3505200"/>
                <a:gd name="connsiteX3" fmla="*/ 158466 w 1014831"/>
                <a:gd name="connsiteY3" fmla="*/ 1447800 h 3505200"/>
                <a:gd name="connsiteX4" fmla="*/ 713664 w 1014831"/>
                <a:gd name="connsiteY4" fmla="*/ 1828800 h 3505200"/>
                <a:gd name="connsiteX5" fmla="*/ 1005764 w 1014831"/>
                <a:gd name="connsiteY5" fmla="*/ 2505501 h 3505200"/>
                <a:gd name="connsiteX6" fmla="*/ 768066 w 1014831"/>
                <a:gd name="connsiteY6" fmla="*/ 3200400 h 3505200"/>
                <a:gd name="connsiteX7" fmla="*/ 768066 w 1014831"/>
                <a:gd name="connsiteY7" fmla="*/ 3505200 h 3505200"/>
                <a:gd name="connsiteX0" fmla="*/ 249451 w 1143348"/>
                <a:gd name="connsiteY0" fmla="*/ 0 h 3505200"/>
                <a:gd name="connsiteX1" fmla="*/ 249451 w 1143348"/>
                <a:gd name="connsiteY1" fmla="*/ 627797 h 3505200"/>
                <a:gd name="connsiteX2" fmla="*/ 15164 w 1143348"/>
                <a:gd name="connsiteY2" fmla="*/ 1057701 h 3505200"/>
                <a:gd name="connsiteX3" fmla="*/ 158466 w 1143348"/>
                <a:gd name="connsiteY3" fmla="*/ 1447800 h 3505200"/>
                <a:gd name="connsiteX4" fmla="*/ 713664 w 1143348"/>
                <a:gd name="connsiteY4" fmla="*/ 1828800 h 3505200"/>
                <a:gd name="connsiteX5" fmla="*/ 1094665 w 1143348"/>
                <a:gd name="connsiteY5" fmla="*/ 2286000 h 3505200"/>
                <a:gd name="connsiteX6" fmla="*/ 1005764 w 1143348"/>
                <a:gd name="connsiteY6" fmla="*/ 2505501 h 3505200"/>
                <a:gd name="connsiteX7" fmla="*/ 768066 w 1143348"/>
                <a:gd name="connsiteY7" fmla="*/ 3200400 h 3505200"/>
                <a:gd name="connsiteX8" fmla="*/ 768066 w 1143348"/>
                <a:gd name="connsiteY8" fmla="*/ 3505200 h 3505200"/>
                <a:gd name="connsiteX0" fmla="*/ 249451 w 1067147"/>
                <a:gd name="connsiteY0" fmla="*/ 0 h 3505200"/>
                <a:gd name="connsiteX1" fmla="*/ 249451 w 1067147"/>
                <a:gd name="connsiteY1" fmla="*/ 627797 h 3505200"/>
                <a:gd name="connsiteX2" fmla="*/ 15164 w 1067147"/>
                <a:gd name="connsiteY2" fmla="*/ 1057701 h 3505200"/>
                <a:gd name="connsiteX3" fmla="*/ 158466 w 1067147"/>
                <a:gd name="connsiteY3" fmla="*/ 1447800 h 3505200"/>
                <a:gd name="connsiteX4" fmla="*/ 713664 w 1067147"/>
                <a:gd name="connsiteY4" fmla="*/ 1828800 h 3505200"/>
                <a:gd name="connsiteX5" fmla="*/ 1018464 w 1067147"/>
                <a:gd name="connsiteY5" fmla="*/ 2286000 h 3505200"/>
                <a:gd name="connsiteX6" fmla="*/ 1005764 w 1067147"/>
                <a:gd name="connsiteY6" fmla="*/ 2505501 h 3505200"/>
                <a:gd name="connsiteX7" fmla="*/ 768066 w 1067147"/>
                <a:gd name="connsiteY7" fmla="*/ 3200400 h 3505200"/>
                <a:gd name="connsiteX8" fmla="*/ 768066 w 1067147"/>
                <a:gd name="connsiteY8" fmla="*/ 3505200 h 3505200"/>
                <a:gd name="connsiteX0" fmla="*/ 249451 w 1047497"/>
                <a:gd name="connsiteY0" fmla="*/ 0 h 3505200"/>
                <a:gd name="connsiteX1" fmla="*/ 249451 w 1047497"/>
                <a:gd name="connsiteY1" fmla="*/ 627797 h 3505200"/>
                <a:gd name="connsiteX2" fmla="*/ 15164 w 1047497"/>
                <a:gd name="connsiteY2" fmla="*/ 1057701 h 3505200"/>
                <a:gd name="connsiteX3" fmla="*/ 158466 w 1047497"/>
                <a:gd name="connsiteY3" fmla="*/ 1447800 h 3505200"/>
                <a:gd name="connsiteX4" fmla="*/ 713664 w 1047497"/>
                <a:gd name="connsiteY4" fmla="*/ 1828800 h 3505200"/>
                <a:gd name="connsiteX5" fmla="*/ 866065 w 1047497"/>
                <a:gd name="connsiteY5" fmla="*/ 1981200 h 3505200"/>
                <a:gd name="connsiteX6" fmla="*/ 1018464 w 1047497"/>
                <a:gd name="connsiteY6" fmla="*/ 2286000 h 3505200"/>
                <a:gd name="connsiteX7" fmla="*/ 1005764 w 1047497"/>
                <a:gd name="connsiteY7" fmla="*/ 2505501 h 3505200"/>
                <a:gd name="connsiteX8" fmla="*/ 768066 w 1047497"/>
                <a:gd name="connsiteY8" fmla="*/ 3200400 h 3505200"/>
                <a:gd name="connsiteX9" fmla="*/ 768066 w 1047497"/>
                <a:gd name="connsiteY9" fmla="*/ 3505200 h 3505200"/>
                <a:gd name="connsiteX0" fmla="*/ 249451 w 1060198"/>
                <a:gd name="connsiteY0" fmla="*/ 0 h 3505200"/>
                <a:gd name="connsiteX1" fmla="*/ 249451 w 1060198"/>
                <a:gd name="connsiteY1" fmla="*/ 627797 h 3505200"/>
                <a:gd name="connsiteX2" fmla="*/ 15164 w 1060198"/>
                <a:gd name="connsiteY2" fmla="*/ 1057701 h 3505200"/>
                <a:gd name="connsiteX3" fmla="*/ 158466 w 1060198"/>
                <a:gd name="connsiteY3" fmla="*/ 1447800 h 3505200"/>
                <a:gd name="connsiteX4" fmla="*/ 713664 w 1060198"/>
                <a:gd name="connsiteY4" fmla="*/ 1828800 h 3505200"/>
                <a:gd name="connsiteX5" fmla="*/ 866065 w 1060198"/>
                <a:gd name="connsiteY5" fmla="*/ 1981200 h 3505200"/>
                <a:gd name="connsiteX6" fmla="*/ 1018464 w 1060198"/>
                <a:gd name="connsiteY6" fmla="*/ 2286000 h 3505200"/>
                <a:gd name="connsiteX7" fmla="*/ 1018465 w 1060198"/>
                <a:gd name="connsiteY7" fmla="*/ 2514600 h 3505200"/>
                <a:gd name="connsiteX8" fmla="*/ 768066 w 1060198"/>
                <a:gd name="connsiteY8" fmla="*/ 3200400 h 3505200"/>
                <a:gd name="connsiteX9" fmla="*/ 768066 w 1060198"/>
                <a:gd name="connsiteY9" fmla="*/ 3505200 h 3505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0198" h="3505200">
                  <a:moveTo>
                    <a:pt x="249451" y="0"/>
                  </a:moveTo>
                  <a:cubicBezTo>
                    <a:pt x="264236" y="232012"/>
                    <a:pt x="288499" y="451514"/>
                    <a:pt x="249451" y="627797"/>
                  </a:cubicBezTo>
                  <a:cubicBezTo>
                    <a:pt x="210403" y="804080"/>
                    <a:pt x="30328" y="921034"/>
                    <a:pt x="15164" y="1057701"/>
                  </a:cubicBezTo>
                  <a:cubicBezTo>
                    <a:pt x="0" y="1194368"/>
                    <a:pt x="42049" y="1319283"/>
                    <a:pt x="158466" y="1447800"/>
                  </a:cubicBezTo>
                  <a:cubicBezTo>
                    <a:pt x="274883" y="1576317"/>
                    <a:pt x="595731" y="1739900"/>
                    <a:pt x="713664" y="1828800"/>
                  </a:cubicBezTo>
                  <a:cubicBezTo>
                    <a:pt x="831597" y="1917700"/>
                    <a:pt x="815265" y="1905000"/>
                    <a:pt x="866065" y="1981200"/>
                  </a:cubicBezTo>
                  <a:cubicBezTo>
                    <a:pt x="916865" y="2057400"/>
                    <a:pt x="993064" y="2197100"/>
                    <a:pt x="1018464" y="2286000"/>
                  </a:cubicBezTo>
                  <a:cubicBezTo>
                    <a:pt x="1043864" y="2374900"/>
                    <a:pt x="1060198" y="2362200"/>
                    <a:pt x="1018465" y="2514600"/>
                  </a:cubicBezTo>
                  <a:cubicBezTo>
                    <a:pt x="976732" y="2667000"/>
                    <a:pt x="809799" y="3035300"/>
                    <a:pt x="768066" y="3200400"/>
                  </a:cubicBezTo>
                  <a:cubicBezTo>
                    <a:pt x="726333" y="3365500"/>
                    <a:pt x="765602" y="3456106"/>
                    <a:pt x="768066" y="3505200"/>
                  </a:cubicBezTo>
                </a:path>
              </a:pathLst>
            </a:custGeom>
            <a:ln w="25400">
              <a:solidFill>
                <a:schemeClr val="accent4">
                  <a:lumMod val="75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Freeform 147"/>
            <p:cNvSpPr/>
            <p:nvPr/>
          </p:nvSpPr>
          <p:spPr>
            <a:xfrm>
              <a:off x="5196447" y="1295400"/>
              <a:ext cx="445131" cy="3581400"/>
            </a:xfrm>
            <a:custGeom>
              <a:avLst/>
              <a:gdLst>
                <a:gd name="connsiteX0" fmla="*/ 186519 w 1171432"/>
                <a:gd name="connsiteY0" fmla="*/ 0 h 3343701"/>
                <a:gd name="connsiteX1" fmla="*/ 186519 w 1171432"/>
                <a:gd name="connsiteY1" fmla="*/ 627797 h 3343701"/>
                <a:gd name="connsiteX2" fmla="*/ 9098 w 1171432"/>
                <a:gd name="connsiteY2" fmla="*/ 982639 h 3343701"/>
                <a:gd name="connsiteX3" fmla="*/ 131928 w 1171432"/>
                <a:gd name="connsiteY3" fmla="*/ 1392071 h 3343701"/>
                <a:gd name="connsiteX4" fmla="*/ 787020 w 1171432"/>
                <a:gd name="connsiteY4" fmla="*/ 1774209 h 3343701"/>
                <a:gd name="connsiteX5" fmla="*/ 1114566 w 1171432"/>
                <a:gd name="connsiteY5" fmla="*/ 2197289 h 3343701"/>
                <a:gd name="connsiteX6" fmla="*/ 1128214 w 1171432"/>
                <a:gd name="connsiteY6" fmla="*/ 3343701 h 3343701"/>
                <a:gd name="connsiteX0" fmla="*/ 186519 w 1183563"/>
                <a:gd name="connsiteY0" fmla="*/ 0 h 3343701"/>
                <a:gd name="connsiteX1" fmla="*/ 186519 w 1183563"/>
                <a:gd name="connsiteY1" fmla="*/ 627797 h 3343701"/>
                <a:gd name="connsiteX2" fmla="*/ 9098 w 1183563"/>
                <a:gd name="connsiteY2" fmla="*/ 982639 h 3343701"/>
                <a:gd name="connsiteX3" fmla="*/ 131928 w 1183563"/>
                <a:gd name="connsiteY3" fmla="*/ 1392071 h 3343701"/>
                <a:gd name="connsiteX4" fmla="*/ 714232 w 1183563"/>
                <a:gd name="connsiteY4" fmla="*/ 1819701 h 3343701"/>
                <a:gd name="connsiteX5" fmla="*/ 1114566 w 1183563"/>
                <a:gd name="connsiteY5" fmla="*/ 2197289 h 3343701"/>
                <a:gd name="connsiteX6" fmla="*/ 1128214 w 1183563"/>
                <a:gd name="connsiteY6" fmla="*/ 3343701 h 3343701"/>
                <a:gd name="connsiteX0" fmla="*/ 186519 w 1149823"/>
                <a:gd name="connsiteY0" fmla="*/ 0 h 3343701"/>
                <a:gd name="connsiteX1" fmla="*/ 186519 w 1149823"/>
                <a:gd name="connsiteY1" fmla="*/ 627797 h 3343701"/>
                <a:gd name="connsiteX2" fmla="*/ 9098 w 1149823"/>
                <a:gd name="connsiteY2" fmla="*/ 982639 h 3343701"/>
                <a:gd name="connsiteX3" fmla="*/ 131928 w 1149823"/>
                <a:gd name="connsiteY3" fmla="*/ 1392071 h 3343701"/>
                <a:gd name="connsiteX4" fmla="*/ 714232 w 1149823"/>
                <a:gd name="connsiteY4" fmla="*/ 1819701 h 3343701"/>
                <a:gd name="connsiteX5" fmla="*/ 1019032 w 1149823"/>
                <a:gd name="connsiteY5" fmla="*/ 2353101 h 3343701"/>
                <a:gd name="connsiteX6" fmla="*/ 1128214 w 1149823"/>
                <a:gd name="connsiteY6" fmla="*/ 3343701 h 3343701"/>
                <a:gd name="connsiteX0" fmla="*/ 186519 w 1149823"/>
                <a:gd name="connsiteY0" fmla="*/ 0 h 3343701"/>
                <a:gd name="connsiteX1" fmla="*/ 186519 w 1149823"/>
                <a:gd name="connsiteY1" fmla="*/ 627797 h 3343701"/>
                <a:gd name="connsiteX2" fmla="*/ 9098 w 1149823"/>
                <a:gd name="connsiteY2" fmla="*/ 982639 h 3343701"/>
                <a:gd name="connsiteX3" fmla="*/ 131928 w 1149823"/>
                <a:gd name="connsiteY3" fmla="*/ 1392071 h 3343701"/>
                <a:gd name="connsiteX4" fmla="*/ 714232 w 1149823"/>
                <a:gd name="connsiteY4" fmla="*/ 1819701 h 3343701"/>
                <a:gd name="connsiteX5" fmla="*/ 942832 w 1149823"/>
                <a:gd name="connsiteY5" fmla="*/ 2429301 h 3343701"/>
                <a:gd name="connsiteX6" fmla="*/ 1128214 w 1149823"/>
                <a:gd name="connsiteY6" fmla="*/ 3343701 h 3343701"/>
                <a:gd name="connsiteX0" fmla="*/ 186519 w 1149823"/>
                <a:gd name="connsiteY0" fmla="*/ 0 h 3343701"/>
                <a:gd name="connsiteX1" fmla="*/ 186519 w 1149823"/>
                <a:gd name="connsiteY1" fmla="*/ 627797 h 3343701"/>
                <a:gd name="connsiteX2" fmla="*/ 9098 w 1149823"/>
                <a:gd name="connsiteY2" fmla="*/ 982639 h 3343701"/>
                <a:gd name="connsiteX3" fmla="*/ 131928 w 1149823"/>
                <a:gd name="connsiteY3" fmla="*/ 1392071 h 3343701"/>
                <a:gd name="connsiteX4" fmla="*/ 714232 w 1149823"/>
                <a:gd name="connsiteY4" fmla="*/ 1819701 h 3343701"/>
                <a:gd name="connsiteX5" fmla="*/ 942832 w 1149823"/>
                <a:gd name="connsiteY5" fmla="*/ 2429301 h 3343701"/>
                <a:gd name="connsiteX6" fmla="*/ 1128214 w 1149823"/>
                <a:gd name="connsiteY6" fmla="*/ 3343701 h 3343701"/>
                <a:gd name="connsiteX0" fmla="*/ 186519 w 1128214"/>
                <a:gd name="connsiteY0" fmla="*/ 0 h 3343701"/>
                <a:gd name="connsiteX1" fmla="*/ 186519 w 1128214"/>
                <a:gd name="connsiteY1" fmla="*/ 627797 h 3343701"/>
                <a:gd name="connsiteX2" fmla="*/ 9098 w 1128214"/>
                <a:gd name="connsiteY2" fmla="*/ 982639 h 3343701"/>
                <a:gd name="connsiteX3" fmla="*/ 131928 w 1128214"/>
                <a:gd name="connsiteY3" fmla="*/ 1392071 h 3343701"/>
                <a:gd name="connsiteX4" fmla="*/ 714232 w 1128214"/>
                <a:gd name="connsiteY4" fmla="*/ 1819701 h 3343701"/>
                <a:gd name="connsiteX5" fmla="*/ 942832 w 1128214"/>
                <a:gd name="connsiteY5" fmla="*/ 2429301 h 3343701"/>
                <a:gd name="connsiteX6" fmla="*/ 1019032 w 1128214"/>
                <a:gd name="connsiteY6" fmla="*/ 3115101 h 3343701"/>
                <a:gd name="connsiteX7" fmla="*/ 1128214 w 1128214"/>
                <a:gd name="connsiteY7" fmla="*/ 3343701 h 3343701"/>
                <a:gd name="connsiteX0" fmla="*/ 186519 w 1128214"/>
                <a:gd name="connsiteY0" fmla="*/ 0 h 3343701"/>
                <a:gd name="connsiteX1" fmla="*/ 186519 w 1128214"/>
                <a:gd name="connsiteY1" fmla="*/ 627797 h 3343701"/>
                <a:gd name="connsiteX2" fmla="*/ 9098 w 1128214"/>
                <a:gd name="connsiteY2" fmla="*/ 982639 h 3343701"/>
                <a:gd name="connsiteX3" fmla="*/ 131928 w 1128214"/>
                <a:gd name="connsiteY3" fmla="*/ 1392071 h 3343701"/>
                <a:gd name="connsiteX4" fmla="*/ 714232 w 1128214"/>
                <a:gd name="connsiteY4" fmla="*/ 1819701 h 3343701"/>
                <a:gd name="connsiteX5" fmla="*/ 942832 w 1128214"/>
                <a:gd name="connsiteY5" fmla="*/ 2429301 h 3343701"/>
                <a:gd name="connsiteX6" fmla="*/ 1019032 w 1128214"/>
                <a:gd name="connsiteY6" fmla="*/ 3115101 h 3343701"/>
                <a:gd name="connsiteX7" fmla="*/ 1128214 w 1128214"/>
                <a:gd name="connsiteY7" fmla="*/ 3343701 h 3343701"/>
                <a:gd name="connsiteX0" fmla="*/ 186519 w 1128214"/>
                <a:gd name="connsiteY0" fmla="*/ 0 h 3343701"/>
                <a:gd name="connsiteX1" fmla="*/ 186519 w 1128214"/>
                <a:gd name="connsiteY1" fmla="*/ 627797 h 3343701"/>
                <a:gd name="connsiteX2" fmla="*/ 9098 w 1128214"/>
                <a:gd name="connsiteY2" fmla="*/ 982639 h 3343701"/>
                <a:gd name="connsiteX3" fmla="*/ 131928 w 1128214"/>
                <a:gd name="connsiteY3" fmla="*/ 1392071 h 3343701"/>
                <a:gd name="connsiteX4" fmla="*/ 714232 w 1128214"/>
                <a:gd name="connsiteY4" fmla="*/ 1819701 h 3343701"/>
                <a:gd name="connsiteX5" fmla="*/ 942832 w 1128214"/>
                <a:gd name="connsiteY5" fmla="*/ 2429301 h 3343701"/>
                <a:gd name="connsiteX6" fmla="*/ 942832 w 1128214"/>
                <a:gd name="connsiteY6" fmla="*/ 3115101 h 3343701"/>
                <a:gd name="connsiteX7" fmla="*/ 1128214 w 1128214"/>
                <a:gd name="connsiteY7" fmla="*/ 3343701 h 3343701"/>
                <a:gd name="connsiteX0" fmla="*/ 186519 w 1019032"/>
                <a:gd name="connsiteY0" fmla="*/ 0 h 3419901"/>
                <a:gd name="connsiteX1" fmla="*/ 186519 w 1019032"/>
                <a:gd name="connsiteY1" fmla="*/ 627797 h 3419901"/>
                <a:gd name="connsiteX2" fmla="*/ 9098 w 1019032"/>
                <a:gd name="connsiteY2" fmla="*/ 982639 h 3419901"/>
                <a:gd name="connsiteX3" fmla="*/ 131928 w 1019032"/>
                <a:gd name="connsiteY3" fmla="*/ 1392071 h 3419901"/>
                <a:gd name="connsiteX4" fmla="*/ 714232 w 1019032"/>
                <a:gd name="connsiteY4" fmla="*/ 1819701 h 3419901"/>
                <a:gd name="connsiteX5" fmla="*/ 942832 w 1019032"/>
                <a:gd name="connsiteY5" fmla="*/ 2429301 h 3419901"/>
                <a:gd name="connsiteX6" fmla="*/ 942832 w 1019032"/>
                <a:gd name="connsiteY6" fmla="*/ 3115101 h 3419901"/>
                <a:gd name="connsiteX7" fmla="*/ 1019032 w 1019032"/>
                <a:gd name="connsiteY7" fmla="*/ 3419901 h 3419901"/>
                <a:gd name="connsiteX0" fmla="*/ 186519 w 980932"/>
                <a:gd name="connsiteY0" fmla="*/ 0 h 3419901"/>
                <a:gd name="connsiteX1" fmla="*/ 186519 w 980932"/>
                <a:gd name="connsiteY1" fmla="*/ 627797 h 3419901"/>
                <a:gd name="connsiteX2" fmla="*/ 9098 w 980932"/>
                <a:gd name="connsiteY2" fmla="*/ 982639 h 3419901"/>
                <a:gd name="connsiteX3" fmla="*/ 131928 w 980932"/>
                <a:gd name="connsiteY3" fmla="*/ 1392071 h 3419901"/>
                <a:gd name="connsiteX4" fmla="*/ 714232 w 980932"/>
                <a:gd name="connsiteY4" fmla="*/ 1819701 h 3419901"/>
                <a:gd name="connsiteX5" fmla="*/ 942832 w 980932"/>
                <a:gd name="connsiteY5" fmla="*/ 2429301 h 3419901"/>
                <a:gd name="connsiteX6" fmla="*/ 942832 w 980932"/>
                <a:gd name="connsiteY6" fmla="*/ 3115101 h 3419901"/>
                <a:gd name="connsiteX7" fmla="*/ 942832 w 980932"/>
                <a:gd name="connsiteY7" fmla="*/ 3419901 h 3419901"/>
                <a:gd name="connsiteX0" fmla="*/ 186519 w 980932"/>
                <a:gd name="connsiteY0" fmla="*/ 0 h 3419901"/>
                <a:gd name="connsiteX1" fmla="*/ 186519 w 980932"/>
                <a:gd name="connsiteY1" fmla="*/ 627797 h 3419901"/>
                <a:gd name="connsiteX2" fmla="*/ 9098 w 980932"/>
                <a:gd name="connsiteY2" fmla="*/ 982639 h 3419901"/>
                <a:gd name="connsiteX3" fmla="*/ 131928 w 980932"/>
                <a:gd name="connsiteY3" fmla="*/ 1392071 h 3419901"/>
                <a:gd name="connsiteX4" fmla="*/ 714232 w 980932"/>
                <a:gd name="connsiteY4" fmla="*/ 1819701 h 3419901"/>
                <a:gd name="connsiteX5" fmla="*/ 942832 w 980932"/>
                <a:gd name="connsiteY5" fmla="*/ 2505501 h 3419901"/>
                <a:gd name="connsiteX6" fmla="*/ 942832 w 980932"/>
                <a:gd name="connsiteY6" fmla="*/ 3115101 h 3419901"/>
                <a:gd name="connsiteX7" fmla="*/ 942832 w 980932"/>
                <a:gd name="connsiteY7" fmla="*/ 3419901 h 3419901"/>
                <a:gd name="connsiteX0" fmla="*/ 186519 w 955532"/>
                <a:gd name="connsiteY0" fmla="*/ 0 h 3419901"/>
                <a:gd name="connsiteX1" fmla="*/ 186519 w 955532"/>
                <a:gd name="connsiteY1" fmla="*/ 627797 h 3419901"/>
                <a:gd name="connsiteX2" fmla="*/ 9098 w 955532"/>
                <a:gd name="connsiteY2" fmla="*/ 982639 h 3419901"/>
                <a:gd name="connsiteX3" fmla="*/ 131928 w 955532"/>
                <a:gd name="connsiteY3" fmla="*/ 1392071 h 3419901"/>
                <a:gd name="connsiteX4" fmla="*/ 714232 w 955532"/>
                <a:gd name="connsiteY4" fmla="*/ 1819701 h 3419901"/>
                <a:gd name="connsiteX5" fmla="*/ 942832 w 955532"/>
                <a:gd name="connsiteY5" fmla="*/ 2505501 h 3419901"/>
                <a:gd name="connsiteX6" fmla="*/ 790432 w 955532"/>
                <a:gd name="connsiteY6" fmla="*/ 3115101 h 3419901"/>
                <a:gd name="connsiteX7" fmla="*/ 942832 w 955532"/>
                <a:gd name="connsiteY7" fmla="*/ 3419901 h 3419901"/>
                <a:gd name="connsiteX0" fmla="*/ 186519 w 955532"/>
                <a:gd name="connsiteY0" fmla="*/ 0 h 3496101"/>
                <a:gd name="connsiteX1" fmla="*/ 186519 w 955532"/>
                <a:gd name="connsiteY1" fmla="*/ 627797 h 3496101"/>
                <a:gd name="connsiteX2" fmla="*/ 9098 w 955532"/>
                <a:gd name="connsiteY2" fmla="*/ 982639 h 3496101"/>
                <a:gd name="connsiteX3" fmla="*/ 131928 w 955532"/>
                <a:gd name="connsiteY3" fmla="*/ 1392071 h 3496101"/>
                <a:gd name="connsiteX4" fmla="*/ 714232 w 955532"/>
                <a:gd name="connsiteY4" fmla="*/ 1819701 h 3496101"/>
                <a:gd name="connsiteX5" fmla="*/ 942832 w 955532"/>
                <a:gd name="connsiteY5" fmla="*/ 2505501 h 3496101"/>
                <a:gd name="connsiteX6" fmla="*/ 790432 w 955532"/>
                <a:gd name="connsiteY6" fmla="*/ 3115101 h 3496101"/>
                <a:gd name="connsiteX7" fmla="*/ 790432 w 955532"/>
                <a:gd name="connsiteY7" fmla="*/ 3496101 h 3496101"/>
                <a:gd name="connsiteX0" fmla="*/ 319585 w 1088598"/>
                <a:gd name="connsiteY0" fmla="*/ 0 h 3496101"/>
                <a:gd name="connsiteX1" fmla="*/ 319585 w 1088598"/>
                <a:gd name="connsiteY1" fmla="*/ 627797 h 3496101"/>
                <a:gd name="connsiteX2" fmla="*/ 9098 w 1088598"/>
                <a:gd name="connsiteY2" fmla="*/ 981501 h 3496101"/>
                <a:gd name="connsiteX3" fmla="*/ 264994 w 1088598"/>
                <a:gd name="connsiteY3" fmla="*/ 1392071 h 3496101"/>
                <a:gd name="connsiteX4" fmla="*/ 847298 w 1088598"/>
                <a:gd name="connsiteY4" fmla="*/ 1819701 h 3496101"/>
                <a:gd name="connsiteX5" fmla="*/ 1075898 w 1088598"/>
                <a:gd name="connsiteY5" fmla="*/ 2505501 h 3496101"/>
                <a:gd name="connsiteX6" fmla="*/ 923498 w 1088598"/>
                <a:gd name="connsiteY6" fmla="*/ 3115101 h 3496101"/>
                <a:gd name="connsiteX7" fmla="*/ 923498 w 1088598"/>
                <a:gd name="connsiteY7" fmla="*/ 3496101 h 3496101"/>
                <a:gd name="connsiteX0" fmla="*/ 168891 w 937904"/>
                <a:gd name="connsiteY0" fmla="*/ 0 h 3496101"/>
                <a:gd name="connsiteX1" fmla="*/ 168891 w 937904"/>
                <a:gd name="connsiteY1" fmla="*/ 627797 h 3496101"/>
                <a:gd name="connsiteX2" fmla="*/ 10804 w 937904"/>
                <a:gd name="connsiteY2" fmla="*/ 1057701 h 3496101"/>
                <a:gd name="connsiteX3" fmla="*/ 114300 w 937904"/>
                <a:gd name="connsiteY3" fmla="*/ 1392071 h 3496101"/>
                <a:gd name="connsiteX4" fmla="*/ 696604 w 937904"/>
                <a:gd name="connsiteY4" fmla="*/ 1819701 h 3496101"/>
                <a:gd name="connsiteX5" fmla="*/ 925204 w 937904"/>
                <a:gd name="connsiteY5" fmla="*/ 2505501 h 3496101"/>
                <a:gd name="connsiteX6" fmla="*/ 772804 w 937904"/>
                <a:gd name="connsiteY6" fmla="*/ 3115101 h 3496101"/>
                <a:gd name="connsiteX7" fmla="*/ 772804 w 937904"/>
                <a:gd name="connsiteY7" fmla="*/ 3496101 h 3496101"/>
                <a:gd name="connsiteX0" fmla="*/ 243385 w 1012398"/>
                <a:gd name="connsiteY0" fmla="*/ 0 h 3496101"/>
                <a:gd name="connsiteX1" fmla="*/ 243385 w 1012398"/>
                <a:gd name="connsiteY1" fmla="*/ 627797 h 3496101"/>
                <a:gd name="connsiteX2" fmla="*/ 9098 w 1012398"/>
                <a:gd name="connsiteY2" fmla="*/ 1057701 h 3496101"/>
                <a:gd name="connsiteX3" fmla="*/ 188794 w 1012398"/>
                <a:gd name="connsiteY3" fmla="*/ 1392071 h 3496101"/>
                <a:gd name="connsiteX4" fmla="*/ 771098 w 1012398"/>
                <a:gd name="connsiteY4" fmla="*/ 1819701 h 3496101"/>
                <a:gd name="connsiteX5" fmla="*/ 999698 w 1012398"/>
                <a:gd name="connsiteY5" fmla="*/ 2505501 h 3496101"/>
                <a:gd name="connsiteX6" fmla="*/ 847298 w 1012398"/>
                <a:gd name="connsiteY6" fmla="*/ 3115101 h 3496101"/>
                <a:gd name="connsiteX7" fmla="*/ 847298 w 1012398"/>
                <a:gd name="connsiteY7" fmla="*/ 3496101 h 3496101"/>
                <a:gd name="connsiteX0" fmla="*/ 243385 w 1012398"/>
                <a:gd name="connsiteY0" fmla="*/ 0 h 3496101"/>
                <a:gd name="connsiteX1" fmla="*/ 243385 w 1012398"/>
                <a:gd name="connsiteY1" fmla="*/ 627797 h 3496101"/>
                <a:gd name="connsiteX2" fmla="*/ 9098 w 1012398"/>
                <a:gd name="connsiteY2" fmla="*/ 1057701 h 3496101"/>
                <a:gd name="connsiteX3" fmla="*/ 188794 w 1012398"/>
                <a:gd name="connsiteY3" fmla="*/ 1392071 h 3496101"/>
                <a:gd name="connsiteX4" fmla="*/ 771098 w 1012398"/>
                <a:gd name="connsiteY4" fmla="*/ 1819701 h 3496101"/>
                <a:gd name="connsiteX5" fmla="*/ 999698 w 1012398"/>
                <a:gd name="connsiteY5" fmla="*/ 2505501 h 3496101"/>
                <a:gd name="connsiteX6" fmla="*/ 847298 w 1012398"/>
                <a:gd name="connsiteY6" fmla="*/ 3115101 h 3496101"/>
                <a:gd name="connsiteX7" fmla="*/ 847298 w 1012398"/>
                <a:gd name="connsiteY7" fmla="*/ 3496101 h 3496101"/>
                <a:gd name="connsiteX0" fmla="*/ 243385 w 1012398"/>
                <a:gd name="connsiteY0" fmla="*/ 0 h 3496101"/>
                <a:gd name="connsiteX1" fmla="*/ 243385 w 1012398"/>
                <a:gd name="connsiteY1" fmla="*/ 627797 h 3496101"/>
                <a:gd name="connsiteX2" fmla="*/ 9098 w 1012398"/>
                <a:gd name="connsiteY2" fmla="*/ 1057701 h 3496101"/>
                <a:gd name="connsiteX3" fmla="*/ 188794 w 1012398"/>
                <a:gd name="connsiteY3" fmla="*/ 1392071 h 3496101"/>
                <a:gd name="connsiteX4" fmla="*/ 771098 w 1012398"/>
                <a:gd name="connsiteY4" fmla="*/ 1819701 h 3496101"/>
                <a:gd name="connsiteX5" fmla="*/ 999698 w 1012398"/>
                <a:gd name="connsiteY5" fmla="*/ 2505501 h 3496101"/>
                <a:gd name="connsiteX6" fmla="*/ 847298 w 1012398"/>
                <a:gd name="connsiteY6" fmla="*/ 3115101 h 3496101"/>
                <a:gd name="connsiteX7" fmla="*/ 847298 w 1012398"/>
                <a:gd name="connsiteY7" fmla="*/ 3496101 h 3496101"/>
                <a:gd name="connsiteX0" fmla="*/ 243385 w 1012398"/>
                <a:gd name="connsiteY0" fmla="*/ 0 h 3572301"/>
                <a:gd name="connsiteX1" fmla="*/ 243385 w 1012398"/>
                <a:gd name="connsiteY1" fmla="*/ 627797 h 3572301"/>
                <a:gd name="connsiteX2" fmla="*/ 9098 w 1012398"/>
                <a:gd name="connsiteY2" fmla="*/ 1057701 h 3572301"/>
                <a:gd name="connsiteX3" fmla="*/ 188794 w 1012398"/>
                <a:gd name="connsiteY3" fmla="*/ 1392071 h 3572301"/>
                <a:gd name="connsiteX4" fmla="*/ 771098 w 1012398"/>
                <a:gd name="connsiteY4" fmla="*/ 1819701 h 3572301"/>
                <a:gd name="connsiteX5" fmla="*/ 999698 w 1012398"/>
                <a:gd name="connsiteY5" fmla="*/ 2505501 h 3572301"/>
                <a:gd name="connsiteX6" fmla="*/ 847298 w 1012398"/>
                <a:gd name="connsiteY6" fmla="*/ 3115101 h 3572301"/>
                <a:gd name="connsiteX7" fmla="*/ 771098 w 1012398"/>
                <a:gd name="connsiteY7" fmla="*/ 3572301 h 3572301"/>
                <a:gd name="connsiteX0" fmla="*/ 243385 w 1012398"/>
                <a:gd name="connsiteY0" fmla="*/ 0 h 3572301"/>
                <a:gd name="connsiteX1" fmla="*/ 243385 w 1012398"/>
                <a:gd name="connsiteY1" fmla="*/ 627797 h 3572301"/>
                <a:gd name="connsiteX2" fmla="*/ 9098 w 1012398"/>
                <a:gd name="connsiteY2" fmla="*/ 1057701 h 3572301"/>
                <a:gd name="connsiteX3" fmla="*/ 188794 w 1012398"/>
                <a:gd name="connsiteY3" fmla="*/ 1392071 h 3572301"/>
                <a:gd name="connsiteX4" fmla="*/ 771098 w 1012398"/>
                <a:gd name="connsiteY4" fmla="*/ 1895901 h 3572301"/>
                <a:gd name="connsiteX5" fmla="*/ 999698 w 1012398"/>
                <a:gd name="connsiteY5" fmla="*/ 2505501 h 3572301"/>
                <a:gd name="connsiteX6" fmla="*/ 847298 w 1012398"/>
                <a:gd name="connsiteY6" fmla="*/ 3115101 h 3572301"/>
                <a:gd name="connsiteX7" fmla="*/ 771098 w 1012398"/>
                <a:gd name="connsiteY7" fmla="*/ 3572301 h 3572301"/>
                <a:gd name="connsiteX0" fmla="*/ 243385 w 1052014"/>
                <a:gd name="connsiteY0" fmla="*/ 0 h 3572301"/>
                <a:gd name="connsiteX1" fmla="*/ 243385 w 1052014"/>
                <a:gd name="connsiteY1" fmla="*/ 627797 h 3572301"/>
                <a:gd name="connsiteX2" fmla="*/ 9098 w 1052014"/>
                <a:gd name="connsiteY2" fmla="*/ 1057701 h 3572301"/>
                <a:gd name="connsiteX3" fmla="*/ 188794 w 1052014"/>
                <a:gd name="connsiteY3" fmla="*/ 1392071 h 3572301"/>
                <a:gd name="connsiteX4" fmla="*/ 533400 w 1052014"/>
                <a:gd name="connsiteY4" fmla="*/ 2057400 h 3572301"/>
                <a:gd name="connsiteX5" fmla="*/ 999698 w 1052014"/>
                <a:gd name="connsiteY5" fmla="*/ 2505501 h 3572301"/>
                <a:gd name="connsiteX6" fmla="*/ 847298 w 1052014"/>
                <a:gd name="connsiteY6" fmla="*/ 3115101 h 3572301"/>
                <a:gd name="connsiteX7" fmla="*/ 771098 w 1052014"/>
                <a:gd name="connsiteY7" fmla="*/ 3572301 h 3572301"/>
                <a:gd name="connsiteX0" fmla="*/ 243385 w 872698"/>
                <a:gd name="connsiteY0" fmla="*/ 0 h 3572301"/>
                <a:gd name="connsiteX1" fmla="*/ 243385 w 872698"/>
                <a:gd name="connsiteY1" fmla="*/ 627797 h 3572301"/>
                <a:gd name="connsiteX2" fmla="*/ 9098 w 872698"/>
                <a:gd name="connsiteY2" fmla="*/ 1057701 h 3572301"/>
                <a:gd name="connsiteX3" fmla="*/ 188794 w 872698"/>
                <a:gd name="connsiteY3" fmla="*/ 1392071 h 3572301"/>
                <a:gd name="connsiteX4" fmla="*/ 533400 w 872698"/>
                <a:gd name="connsiteY4" fmla="*/ 2057400 h 3572301"/>
                <a:gd name="connsiteX5" fmla="*/ 533400 w 872698"/>
                <a:gd name="connsiteY5" fmla="*/ 2743200 h 3572301"/>
                <a:gd name="connsiteX6" fmla="*/ 847298 w 872698"/>
                <a:gd name="connsiteY6" fmla="*/ 3115101 h 3572301"/>
                <a:gd name="connsiteX7" fmla="*/ 771098 w 872698"/>
                <a:gd name="connsiteY7" fmla="*/ 3572301 h 3572301"/>
                <a:gd name="connsiteX0" fmla="*/ 243385 w 771098"/>
                <a:gd name="connsiteY0" fmla="*/ 0 h 3572301"/>
                <a:gd name="connsiteX1" fmla="*/ 243385 w 771098"/>
                <a:gd name="connsiteY1" fmla="*/ 627797 h 3572301"/>
                <a:gd name="connsiteX2" fmla="*/ 9098 w 771098"/>
                <a:gd name="connsiteY2" fmla="*/ 1057701 h 3572301"/>
                <a:gd name="connsiteX3" fmla="*/ 188794 w 771098"/>
                <a:gd name="connsiteY3" fmla="*/ 1392071 h 3572301"/>
                <a:gd name="connsiteX4" fmla="*/ 533400 w 771098"/>
                <a:gd name="connsiteY4" fmla="*/ 2057400 h 3572301"/>
                <a:gd name="connsiteX5" fmla="*/ 533400 w 771098"/>
                <a:gd name="connsiteY5" fmla="*/ 2743200 h 3572301"/>
                <a:gd name="connsiteX6" fmla="*/ 533400 w 771098"/>
                <a:gd name="connsiteY6" fmla="*/ 3200400 h 3572301"/>
                <a:gd name="connsiteX7" fmla="*/ 771098 w 771098"/>
                <a:gd name="connsiteY7" fmla="*/ 3572301 h 3572301"/>
                <a:gd name="connsiteX0" fmla="*/ 243385 w 590834"/>
                <a:gd name="connsiteY0" fmla="*/ 0 h 3733800"/>
                <a:gd name="connsiteX1" fmla="*/ 243385 w 590834"/>
                <a:gd name="connsiteY1" fmla="*/ 627797 h 3733800"/>
                <a:gd name="connsiteX2" fmla="*/ 9098 w 590834"/>
                <a:gd name="connsiteY2" fmla="*/ 1057701 h 3733800"/>
                <a:gd name="connsiteX3" fmla="*/ 188794 w 590834"/>
                <a:gd name="connsiteY3" fmla="*/ 1392071 h 3733800"/>
                <a:gd name="connsiteX4" fmla="*/ 533400 w 590834"/>
                <a:gd name="connsiteY4" fmla="*/ 2057400 h 3733800"/>
                <a:gd name="connsiteX5" fmla="*/ 533400 w 590834"/>
                <a:gd name="connsiteY5" fmla="*/ 2743200 h 3733800"/>
                <a:gd name="connsiteX6" fmla="*/ 533400 w 590834"/>
                <a:gd name="connsiteY6" fmla="*/ 3200400 h 3733800"/>
                <a:gd name="connsiteX7" fmla="*/ 381000 w 590834"/>
                <a:gd name="connsiteY7" fmla="*/ 3733800 h 3733800"/>
                <a:gd name="connsiteX0" fmla="*/ 118091 w 465540"/>
                <a:gd name="connsiteY0" fmla="*/ 0 h 3733800"/>
                <a:gd name="connsiteX1" fmla="*/ 118091 w 465540"/>
                <a:gd name="connsiteY1" fmla="*/ 627797 h 3733800"/>
                <a:gd name="connsiteX2" fmla="*/ 27106 w 465540"/>
                <a:gd name="connsiteY2" fmla="*/ 1219199 h 3733800"/>
                <a:gd name="connsiteX3" fmla="*/ 63500 w 465540"/>
                <a:gd name="connsiteY3" fmla="*/ 1392071 h 3733800"/>
                <a:gd name="connsiteX4" fmla="*/ 408106 w 465540"/>
                <a:gd name="connsiteY4" fmla="*/ 2057400 h 3733800"/>
                <a:gd name="connsiteX5" fmla="*/ 408106 w 465540"/>
                <a:gd name="connsiteY5" fmla="*/ 2743200 h 3733800"/>
                <a:gd name="connsiteX6" fmla="*/ 408106 w 465540"/>
                <a:gd name="connsiteY6" fmla="*/ 3200400 h 3733800"/>
                <a:gd name="connsiteX7" fmla="*/ 255706 w 465540"/>
                <a:gd name="connsiteY7" fmla="*/ 3733800 h 3733800"/>
                <a:gd name="connsiteX0" fmla="*/ 100083 w 415498"/>
                <a:gd name="connsiteY0" fmla="*/ 0 h 3733800"/>
                <a:gd name="connsiteX1" fmla="*/ 100083 w 415498"/>
                <a:gd name="connsiteY1" fmla="*/ 627797 h 3733800"/>
                <a:gd name="connsiteX2" fmla="*/ 9098 w 415498"/>
                <a:gd name="connsiteY2" fmla="*/ 1219199 h 3733800"/>
                <a:gd name="connsiteX3" fmla="*/ 45492 w 415498"/>
                <a:gd name="connsiteY3" fmla="*/ 1392071 h 3733800"/>
                <a:gd name="connsiteX4" fmla="*/ 237698 w 415498"/>
                <a:gd name="connsiteY4" fmla="*/ 1752599 h 3733800"/>
                <a:gd name="connsiteX5" fmla="*/ 390098 w 415498"/>
                <a:gd name="connsiteY5" fmla="*/ 2057400 h 3733800"/>
                <a:gd name="connsiteX6" fmla="*/ 390098 w 415498"/>
                <a:gd name="connsiteY6" fmla="*/ 2743200 h 3733800"/>
                <a:gd name="connsiteX7" fmla="*/ 390098 w 415498"/>
                <a:gd name="connsiteY7" fmla="*/ 3200400 h 3733800"/>
                <a:gd name="connsiteX8" fmla="*/ 237698 w 415498"/>
                <a:gd name="connsiteY8" fmla="*/ 3733800 h 3733800"/>
                <a:gd name="connsiteX0" fmla="*/ 100083 w 491698"/>
                <a:gd name="connsiteY0" fmla="*/ 0 h 3733800"/>
                <a:gd name="connsiteX1" fmla="*/ 100083 w 491698"/>
                <a:gd name="connsiteY1" fmla="*/ 627797 h 3733800"/>
                <a:gd name="connsiteX2" fmla="*/ 9098 w 491698"/>
                <a:gd name="connsiteY2" fmla="*/ 1219199 h 3733800"/>
                <a:gd name="connsiteX3" fmla="*/ 45492 w 491698"/>
                <a:gd name="connsiteY3" fmla="*/ 1392071 h 3733800"/>
                <a:gd name="connsiteX4" fmla="*/ 237698 w 491698"/>
                <a:gd name="connsiteY4" fmla="*/ 1752599 h 3733800"/>
                <a:gd name="connsiteX5" fmla="*/ 390098 w 491698"/>
                <a:gd name="connsiteY5" fmla="*/ 2057400 h 3733800"/>
                <a:gd name="connsiteX6" fmla="*/ 491698 w 491698"/>
                <a:gd name="connsiteY6" fmla="*/ 2743200 h 3733800"/>
                <a:gd name="connsiteX7" fmla="*/ 390098 w 491698"/>
                <a:gd name="connsiteY7" fmla="*/ 3200400 h 3733800"/>
                <a:gd name="connsiteX8" fmla="*/ 237698 w 491698"/>
                <a:gd name="connsiteY8" fmla="*/ 3733800 h 3733800"/>
                <a:gd name="connsiteX0" fmla="*/ 100083 w 491698"/>
                <a:gd name="connsiteY0" fmla="*/ 0 h 3733800"/>
                <a:gd name="connsiteX1" fmla="*/ 100083 w 491698"/>
                <a:gd name="connsiteY1" fmla="*/ 627797 h 3733800"/>
                <a:gd name="connsiteX2" fmla="*/ 9098 w 491698"/>
                <a:gd name="connsiteY2" fmla="*/ 1219199 h 3733800"/>
                <a:gd name="connsiteX3" fmla="*/ 45492 w 491698"/>
                <a:gd name="connsiteY3" fmla="*/ 1392071 h 3733800"/>
                <a:gd name="connsiteX4" fmla="*/ 237698 w 491698"/>
                <a:gd name="connsiteY4" fmla="*/ 1752599 h 3733800"/>
                <a:gd name="connsiteX5" fmla="*/ 390098 w 491698"/>
                <a:gd name="connsiteY5" fmla="*/ 2057400 h 3733800"/>
                <a:gd name="connsiteX6" fmla="*/ 491698 w 491698"/>
                <a:gd name="connsiteY6" fmla="*/ 2743200 h 3733800"/>
                <a:gd name="connsiteX7" fmla="*/ 390098 w 491698"/>
                <a:gd name="connsiteY7" fmla="*/ 3200400 h 3733800"/>
                <a:gd name="connsiteX8" fmla="*/ 339298 w 491698"/>
                <a:gd name="connsiteY8" fmla="*/ 3733800 h 3733800"/>
                <a:gd name="connsiteX0" fmla="*/ 100083 w 517098"/>
                <a:gd name="connsiteY0" fmla="*/ 0 h 3733800"/>
                <a:gd name="connsiteX1" fmla="*/ 100083 w 517098"/>
                <a:gd name="connsiteY1" fmla="*/ 627797 h 3733800"/>
                <a:gd name="connsiteX2" fmla="*/ 9098 w 517098"/>
                <a:gd name="connsiteY2" fmla="*/ 1219199 h 3733800"/>
                <a:gd name="connsiteX3" fmla="*/ 45492 w 517098"/>
                <a:gd name="connsiteY3" fmla="*/ 1392071 h 3733800"/>
                <a:gd name="connsiteX4" fmla="*/ 237698 w 517098"/>
                <a:gd name="connsiteY4" fmla="*/ 1752599 h 3733800"/>
                <a:gd name="connsiteX5" fmla="*/ 390098 w 517098"/>
                <a:gd name="connsiteY5" fmla="*/ 2057400 h 3733800"/>
                <a:gd name="connsiteX6" fmla="*/ 491698 w 517098"/>
                <a:gd name="connsiteY6" fmla="*/ 2743200 h 3733800"/>
                <a:gd name="connsiteX7" fmla="*/ 491698 w 517098"/>
                <a:gd name="connsiteY7" fmla="*/ 3200400 h 3733800"/>
                <a:gd name="connsiteX8" fmla="*/ 339298 w 517098"/>
                <a:gd name="connsiteY8" fmla="*/ 3733800 h 3733800"/>
                <a:gd name="connsiteX0" fmla="*/ 100083 w 500165"/>
                <a:gd name="connsiteY0" fmla="*/ 0 h 3733800"/>
                <a:gd name="connsiteX1" fmla="*/ 100083 w 500165"/>
                <a:gd name="connsiteY1" fmla="*/ 627797 h 3733800"/>
                <a:gd name="connsiteX2" fmla="*/ 9098 w 500165"/>
                <a:gd name="connsiteY2" fmla="*/ 1219199 h 3733800"/>
                <a:gd name="connsiteX3" fmla="*/ 45492 w 500165"/>
                <a:gd name="connsiteY3" fmla="*/ 1392071 h 3733800"/>
                <a:gd name="connsiteX4" fmla="*/ 237698 w 500165"/>
                <a:gd name="connsiteY4" fmla="*/ 1752599 h 3733800"/>
                <a:gd name="connsiteX5" fmla="*/ 390098 w 500165"/>
                <a:gd name="connsiteY5" fmla="*/ 2057400 h 3733800"/>
                <a:gd name="connsiteX6" fmla="*/ 491698 w 500165"/>
                <a:gd name="connsiteY6" fmla="*/ 2743200 h 3733800"/>
                <a:gd name="connsiteX7" fmla="*/ 440898 w 500165"/>
                <a:gd name="connsiteY7" fmla="*/ 3276600 h 3733800"/>
                <a:gd name="connsiteX8" fmla="*/ 339298 w 500165"/>
                <a:gd name="connsiteY8" fmla="*/ 3733800 h 3733800"/>
                <a:gd name="connsiteX0" fmla="*/ 100083 w 525566"/>
                <a:gd name="connsiteY0" fmla="*/ 0 h 3733800"/>
                <a:gd name="connsiteX1" fmla="*/ 100083 w 525566"/>
                <a:gd name="connsiteY1" fmla="*/ 627797 h 3733800"/>
                <a:gd name="connsiteX2" fmla="*/ 9098 w 525566"/>
                <a:gd name="connsiteY2" fmla="*/ 1219199 h 3733800"/>
                <a:gd name="connsiteX3" fmla="*/ 45492 w 525566"/>
                <a:gd name="connsiteY3" fmla="*/ 1392071 h 3733800"/>
                <a:gd name="connsiteX4" fmla="*/ 237698 w 525566"/>
                <a:gd name="connsiteY4" fmla="*/ 1752599 h 3733800"/>
                <a:gd name="connsiteX5" fmla="*/ 390098 w 525566"/>
                <a:gd name="connsiteY5" fmla="*/ 2057400 h 3733800"/>
                <a:gd name="connsiteX6" fmla="*/ 517099 w 525566"/>
                <a:gd name="connsiteY6" fmla="*/ 2743200 h 3733800"/>
                <a:gd name="connsiteX7" fmla="*/ 440898 w 525566"/>
                <a:gd name="connsiteY7" fmla="*/ 3276600 h 3733800"/>
                <a:gd name="connsiteX8" fmla="*/ 339298 w 525566"/>
                <a:gd name="connsiteY8" fmla="*/ 3733800 h 3733800"/>
                <a:gd name="connsiteX0" fmla="*/ 100083 w 466298"/>
                <a:gd name="connsiteY0" fmla="*/ 0 h 3733800"/>
                <a:gd name="connsiteX1" fmla="*/ 100083 w 466298"/>
                <a:gd name="connsiteY1" fmla="*/ 627797 h 3733800"/>
                <a:gd name="connsiteX2" fmla="*/ 9098 w 466298"/>
                <a:gd name="connsiteY2" fmla="*/ 1219199 h 3733800"/>
                <a:gd name="connsiteX3" fmla="*/ 45492 w 466298"/>
                <a:gd name="connsiteY3" fmla="*/ 1392071 h 3733800"/>
                <a:gd name="connsiteX4" fmla="*/ 237698 w 466298"/>
                <a:gd name="connsiteY4" fmla="*/ 1752599 h 3733800"/>
                <a:gd name="connsiteX5" fmla="*/ 390098 w 466298"/>
                <a:gd name="connsiteY5" fmla="*/ 2057400 h 3733800"/>
                <a:gd name="connsiteX6" fmla="*/ 440898 w 466298"/>
                <a:gd name="connsiteY6" fmla="*/ 2743200 h 3733800"/>
                <a:gd name="connsiteX7" fmla="*/ 440898 w 466298"/>
                <a:gd name="connsiteY7" fmla="*/ 3276600 h 3733800"/>
                <a:gd name="connsiteX8" fmla="*/ 339298 w 466298"/>
                <a:gd name="connsiteY8" fmla="*/ 3733800 h 3733800"/>
                <a:gd name="connsiteX0" fmla="*/ 100083 w 445131"/>
                <a:gd name="connsiteY0" fmla="*/ 0 h 3733800"/>
                <a:gd name="connsiteX1" fmla="*/ 100083 w 445131"/>
                <a:gd name="connsiteY1" fmla="*/ 627797 h 3733800"/>
                <a:gd name="connsiteX2" fmla="*/ 9098 w 445131"/>
                <a:gd name="connsiteY2" fmla="*/ 1219199 h 3733800"/>
                <a:gd name="connsiteX3" fmla="*/ 45492 w 445131"/>
                <a:gd name="connsiteY3" fmla="*/ 1392071 h 3733800"/>
                <a:gd name="connsiteX4" fmla="*/ 237698 w 445131"/>
                <a:gd name="connsiteY4" fmla="*/ 1752599 h 3733800"/>
                <a:gd name="connsiteX5" fmla="*/ 390098 w 445131"/>
                <a:gd name="connsiteY5" fmla="*/ 2057400 h 3733800"/>
                <a:gd name="connsiteX6" fmla="*/ 440898 w 445131"/>
                <a:gd name="connsiteY6" fmla="*/ 2743200 h 3733800"/>
                <a:gd name="connsiteX7" fmla="*/ 364698 w 445131"/>
                <a:gd name="connsiteY7" fmla="*/ 3276600 h 3733800"/>
                <a:gd name="connsiteX8" fmla="*/ 339298 w 445131"/>
                <a:gd name="connsiteY8" fmla="*/ 3733800 h 3733800"/>
                <a:gd name="connsiteX0" fmla="*/ 100083 w 445131"/>
                <a:gd name="connsiteY0" fmla="*/ 0 h 3733800"/>
                <a:gd name="connsiteX1" fmla="*/ 100083 w 445131"/>
                <a:gd name="connsiteY1" fmla="*/ 627797 h 3733800"/>
                <a:gd name="connsiteX2" fmla="*/ 9098 w 445131"/>
                <a:gd name="connsiteY2" fmla="*/ 1219199 h 3733800"/>
                <a:gd name="connsiteX3" fmla="*/ 45492 w 445131"/>
                <a:gd name="connsiteY3" fmla="*/ 1392071 h 3733800"/>
                <a:gd name="connsiteX4" fmla="*/ 237698 w 445131"/>
                <a:gd name="connsiteY4" fmla="*/ 1752599 h 3733800"/>
                <a:gd name="connsiteX5" fmla="*/ 390098 w 445131"/>
                <a:gd name="connsiteY5" fmla="*/ 2057400 h 3733800"/>
                <a:gd name="connsiteX6" fmla="*/ 440898 w 445131"/>
                <a:gd name="connsiteY6" fmla="*/ 2743200 h 3733800"/>
                <a:gd name="connsiteX7" fmla="*/ 364698 w 445131"/>
                <a:gd name="connsiteY7" fmla="*/ 3276600 h 3733800"/>
                <a:gd name="connsiteX8" fmla="*/ 288499 w 445131"/>
                <a:gd name="connsiteY8" fmla="*/ 3733800 h 373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5131" h="3733800">
                  <a:moveTo>
                    <a:pt x="100083" y="0"/>
                  </a:moveTo>
                  <a:cubicBezTo>
                    <a:pt x="114868" y="232012"/>
                    <a:pt x="115247" y="424597"/>
                    <a:pt x="100083" y="627797"/>
                  </a:cubicBezTo>
                  <a:cubicBezTo>
                    <a:pt x="84919" y="830997"/>
                    <a:pt x="18196" y="1091820"/>
                    <a:pt x="9098" y="1219199"/>
                  </a:cubicBezTo>
                  <a:cubicBezTo>
                    <a:pt x="0" y="1346578"/>
                    <a:pt x="7392" y="1303171"/>
                    <a:pt x="45492" y="1392071"/>
                  </a:cubicBezTo>
                  <a:cubicBezTo>
                    <a:pt x="83592" y="1480971"/>
                    <a:pt x="180264" y="1641711"/>
                    <a:pt x="237698" y="1752599"/>
                  </a:cubicBezTo>
                  <a:cubicBezTo>
                    <a:pt x="295132" y="1863487"/>
                    <a:pt x="356231" y="1892300"/>
                    <a:pt x="390098" y="2057400"/>
                  </a:cubicBezTo>
                  <a:cubicBezTo>
                    <a:pt x="423965" y="2222500"/>
                    <a:pt x="445131" y="2540000"/>
                    <a:pt x="440898" y="2743200"/>
                  </a:cubicBezTo>
                  <a:cubicBezTo>
                    <a:pt x="436665" y="2946400"/>
                    <a:pt x="390098" y="3111500"/>
                    <a:pt x="364698" y="3276600"/>
                  </a:cubicBezTo>
                  <a:cubicBezTo>
                    <a:pt x="239214" y="3441700"/>
                    <a:pt x="286035" y="3684706"/>
                    <a:pt x="288499" y="3733800"/>
                  </a:cubicBezTo>
                </a:path>
              </a:pathLst>
            </a:custGeom>
            <a:ln w="25400">
              <a:solidFill>
                <a:schemeClr val="accent4">
                  <a:lumMod val="75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Freeform 148"/>
            <p:cNvSpPr/>
            <p:nvPr/>
          </p:nvSpPr>
          <p:spPr>
            <a:xfrm>
              <a:off x="4038600" y="1295400"/>
              <a:ext cx="395847" cy="3657600"/>
            </a:xfrm>
            <a:custGeom>
              <a:avLst/>
              <a:gdLst>
                <a:gd name="connsiteX0" fmla="*/ 186519 w 1171432"/>
                <a:gd name="connsiteY0" fmla="*/ 0 h 3343701"/>
                <a:gd name="connsiteX1" fmla="*/ 186519 w 1171432"/>
                <a:gd name="connsiteY1" fmla="*/ 627797 h 3343701"/>
                <a:gd name="connsiteX2" fmla="*/ 9098 w 1171432"/>
                <a:gd name="connsiteY2" fmla="*/ 982639 h 3343701"/>
                <a:gd name="connsiteX3" fmla="*/ 131928 w 1171432"/>
                <a:gd name="connsiteY3" fmla="*/ 1392071 h 3343701"/>
                <a:gd name="connsiteX4" fmla="*/ 787020 w 1171432"/>
                <a:gd name="connsiteY4" fmla="*/ 1774209 h 3343701"/>
                <a:gd name="connsiteX5" fmla="*/ 1114566 w 1171432"/>
                <a:gd name="connsiteY5" fmla="*/ 2197289 h 3343701"/>
                <a:gd name="connsiteX6" fmla="*/ 1128214 w 1171432"/>
                <a:gd name="connsiteY6" fmla="*/ 3343701 h 3343701"/>
                <a:gd name="connsiteX0" fmla="*/ 186519 w 1183563"/>
                <a:gd name="connsiteY0" fmla="*/ 0 h 3343701"/>
                <a:gd name="connsiteX1" fmla="*/ 186519 w 1183563"/>
                <a:gd name="connsiteY1" fmla="*/ 627797 h 3343701"/>
                <a:gd name="connsiteX2" fmla="*/ 9098 w 1183563"/>
                <a:gd name="connsiteY2" fmla="*/ 982639 h 3343701"/>
                <a:gd name="connsiteX3" fmla="*/ 131928 w 1183563"/>
                <a:gd name="connsiteY3" fmla="*/ 1392071 h 3343701"/>
                <a:gd name="connsiteX4" fmla="*/ 714232 w 1183563"/>
                <a:gd name="connsiteY4" fmla="*/ 1819701 h 3343701"/>
                <a:gd name="connsiteX5" fmla="*/ 1114566 w 1183563"/>
                <a:gd name="connsiteY5" fmla="*/ 2197289 h 3343701"/>
                <a:gd name="connsiteX6" fmla="*/ 1128214 w 1183563"/>
                <a:gd name="connsiteY6" fmla="*/ 3343701 h 3343701"/>
                <a:gd name="connsiteX0" fmla="*/ 186519 w 1149823"/>
                <a:gd name="connsiteY0" fmla="*/ 0 h 3343701"/>
                <a:gd name="connsiteX1" fmla="*/ 186519 w 1149823"/>
                <a:gd name="connsiteY1" fmla="*/ 627797 h 3343701"/>
                <a:gd name="connsiteX2" fmla="*/ 9098 w 1149823"/>
                <a:gd name="connsiteY2" fmla="*/ 982639 h 3343701"/>
                <a:gd name="connsiteX3" fmla="*/ 131928 w 1149823"/>
                <a:gd name="connsiteY3" fmla="*/ 1392071 h 3343701"/>
                <a:gd name="connsiteX4" fmla="*/ 714232 w 1149823"/>
                <a:gd name="connsiteY4" fmla="*/ 1819701 h 3343701"/>
                <a:gd name="connsiteX5" fmla="*/ 1019032 w 1149823"/>
                <a:gd name="connsiteY5" fmla="*/ 2353101 h 3343701"/>
                <a:gd name="connsiteX6" fmla="*/ 1128214 w 1149823"/>
                <a:gd name="connsiteY6" fmla="*/ 3343701 h 3343701"/>
                <a:gd name="connsiteX0" fmla="*/ 186519 w 1149823"/>
                <a:gd name="connsiteY0" fmla="*/ 0 h 3343701"/>
                <a:gd name="connsiteX1" fmla="*/ 186519 w 1149823"/>
                <a:gd name="connsiteY1" fmla="*/ 627797 h 3343701"/>
                <a:gd name="connsiteX2" fmla="*/ 9098 w 1149823"/>
                <a:gd name="connsiteY2" fmla="*/ 982639 h 3343701"/>
                <a:gd name="connsiteX3" fmla="*/ 131928 w 1149823"/>
                <a:gd name="connsiteY3" fmla="*/ 1392071 h 3343701"/>
                <a:gd name="connsiteX4" fmla="*/ 714232 w 1149823"/>
                <a:gd name="connsiteY4" fmla="*/ 1819701 h 3343701"/>
                <a:gd name="connsiteX5" fmla="*/ 942832 w 1149823"/>
                <a:gd name="connsiteY5" fmla="*/ 2429301 h 3343701"/>
                <a:gd name="connsiteX6" fmla="*/ 1128214 w 1149823"/>
                <a:gd name="connsiteY6" fmla="*/ 3343701 h 3343701"/>
                <a:gd name="connsiteX0" fmla="*/ 186519 w 1149823"/>
                <a:gd name="connsiteY0" fmla="*/ 0 h 3343701"/>
                <a:gd name="connsiteX1" fmla="*/ 186519 w 1149823"/>
                <a:gd name="connsiteY1" fmla="*/ 627797 h 3343701"/>
                <a:gd name="connsiteX2" fmla="*/ 9098 w 1149823"/>
                <a:gd name="connsiteY2" fmla="*/ 982639 h 3343701"/>
                <a:gd name="connsiteX3" fmla="*/ 131928 w 1149823"/>
                <a:gd name="connsiteY3" fmla="*/ 1392071 h 3343701"/>
                <a:gd name="connsiteX4" fmla="*/ 714232 w 1149823"/>
                <a:gd name="connsiteY4" fmla="*/ 1819701 h 3343701"/>
                <a:gd name="connsiteX5" fmla="*/ 942832 w 1149823"/>
                <a:gd name="connsiteY5" fmla="*/ 2429301 h 3343701"/>
                <a:gd name="connsiteX6" fmla="*/ 1128214 w 1149823"/>
                <a:gd name="connsiteY6" fmla="*/ 3343701 h 3343701"/>
                <a:gd name="connsiteX0" fmla="*/ 186519 w 1128214"/>
                <a:gd name="connsiteY0" fmla="*/ 0 h 3343701"/>
                <a:gd name="connsiteX1" fmla="*/ 186519 w 1128214"/>
                <a:gd name="connsiteY1" fmla="*/ 627797 h 3343701"/>
                <a:gd name="connsiteX2" fmla="*/ 9098 w 1128214"/>
                <a:gd name="connsiteY2" fmla="*/ 982639 h 3343701"/>
                <a:gd name="connsiteX3" fmla="*/ 131928 w 1128214"/>
                <a:gd name="connsiteY3" fmla="*/ 1392071 h 3343701"/>
                <a:gd name="connsiteX4" fmla="*/ 714232 w 1128214"/>
                <a:gd name="connsiteY4" fmla="*/ 1819701 h 3343701"/>
                <a:gd name="connsiteX5" fmla="*/ 942832 w 1128214"/>
                <a:gd name="connsiteY5" fmla="*/ 2429301 h 3343701"/>
                <a:gd name="connsiteX6" fmla="*/ 1019032 w 1128214"/>
                <a:gd name="connsiteY6" fmla="*/ 3115101 h 3343701"/>
                <a:gd name="connsiteX7" fmla="*/ 1128214 w 1128214"/>
                <a:gd name="connsiteY7" fmla="*/ 3343701 h 3343701"/>
                <a:gd name="connsiteX0" fmla="*/ 186519 w 1128214"/>
                <a:gd name="connsiteY0" fmla="*/ 0 h 3343701"/>
                <a:gd name="connsiteX1" fmla="*/ 186519 w 1128214"/>
                <a:gd name="connsiteY1" fmla="*/ 627797 h 3343701"/>
                <a:gd name="connsiteX2" fmla="*/ 9098 w 1128214"/>
                <a:gd name="connsiteY2" fmla="*/ 982639 h 3343701"/>
                <a:gd name="connsiteX3" fmla="*/ 131928 w 1128214"/>
                <a:gd name="connsiteY3" fmla="*/ 1392071 h 3343701"/>
                <a:gd name="connsiteX4" fmla="*/ 714232 w 1128214"/>
                <a:gd name="connsiteY4" fmla="*/ 1819701 h 3343701"/>
                <a:gd name="connsiteX5" fmla="*/ 942832 w 1128214"/>
                <a:gd name="connsiteY5" fmla="*/ 2429301 h 3343701"/>
                <a:gd name="connsiteX6" fmla="*/ 1019032 w 1128214"/>
                <a:gd name="connsiteY6" fmla="*/ 3115101 h 3343701"/>
                <a:gd name="connsiteX7" fmla="*/ 1128214 w 1128214"/>
                <a:gd name="connsiteY7" fmla="*/ 3343701 h 3343701"/>
                <a:gd name="connsiteX0" fmla="*/ 186519 w 1128214"/>
                <a:gd name="connsiteY0" fmla="*/ 0 h 3343701"/>
                <a:gd name="connsiteX1" fmla="*/ 186519 w 1128214"/>
                <a:gd name="connsiteY1" fmla="*/ 627797 h 3343701"/>
                <a:gd name="connsiteX2" fmla="*/ 9098 w 1128214"/>
                <a:gd name="connsiteY2" fmla="*/ 982639 h 3343701"/>
                <a:gd name="connsiteX3" fmla="*/ 131928 w 1128214"/>
                <a:gd name="connsiteY3" fmla="*/ 1392071 h 3343701"/>
                <a:gd name="connsiteX4" fmla="*/ 714232 w 1128214"/>
                <a:gd name="connsiteY4" fmla="*/ 1819701 h 3343701"/>
                <a:gd name="connsiteX5" fmla="*/ 942832 w 1128214"/>
                <a:gd name="connsiteY5" fmla="*/ 2429301 h 3343701"/>
                <a:gd name="connsiteX6" fmla="*/ 942832 w 1128214"/>
                <a:gd name="connsiteY6" fmla="*/ 3115101 h 3343701"/>
                <a:gd name="connsiteX7" fmla="*/ 1128214 w 1128214"/>
                <a:gd name="connsiteY7" fmla="*/ 3343701 h 3343701"/>
                <a:gd name="connsiteX0" fmla="*/ 186519 w 1019032"/>
                <a:gd name="connsiteY0" fmla="*/ 0 h 3419901"/>
                <a:gd name="connsiteX1" fmla="*/ 186519 w 1019032"/>
                <a:gd name="connsiteY1" fmla="*/ 627797 h 3419901"/>
                <a:gd name="connsiteX2" fmla="*/ 9098 w 1019032"/>
                <a:gd name="connsiteY2" fmla="*/ 982639 h 3419901"/>
                <a:gd name="connsiteX3" fmla="*/ 131928 w 1019032"/>
                <a:gd name="connsiteY3" fmla="*/ 1392071 h 3419901"/>
                <a:gd name="connsiteX4" fmla="*/ 714232 w 1019032"/>
                <a:gd name="connsiteY4" fmla="*/ 1819701 h 3419901"/>
                <a:gd name="connsiteX5" fmla="*/ 942832 w 1019032"/>
                <a:gd name="connsiteY5" fmla="*/ 2429301 h 3419901"/>
                <a:gd name="connsiteX6" fmla="*/ 942832 w 1019032"/>
                <a:gd name="connsiteY6" fmla="*/ 3115101 h 3419901"/>
                <a:gd name="connsiteX7" fmla="*/ 1019032 w 1019032"/>
                <a:gd name="connsiteY7" fmla="*/ 3419901 h 3419901"/>
                <a:gd name="connsiteX0" fmla="*/ 186519 w 980932"/>
                <a:gd name="connsiteY0" fmla="*/ 0 h 3419901"/>
                <a:gd name="connsiteX1" fmla="*/ 186519 w 980932"/>
                <a:gd name="connsiteY1" fmla="*/ 627797 h 3419901"/>
                <a:gd name="connsiteX2" fmla="*/ 9098 w 980932"/>
                <a:gd name="connsiteY2" fmla="*/ 982639 h 3419901"/>
                <a:gd name="connsiteX3" fmla="*/ 131928 w 980932"/>
                <a:gd name="connsiteY3" fmla="*/ 1392071 h 3419901"/>
                <a:gd name="connsiteX4" fmla="*/ 714232 w 980932"/>
                <a:gd name="connsiteY4" fmla="*/ 1819701 h 3419901"/>
                <a:gd name="connsiteX5" fmla="*/ 942832 w 980932"/>
                <a:gd name="connsiteY5" fmla="*/ 2429301 h 3419901"/>
                <a:gd name="connsiteX6" fmla="*/ 942832 w 980932"/>
                <a:gd name="connsiteY6" fmla="*/ 3115101 h 3419901"/>
                <a:gd name="connsiteX7" fmla="*/ 942832 w 980932"/>
                <a:gd name="connsiteY7" fmla="*/ 3419901 h 3419901"/>
                <a:gd name="connsiteX0" fmla="*/ 186519 w 980932"/>
                <a:gd name="connsiteY0" fmla="*/ 0 h 3419901"/>
                <a:gd name="connsiteX1" fmla="*/ 186519 w 980932"/>
                <a:gd name="connsiteY1" fmla="*/ 627797 h 3419901"/>
                <a:gd name="connsiteX2" fmla="*/ 9098 w 980932"/>
                <a:gd name="connsiteY2" fmla="*/ 982639 h 3419901"/>
                <a:gd name="connsiteX3" fmla="*/ 131928 w 980932"/>
                <a:gd name="connsiteY3" fmla="*/ 1392071 h 3419901"/>
                <a:gd name="connsiteX4" fmla="*/ 714232 w 980932"/>
                <a:gd name="connsiteY4" fmla="*/ 1819701 h 3419901"/>
                <a:gd name="connsiteX5" fmla="*/ 942832 w 980932"/>
                <a:gd name="connsiteY5" fmla="*/ 2505501 h 3419901"/>
                <a:gd name="connsiteX6" fmla="*/ 942832 w 980932"/>
                <a:gd name="connsiteY6" fmla="*/ 3115101 h 3419901"/>
                <a:gd name="connsiteX7" fmla="*/ 942832 w 980932"/>
                <a:gd name="connsiteY7" fmla="*/ 3419901 h 3419901"/>
                <a:gd name="connsiteX0" fmla="*/ 186519 w 955532"/>
                <a:gd name="connsiteY0" fmla="*/ 0 h 3419901"/>
                <a:gd name="connsiteX1" fmla="*/ 186519 w 955532"/>
                <a:gd name="connsiteY1" fmla="*/ 627797 h 3419901"/>
                <a:gd name="connsiteX2" fmla="*/ 9098 w 955532"/>
                <a:gd name="connsiteY2" fmla="*/ 982639 h 3419901"/>
                <a:gd name="connsiteX3" fmla="*/ 131928 w 955532"/>
                <a:gd name="connsiteY3" fmla="*/ 1392071 h 3419901"/>
                <a:gd name="connsiteX4" fmla="*/ 714232 w 955532"/>
                <a:gd name="connsiteY4" fmla="*/ 1819701 h 3419901"/>
                <a:gd name="connsiteX5" fmla="*/ 942832 w 955532"/>
                <a:gd name="connsiteY5" fmla="*/ 2505501 h 3419901"/>
                <a:gd name="connsiteX6" fmla="*/ 790432 w 955532"/>
                <a:gd name="connsiteY6" fmla="*/ 3115101 h 3419901"/>
                <a:gd name="connsiteX7" fmla="*/ 942832 w 955532"/>
                <a:gd name="connsiteY7" fmla="*/ 3419901 h 3419901"/>
                <a:gd name="connsiteX0" fmla="*/ 186519 w 955532"/>
                <a:gd name="connsiteY0" fmla="*/ 0 h 3496101"/>
                <a:gd name="connsiteX1" fmla="*/ 186519 w 955532"/>
                <a:gd name="connsiteY1" fmla="*/ 627797 h 3496101"/>
                <a:gd name="connsiteX2" fmla="*/ 9098 w 955532"/>
                <a:gd name="connsiteY2" fmla="*/ 982639 h 3496101"/>
                <a:gd name="connsiteX3" fmla="*/ 131928 w 955532"/>
                <a:gd name="connsiteY3" fmla="*/ 1392071 h 3496101"/>
                <a:gd name="connsiteX4" fmla="*/ 714232 w 955532"/>
                <a:gd name="connsiteY4" fmla="*/ 1819701 h 3496101"/>
                <a:gd name="connsiteX5" fmla="*/ 942832 w 955532"/>
                <a:gd name="connsiteY5" fmla="*/ 2505501 h 3496101"/>
                <a:gd name="connsiteX6" fmla="*/ 790432 w 955532"/>
                <a:gd name="connsiteY6" fmla="*/ 3115101 h 3496101"/>
                <a:gd name="connsiteX7" fmla="*/ 790432 w 955532"/>
                <a:gd name="connsiteY7" fmla="*/ 3496101 h 3496101"/>
                <a:gd name="connsiteX0" fmla="*/ 319585 w 1088598"/>
                <a:gd name="connsiteY0" fmla="*/ 0 h 3496101"/>
                <a:gd name="connsiteX1" fmla="*/ 319585 w 1088598"/>
                <a:gd name="connsiteY1" fmla="*/ 627797 h 3496101"/>
                <a:gd name="connsiteX2" fmla="*/ 9098 w 1088598"/>
                <a:gd name="connsiteY2" fmla="*/ 981501 h 3496101"/>
                <a:gd name="connsiteX3" fmla="*/ 264994 w 1088598"/>
                <a:gd name="connsiteY3" fmla="*/ 1392071 h 3496101"/>
                <a:gd name="connsiteX4" fmla="*/ 847298 w 1088598"/>
                <a:gd name="connsiteY4" fmla="*/ 1819701 h 3496101"/>
                <a:gd name="connsiteX5" fmla="*/ 1075898 w 1088598"/>
                <a:gd name="connsiteY5" fmla="*/ 2505501 h 3496101"/>
                <a:gd name="connsiteX6" fmla="*/ 923498 w 1088598"/>
                <a:gd name="connsiteY6" fmla="*/ 3115101 h 3496101"/>
                <a:gd name="connsiteX7" fmla="*/ 923498 w 1088598"/>
                <a:gd name="connsiteY7" fmla="*/ 3496101 h 3496101"/>
                <a:gd name="connsiteX0" fmla="*/ 168891 w 937904"/>
                <a:gd name="connsiteY0" fmla="*/ 0 h 3496101"/>
                <a:gd name="connsiteX1" fmla="*/ 168891 w 937904"/>
                <a:gd name="connsiteY1" fmla="*/ 627797 h 3496101"/>
                <a:gd name="connsiteX2" fmla="*/ 10804 w 937904"/>
                <a:gd name="connsiteY2" fmla="*/ 1057701 h 3496101"/>
                <a:gd name="connsiteX3" fmla="*/ 114300 w 937904"/>
                <a:gd name="connsiteY3" fmla="*/ 1392071 h 3496101"/>
                <a:gd name="connsiteX4" fmla="*/ 696604 w 937904"/>
                <a:gd name="connsiteY4" fmla="*/ 1819701 h 3496101"/>
                <a:gd name="connsiteX5" fmla="*/ 925204 w 937904"/>
                <a:gd name="connsiteY5" fmla="*/ 2505501 h 3496101"/>
                <a:gd name="connsiteX6" fmla="*/ 772804 w 937904"/>
                <a:gd name="connsiteY6" fmla="*/ 3115101 h 3496101"/>
                <a:gd name="connsiteX7" fmla="*/ 772804 w 937904"/>
                <a:gd name="connsiteY7" fmla="*/ 3496101 h 3496101"/>
                <a:gd name="connsiteX0" fmla="*/ 243385 w 1012398"/>
                <a:gd name="connsiteY0" fmla="*/ 0 h 3496101"/>
                <a:gd name="connsiteX1" fmla="*/ 243385 w 1012398"/>
                <a:gd name="connsiteY1" fmla="*/ 627797 h 3496101"/>
                <a:gd name="connsiteX2" fmla="*/ 9098 w 1012398"/>
                <a:gd name="connsiteY2" fmla="*/ 1057701 h 3496101"/>
                <a:gd name="connsiteX3" fmla="*/ 188794 w 1012398"/>
                <a:gd name="connsiteY3" fmla="*/ 1392071 h 3496101"/>
                <a:gd name="connsiteX4" fmla="*/ 771098 w 1012398"/>
                <a:gd name="connsiteY4" fmla="*/ 1819701 h 3496101"/>
                <a:gd name="connsiteX5" fmla="*/ 999698 w 1012398"/>
                <a:gd name="connsiteY5" fmla="*/ 2505501 h 3496101"/>
                <a:gd name="connsiteX6" fmla="*/ 847298 w 1012398"/>
                <a:gd name="connsiteY6" fmla="*/ 3115101 h 3496101"/>
                <a:gd name="connsiteX7" fmla="*/ 847298 w 1012398"/>
                <a:gd name="connsiteY7" fmla="*/ 3496101 h 3496101"/>
                <a:gd name="connsiteX0" fmla="*/ 243385 w 1012398"/>
                <a:gd name="connsiteY0" fmla="*/ 0 h 3496101"/>
                <a:gd name="connsiteX1" fmla="*/ 243385 w 1012398"/>
                <a:gd name="connsiteY1" fmla="*/ 627797 h 3496101"/>
                <a:gd name="connsiteX2" fmla="*/ 9098 w 1012398"/>
                <a:gd name="connsiteY2" fmla="*/ 1057701 h 3496101"/>
                <a:gd name="connsiteX3" fmla="*/ 188794 w 1012398"/>
                <a:gd name="connsiteY3" fmla="*/ 1392071 h 3496101"/>
                <a:gd name="connsiteX4" fmla="*/ 771098 w 1012398"/>
                <a:gd name="connsiteY4" fmla="*/ 1819701 h 3496101"/>
                <a:gd name="connsiteX5" fmla="*/ 999698 w 1012398"/>
                <a:gd name="connsiteY5" fmla="*/ 2505501 h 3496101"/>
                <a:gd name="connsiteX6" fmla="*/ 847298 w 1012398"/>
                <a:gd name="connsiteY6" fmla="*/ 3115101 h 3496101"/>
                <a:gd name="connsiteX7" fmla="*/ 847298 w 1012398"/>
                <a:gd name="connsiteY7" fmla="*/ 3496101 h 3496101"/>
                <a:gd name="connsiteX0" fmla="*/ 243385 w 1012398"/>
                <a:gd name="connsiteY0" fmla="*/ 0 h 3496101"/>
                <a:gd name="connsiteX1" fmla="*/ 243385 w 1012398"/>
                <a:gd name="connsiteY1" fmla="*/ 627797 h 3496101"/>
                <a:gd name="connsiteX2" fmla="*/ 9098 w 1012398"/>
                <a:gd name="connsiteY2" fmla="*/ 1057701 h 3496101"/>
                <a:gd name="connsiteX3" fmla="*/ 188794 w 1012398"/>
                <a:gd name="connsiteY3" fmla="*/ 1392071 h 3496101"/>
                <a:gd name="connsiteX4" fmla="*/ 771098 w 1012398"/>
                <a:gd name="connsiteY4" fmla="*/ 1819701 h 3496101"/>
                <a:gd name="connsiteX5" fmla="*/ 999698 w 1012398"/>
                <a:gd name="connsiteY5" fmla="*/ 2505501 h 3496101"/>
                <a:gd name="connsiteX6" fmla="*/ 847298 w 1012398"/>
                <a:gd name="connsiteY6" fmla="*/ 3115101 h 3496101"/>
                <a:gd name="connsiteX7" fmla="*/ 847298 w 1012398"/>
                <a:gd name="connsiteY7" fmla="*/ 3496101 h 3496101"/>
                <a:gd name="connsiteX0" fmla="*/ 243385 w 1012398"/>
                <a:gd name="connsiteY0" fmla="*/ 0 h 3572301"/>
                <a:gd name="connsiteX1" fmla="*/ 243385 w 1012398"/>
                <a:gd name="connsiteY1" fmla="*/ 627797 h 3572301"/>
                <a:gd name="connsiteX2" fmla="*/ 9098 w 1012398"/>
                <a:gd name="connsiteY2" fmla="*/ 1057701 h 3572301"/>
                <a:gd name="connsiteX3" fmla="*/ 188794 w 1012398"/>
                <a:gd name="connsiteY3" fmla="*/ 1392071 h 3572301"/>
                <a:gd name="connsiteX4" fmla="*/ 771098 w 1012398"/>
                <a:gd name="connsiteY4" fmla="*/ 1819701 h 3572301"/>
                <a:gd name="connsiteX5" fmla="*/ 999698 w 1012398"/>
                <a:gd name="connsiteY5" fmla="*/ 2505501 h 3572301"/>
                <a:gd name="connsiteX6" fmla="*/ 847298 w 1012398"/>
                <a:gd name="connsiteY6" fmla="*/ 3115101 h 3572301"/>
                <a:gd name="connsiteX7" fmla="*/ 771098 w 1012398"/>
                <a:gd name="connsiteY7" fmla="*/ 3572301 h 3572301"/>
                <a:gd name="connsiteX0" fmla="*/ 243385 w 1012398"/>
                <a:gd name="connsiteY0" fmla="*/ 0 h 3572301"/>
                <a:gd name="connsiteX1" fmla="*/ 243385 w 1012398"/>
                <a:gd name="connsiteY1" fmla="*/ 627797 h 3572301"/>
                <a:gd name="connsiteX2" fmla="*/ 9098 w 1012398"/>
                <a:gd name="connsiteY2" fmla="*/ 1057701 h 3572301"/>
                <a:gd name="connsiteX3" fmla="*/ 188794 w 1012398"/>
                <a:gd name="connsiteY3" fmla="*/ 1392071 h 3572301"/>
                <a:gd name="connsiteX4" fmla="*/ 771098 w 1012398"/>
                <a:gd name="connsiteY4" fmla="*/ 1895901 h 3572301"/>
                <a:gd name="connsiteX5" fmla="*/ 999698 w 1012398"/>
                <a:gd name="connsiteY5" fmla="*/ 2505501 h 3572301"/>
                <a:gd name="connsiteX6" fmla="*/ 847298 w 1012398"/>
                <a:gd name="connsiteY6" fmla="*/ 3115101 h 3572301"/>
                <a:gd name="connsiteX7" fmla="*/ 771098 w 1012398"/>
                <a:gd name="connsiteY7" fmla="*/ 3572301 h 3572301"/>
                <a:gd name="connsiteX0" fmla="*/ 243385 w 1052014"/>
                <a:gd name="connsiteY0" fmla="*/ 0 h 3572301"/>
                <a:gd name="connsiteX1" fmla="*/ 243385 w 1052014"/>
                <a:gd name="connsiteY1" fmla="*/ 627797 h 3572301"/>
                <a:gd name="connsiteX2" fmla="*/ 9098 w 1052014"/>
                <a:gd name="connsiteY2" fmla="*/ 1057701 h 3572301"/>
                <a:gd name="connsiteX3" fmla="*/ 188794 w 1052014"/>
                <a:gd name="connsiteY3" fmla="*/ 1392071 h 3572301"/>
                <a:gd name="connsiteX4" fmla="*/ 533400 w 1052014"/>
                <a:gd name="connsiteY4" fmla="*/ 2057400 h 3572301"/>
                <a:gd name="connsiteX5" fmla="*/ 999698 w 1052014"/>
                <a:gd name="connsiteY5" fmla="*/ 2505501 h 3572301"/>
                <a:gd name="connsiteX6" fmla="*/ 847298 w 1052014"/>
                <a:gd name="connsiteY6" fmla="*/ 3115101 h 3572301"/>
                <a:gd name="connsiteX7" fmla="*/ 771098 w 1052014"/>
                <a:gd name="connsiteY7" fmla="*/ 3572301 h 3572301"/>
                <a:gd name="connsiteX0" fmla="*/ 243385 w 872698"/>
                <a:gd name="connsiteY0" fmla="*/ 0 h 3572301"/>
                <a:gd name="connsiteX1" fmla="*/ 243385 w 872698"/>
                <a:gd name="connsiteY1" fmla="*/ 627797 h 3572301"/>
                <a:gd name="connsiteX2" fmla="*/ 9098 w 872698"/>
                <a:gd name="connsiteY2" fmla="*/ 1057701 h 3572301"/>
                <a:gd name="connsiteX3" fmla="*/ 188794 w 872698"/>
                <a:gd name="connsiteY3" fmla="*/ 1392071 h 3572301"/>
                <a:gd name="connsiteX4" fmla="*/ 533400 w 872698"/>
                <a:gd name="connsiteY4" fmla="*/ 2057400 h 3572301"/>
                <a:gd name="connsiteX5" fmla="*/ 533400 w 872698"/>
                <a:gd name="connsiteY5" fmla="*/ 2743200 h 3572301"/>
                <a:gd name="connsiteX6" fmla="*/ 847298 w 872698"/>
                <a:gd name="connsiteY6" fmla="*/ 3115101 h 3572301"/>
                <a:gd name="connsiteX7" fmla="*/ 771098 w 872698"/>
                <a:gd name="connsiteY7" fmla="*/ 3572301 h 3572301"/>
                <a:gd name="connsiteX0" fmla="*/ 243385 w 771098"/>
                <a:gd name="connsiteY0" fmla="*/ 0 h 3572301"/>
                <a:gd name="connsiteX1" fmla="*/ 243385 w 771098"/>
                <a:gd name="connsiteY1" fmla="*/ 627797 h 3572301"/>
                <a:gd name="connsiteX2" fmla="*/ 9098 w 771098"/>
                <a:gd name="connsiteY2" fmla="*/ 1057701 h 3572301"/>
                <a:gd name="connsiteX3" fmla="*/ 188794 w 771098"/>
                <a:gd name="connsiteY3" fmla="*/ 1392071 h 3572301"/>
                <a:gd name="connsiteX4" fmla="*/ 533400 w 771098"/>
                <a:gd name="connsiteY4" fmla="*/ 2057400 h 3572301"/>
                <a:gd name="connsiteX5" fmla="*/ 533400 w 771098"/>
                <a:gd name="connsiteY5" fmla="*/ 2743200 h 3572301"/>
                <a:gd name="connsiteX6" fmla="*/ 533400 w 771098"/>
                <a:gd name="connsiteY6" fmla="*/ 3200400 h 3572301"/>
                <a:gd name="connsiteX7" fmla="*/ 771098 w 771098"/>
                <a:gd name="connsiteY7" fmla="*/ 3572301 h 3572301"/>
                <a:gd name="connsiteX0" fmla="*/ 243385 w 590834"/>
                <a:gd name="connsiteY0" fmla="*/ 0 h 3733800"/>
                <a:gd name="connsiteX1" fmla="*/ 243385 w 590834"/>
                <a:gd name="connsiteY1" fmla="*/ 627797 h 3733800"/>
                <a:gd name="connsiteX2" fmla="*/ 9098 w 590834"/>
                <a:gd name="connsiteY2" fmla="*/ 1057701 h 3733800"/>
                <a:gd name="connsiteX3" fmla="*/ 188794 w 590834"/>
                <a:gd name="connsiteY3" fmla="*/ 1392071 h 3733800"/>
                <a:gd name="connsiteX4" fmla="*/ 533400 w 590834"/>
                <a:gd name="connsiteY4" fmla="*/ 2057400 h 3733800"/>
                <a:gd name="connsiteX5" fmla="*/ 533400 w 590834"/>
                <a:gd name="connsiteY5" fmla="*/ 2743200 h 3733800"/>
                <a:gd name="connsiteX6" fmla="*/ 533400 w 590834"/>
                <a:gd name="connsiteY6" fmla="*/ 3200400 h 3733800"/>
                <a:gd name="connsiteX7" fmla="*/ 381000 w 590834"/>
                <a:gd name="connsiteY7" fmla="*/ 3733800 h 3733800"/>
                <a:gd name="connsiteX0" fmla="*/ 118091 w 465540"/>
                <a:gd name="connsiteY0" fmla="*/ 0 h 3733800"/>
                <a:gd name="connsiteX1" fmla="*/ 118091 w 465540"/>
                <a:gd name="connsiteY1" fmla="*/ 627797 h 3733800"/>
                <a:gd name="connsiteX2" fmla="*/ 27106 w 465540"/>
                <a:gd name="connsiteY2" fmla="*/ 1219199 h 3733800"/>
                <a:gd name="connsiteX3" fmla="*/ 63500 w 465540"/>
                <a:gd name="connsiteY3" fmla="*/ 1392071 h 3733800"/>
                <a:gd name="connsiteX4" fmla="*/ 408106 w 465540"/>
                <a:gd name="connsiteY4" fmla="*/ 2057400 h 3733800"/>
                <a:gd name="connsiteX5" fmla="*/ 408106 w 465540"/>
                <a:gd name="connsiteY5" fmla="*/ 2743200 h 3733800"/>
                <a:gd name="connsiteX6" fmla="*/ 408106 w 465540"/>
                <a:gd name="connsiteY6" fmla="*/ 3200400 h 3733800"/>
                <a:gd name="connsiteX7" fmla="*/ 255706 w 465540"/>
                <a:gd name="connsiteY7" fmla="*/ 3733800 h 3733800"/>
                <a:gd name="connsiteX0" fmla="*/ 100083 w 415498"/>
                <a:gd name="connsiteY0" fmla="*/ 0 h 3733800"/>
                <a:gd name="connsiteX1" fmla="*/ 100083 w 415498"/>
                <a:gd name="connsiteY1" fmla="*/ 627797 h 3733800"/>
                <a:gd name="connsiteX2" fmla="*/ 9098 w 415498"/>
                <a:gd name="connsiteY2" fmla="*/ 1219199 h 3733800"/>
                <a:gd name="connsiteX3" fmla="*/ 45492 w 415498"/>
                <a:gd name="connsiteY3" fmla="*/ 1392071 h 3733800"/>
                <a:gd name="connsiteX4" fmla="*/ 237698 w 415498"/>
                <a:gd name="connsiteY4" fmla="*/ 1752599 h 3733800"/>
                <a:gd name="connsiteX5" fmla="*/ 390098 w 415498"/>
                <a:gd name="connsiteY5" fmla="*/ 2057400 h 3733800"/>
                <a:gd name="connsiteX6" fmla="*/ 390098 w 415498"/>
                <a:gd name="connsiteY6" fmla="*/ 2743200 h 3733800"/>
                <a:gd name="connsiteX7" fmla="*/ 390098 w 415498"/>
                <a:gd name="connsiteY7" fmla="*/ 3200400 h 3733800"/>
                <a:gd name="connsiteX8" fmla="*/ 237698 w 415498"/>
                <a:gd name="connsiteY8" fmla="*/ 3733800 h 3733800"/>
                <a:gd name="connsiteX0" fmla="*/ 100083 w 491698"/>
                <a:gd name="connsiteY0" fmla="*/ 0 h 3733800"/>
                <a:gd name="connsiteX1" fmla="*/ 100083 w 491698"/>
                <a:gd name="connsiteY1" fmla="*/ 627797 h 3733800"/>
                <a:gd name="connsiteX2" fmla="*/ 9098 w 491698"/>
                <a:gd name="connsiteY2" fmla="*/ 1219199 h 3733800"/>
                <a:gd name="connsiteX3" fmla="*/ 45492 w 491698"/>
                <a:gd name="connsiteY3" fmla="*/ 1392071 h 3733800"/>
                <a:gd name="connsiteX4" fmla="*/ 237698 w 491698"/>
                <a:gd name="connsiteY4" fmla="*/ 1752599 h 3733800"/>
                <a:gd name="connsiteX5" fmla="*/ 390098 w 491698"/>
                <a:gd name="connsiteY5" fmla="*/ 2057400 h 3733800"/>
                <a:gd name="connsiteX6" fmla="*/ 491698 w 491698"/>
                <a:gd name="connsiteY6" fmla="*/ 2743200 h 3733800"/>
                <a:gd name="connsiteX7" fmla="*/ 390098 w 491698"/>
                <a:gd name="connsiteY7" fmla="*/ 3200400 h 3733800"/>
                <a:gd name="connsiteX8" fmla="*/ 237698 w 491698"/>
                <a:gd name="connsiteY8" fmla="*/ 3733800 h 3733800"/>
                <a:gd name="connsiteX0" fmla="*/ 100083 w 491698"/>
                <a:gd name="connsiteY0" fmla="*/ 0 h 3733800"/>
                <a:gd name="connsiteX1" fmla="*/ 100083 w 491698"/>
                <a:gd name="connsiteY1" fmla="*/ 627797 h 3733800"/>
                <a:gd name="connsiteX2" fmla="*/ 9098 w 491698"/>
                <a:gd name="connsiteY2" fmla="*/ 1219199 h 3733800"/>
                <a:gd name="connsiteX3" fmla="*/ 45492 w 491698"/>
                <a:gd name="connsiteY3" fmla="*/ 1392071 h 3733800"/>
                <a:gd name="connsiteX4" fmla="*/ 237698 w 491698"/>
                <a:gd name="connsiteY4" fmla="*/ 1752599 h 3733800"/>
                <a:gd name="connsiteX5" fmla="*/ 390098 w 491698"/>
                <a:gd name="connsiteY5" fmla="*/ 2057400 h 3733800"/>
                <a:gd name="connsiteX6" fmla="*/ 491698 w 491698"/>
                <a:gd name="connsiteY6" fmla="*/ 2743200 h 3733800"/>
                <a:gd name="connsiteX7" fmla="*/ 390098 w 491698"/>
                <a:gd name="connsiteY7" fmla="*/ 3200400 h 3733800"/>
                <a:gd name="connsiteX8" fmla="*/ 339298 w 491698"/>
                <a:gd name="connsiteY8" fmla="*/ 3733800 h 3733800"/>
                <a:gd name="connsiteX0" fmla="*/ 100083 w 517098"/>
                <a:gd name="connsiteY0" fmla="*/ 0 h 3733800"/>
                <a:gd name="connsiteX1" fmla="*/ 100083 w 517098"/>
                <a:gd name="connsiteY1" fmla="*/ 627797 h 3733800"/>
                <a:gd name="connsiteX2" fmla="*/ 9098 w 517098"/>
                <a:gd name="connsiteY2" fmla="*/ 1219199 h 3733800"/>
                <a:gd name="connsiteX3" fmla="*/ 45492 w 517098"/>
                <a:gd name="connsiteY3" fmla="*/ 1392071 h 3733800"/>
                <a:gd name="connsiteX4" fmla="*/ 237698 w 517098"/>
                <a:gd name="connsiteY4" fmla="*/ 1752599 h 3733800"/>
                <a:gd name="connsiteX5" fmla="*/ 390098 w 517098"/>
                <a:gd name="connsiteY5" fmla="*/ 2057400 h 3733800"/>
                <a:gd name="connsiteX6" fmla="*/ 491698 w 517098"/>
                <a:gd name="connsiteY6" fmla="*/ 2743200 h 3733800"/>
                <a:gd name="connsiteX7" fmla="*/ 491698 w 517098"/>
                <a:gd name="connsiteY7" fmla="*/ 3200400 h 3733800"/>
                <a:gd name="connsiteX8" fmla="*/ 339298 w 517098"/>
                <a:gd name="connsiteY8" fmla="*/ 3733800 h 3733800"/>
                <a:gd name="connsiteX0" fmla="*/ 100083 w 500165"/>
                <a:gd name="connsiteY0" fmla="*/ 0 h 3733800"/>
                <a:gd name="connsiteX1" fmla="*/ 100083 w 500165"/>
                <a:gd name="connsiteY1" fmla="*/ 627797 h 3733800"/>
                <a:gd name="connsiteX2" fmla="*/ 9098 w 500165"/>
                <a:gd name="connsiteY2" fmla="*/ 1219199 h 3733800"/>
                <a:gd name="connsiteX3" fmla="*/ 45492 w 500165"/>
                <a:gd name="connsiteY3" fmla="*/ 1392071 h 3733800"/>
                <a:gd name="connsiteX4" fmla="*/ 237698 w 500165"/>
                <a:gd name="connsiteY4" fmla="*/ 1752599 h 3733800"/>
                <a:gd name="connsiteX5" fmla="*/ 390098 w 500165"/>
                <a:gd name="connsiteY5" fmla="*/ 2057400 h 3733800"/>
                <a:gd name="connsiteX6" fmla="*/ 491698 w 500165"/>
                <a:gd name="connsiteY6" fmla="*/ 2743200 h 3733800"/>
                <a:gd name="connsiteX7" fmla="*/ 440898 w 500165"/>
                <a:gd name="connsiteY7" fmla="*/ 3276600 h 3733800"/>
                <a:gd name="connsiteX8" fmla="*/ 339298 w 500165"/>
                <a:gd name="connsiteY8" fmla="*/ 3733800 h 3733800"/>
                <a:gd name="connsiteX0" fmla="*/ 100083 w 525566"/>
                <a:gd name="connsiteY0" fmla="*/ 0 h 3733800"/>
                <a:gd name="connsiteX1" fmla="*/ 100083 w 525566"/>
                <a:gd name="connsiteY1" fmla="*/ 627797 h 3733800"/>
                <a:gd name="connsiteX2" fmla="*/ 9098 w 525566"/>
                <a:gd name="connsiteY2" fmla="*/ 1219199 h 3733800"/>
                <a:gd name="connsiteX3" fmla="*/ 45492 w 525566"/>
                <a:gd name="connsiteY3" fmla="*/ 1392071 h 3733800"/>
                <a:gd name="connsiteX4" fmla="*/ 237698 w 525566"/>
                <a:gd name="connsiteY4" fmla="*/ 1752599 h 3733800"/>
                <a:gd name="connsiteX5" fmla="*/ 390098 w 525566"/>
                <a:gd name="connsiteY5" fmla="*/ 2057400 h 3733800"/>
                <a:gd name="connsiteX6" fmla="*/ 517099 w 525566"/>
                <a:gd name="connsiteY6" fmla="*/ 2743200 h 3733800"/>
                <a:gd name="connsiteX7" fmla="*/ 440898 w 525566"/>
                <a:gd name="connsiteY7" fmla="*/ 3276600 h 3733800"/>
                <a:gd name="connsiteX8" fmla="*/ 339298 w 525566"/>
                <a:gd name="connsiteY8" fmla="*/ 3733800 h 3733800"/>
                <a:gd name="connsiteX0" fmla="*/ 100083 w 466298"/>
                <a:gd name="connsiteY0" fmla="*/ 0 h 3733800"/>
                <a:gd name="connsiteX1" fmla="*/ 100083 w 466298"/>
                <a:gd name="connsiteY1" fmla="*/ 627797 h 3733800"/>
                <a:gd name="connsiteX2" fmla="*/ 9098 w 466298"/>
                <a:gd name="connsiteY2" fmla="*/ 1219199 h 3733800"/>
                <a:gd name="connsiteX3" fmla="*/ 45492 w 466298"/>
                <a:gd name="connsiteY3" fmla="*/ 1392071 h 3733800"/>
                <a:gd name="connsiteX4" fmla="*/ 237698 w 466298"/>
                <a:gd name="connsiteY4" fmla="*/ 1752599 h 3733800"/>
                <a:gd name="connsiteX5" fmla="*/ 390098 w 466298"/>
                <a:gd name="connsiteY5" fmla="*/ 2057400 h 3733800"/>
                <a:gd name="connsiteX6" fmla="*/ 440898 w 466298"/>
                <a:gd name="connsiteY6" fmla="*/ 2743200 h 3733800"/>
                <a:gd name="connsiteX7" fmla="*/ 440898 w 466298"/>
                <a:gd name="connsiteY7" fmla="*/ 3276600 h 3733800"/>
                <a:gd name="connsiteX8" fmla="*/ 339298 w 466298"/>
                <a:gd name="connsiteY8" fmla="*/ 3733800 h 3733800"/>
                <a:gd name="connsiteX0" fmla="*/ 100083 w 445131"/>
                <a:gd name="connsiteY0" fmla="*/ 0 h 3733800"/>
                <a:gd name="connsiteX1" fmla="*/ 100083 w 445131"/>
                <a:gd name="connsiteY1" fmla="*/ 627797 h 3733800"/>
                <a:gd name="connsiteX2" fmla="*/ 9098 w 445131"/>
                <a:gd name="connsiteY2" fmla="*/ 1219199 h 3733800"/>
                <a:gd name="connsiteX3" fmla="*/ 45492 w 445131"/>
                <a:gd name="connsiteY3" fmla="*/ 1392071 h 3733800"/>
                <a:gd name="connsiteX4" fmla="*/ 237698 w 445131"/>
                <a:gd name="connsiteY4" fmla="*/ 1752599 h 3733800"/>
                <a:gd name="connsiteX5" fmla="*/ 390098 w 445131"/>
                <a:gd name="connsiteY5" fmla="*/ 2057400 h 3733800"/>
                <a:gd name="connsiteX6" fmla="*/ 440898 w 445131"/>
                <a:gd name="connsiteY6" fmla="*/ 2743200 h 3733800"/>
                <a:gd name="connsiteX7" fmla="*/ 364698 w 445131"/>
                <a:gd name="connsiteY7" fmla="*/ 3276600 h 3733800"/>
                <a:gd name="connsiteX8" fmla="*/ 339298 w 445131"/>
                <a:gd name="connsiteY8" fmla="*/ 3733800 h 3733800"/>
                <a:gd name="connsiteX0" fmla="*/ 100083 w 445131"/>
                <a:gd name="connsiteY0" fmla="*/ 0 h 3733800"/>
                <a:gd name="connsiteX1" fmla="*/ 100083 w 445131"/>
                <a:gd name="connsiteY1" fmla="*/ 627797 h 3733800"/>
                <a:gd name="connsiteX2" fmla="*/ 9098 w 445131"/>
                <a:gd name="connsiteY2" fmla="*/ 1219199 h 3733800"/>
                <a:gd name="connsiteX3" fmla="*/ 45492 w 445131"/>
                <a:gd name="connsiteY3" fmla="*/ 1392071 h 3733800"/>
                <a:gd name="connsiteX4" fmla="*/ 237698 w 445131"/>
                <a:gd name="connsiteY4" fmla="*/ 1752599 h 3733800"/>
                <a:gd name="connsiteX5" fmla="*/ 390098 w 445131"/>
                <a:gd name="connsiteY5" fmla="*/ 2057400 h 3733800"/>
                <a:gd name="connsiteX6" fmla="*/ 440898 w 445131"/>
                <a:gd name="connsiteY6" fmla="*/ 2743200 h 3733800"/>
                <a:gd name="connsiteX7" fmla="*/ 364698 w 445131"/>
                <a:gd name="connsiteY7" fmla="*/ 3276600 h 3733800"/>
                <a:gd name="connsiteX8" fmla="*/ 288499 w 445131"/>
                <a:gd name="connsiteY8" fmla="*/ 3733800 h 3733800"/>
                <a:gd name="connsiteX0" fmla="*/ 81507 w 426555"/>
                <a:gd name="connsiteY0" fmla="*/ 0 h 3733800"/>
                <a:gd name="connsiteX1" fmla="*/ 81507 w 426555"/>
                <a:gd name="connsiteY1" fmla="*/ 627797 h 3733800"/>
                <a:gd name="connsiteX2" fmla="*/ 57624 w 426555"/>
                <a:gd name="connsiteY2" fmla="*/ 1219200 h 3733800"/>
                <a:gd name="connsiteX3" fmla="*/ 26916 w 426555"/>
                <a:gd name="connsiteY3" fmla="*/ 1392071 h 3733800"/>
                <a:gd name="connsiteX4" fmla="*/ 219122 w 426555"/>
                <a:gd name="connsiteY4" fmla="*/ 1752599 h 3733800"/>
                <a:gd name="connsiteX5" fmla="*/ 371522 w 426555"/>
                <a:gd name="connsiteY5" fmla="*/ 2057400 h 3733800"/>
                <a:gd name="connsiteX6" fmla="*/ 422322 w 426555"/>
                <a:gd name="connsiteY6" fmla="*/ 2743200 h 3733800"/>
                <a:gd name="connsiteX7" fmla="*/ 346122 w 426555"/>
                <a:gd name="connsiteY7" fmla="*/ 3276600 h 3733800"/>
                <a:gd name="connsiteX8" fmla="*/ 269923 w 426555"/>
                <a:gd name="connsiteY8" fmla="*/ 3733800 h 3733800"/>
                <a:gd name="connsiteX0" fmla="*/ 50799 w 395847"/>
                <a:gd name="connsiteY0" fmla="*/ 0 h 3733800"/>
                <a:gd name="connsiteX1" fmla="*/ 50799 w 395847"/>
                <a:gd name="connsiteY1" fmla="*/ 627797 h 3733800"/>
                <a:gd name="connsiteX2" fmla="*/ 26916 w 395847"/>
                <a:gd name="connsiteY2" fmla="*/ 1219200 h 3733800"/>
                <a:gd name="connsiteX3" fmla="*/ 26916 w 395847"/>
                <a:gd name="connsiteY3" fmla="*/ 1447800 h 3733800"/>
                <a:gd name="connsiteX4" fmla="*/ 188414 w 395847"/>
                <a:gd name="connsiteY4" fmla="*/ 1752599 h 3733800"/>
                <a:gd name="connsiteX5" fmla="*/ 340814 w 395847"/>
                <a:gd name="connsiteY5" fmla="*/ 2057400 h 3733800"/>
                <a:gd name="connsiteX6" fmla="*/ 391614 w 395847"/>
                <a:gd name="connsiteY6" fmla="*/ 2743200 h 3733800"/>
                <a:gd name="connsiteX7" fmla="*/ 315414 w 395847"/>
                <a:gd name="connsiteY7" fmla="*/ 3276600 h 3733800"/>
                <a:gd name="connsiteX8" fmla="*/ 239215 w 395847"/>
                <a:gd name="connsiteY8" fmla="*/ 3733800 h 373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5847" h="3733800">
                  <a:moveTo>
                    <a:pt x="50799" y="0"/>
                  </a:moveTo>
                  <a:cubicBezTo>
                    <a:pt x="65584" y="232012"/>
                    <a:pt x="54780" y="424597"/>
                    <a:pt x="50799" y="627797"/>
                  </a:cubicBezTo>
                  <a:cubicBezTo>
                    <a:pt x="46819" y="830997"/>
                    <a:pt x="30897" y="1082533"/>
                    <a:pt x="26916" y="1219200"/>
                  </a:cubicBezTo>
                  <a:cubicBezTo>
                    <a:pt x="22936" y="1355867"/>
                    <a:pt x="0" y="1358900"/>
                    <a:pt x="26916" y="1447800"/>
                  </a:cubicBezTo>
                  <a:cubicBezTo>
                    <a:pt x="53832" y="1536700"/>
                    <a:pt x="136098" y="1650999"/>
                    <a:pt x="188414" y="1752599"/>
                  </a:cubicBezTo>
                  <a:cubicBezTo>
                    <a:pt x="240730" y="1854199"/>
                    <a:pt x="306947" y="1892300"/>
                    <a:pt x="340814" y="2057400"/>
                  </a:cubicBezTo>
                  <a:cubicBezTo>
                    <a:pt x="374681" y="2222500"/>
                    <a:pt x="395847" y="2540000"/>
                    <a:pt x="391614" y="2743200"/>
                  </a:cubicBezTo>
                  <a:cubicBezTo>
                    <a:pt x="387381" y="2946400"/>
                    <a:pt x="340814" y="3111500"/>
                    <a:pt x="315414" y="3276600"/>
                  </a:cubicBezTo>
                  <a:cubicBezTo>
                    <a:pt x="189930" y="3441700"/>
                    <a:pt x="236751" y="3684706"/>
                    <a:pt x="239215" y="3733800"/>
                  </a:cubicBezTo>
                </a:path>
              </a:pathLst>
            </a:custGeom>
            <a:ln w="25400">
              <a:solidFill>
                <a:schemeClr val="accent4">
                  <a:lumMod val="75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4" name="TextBox 153"/>
          <p:cNvSpPr txBox="1"/>
          <p:nvPr/>
        </p:nvSpPr>
        <p:spPr>
          <a:xfrm>
            <a:off x="2362200" y="99967"/>
            <a:ext cx="5029200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IN" sz="2000" b="1" dirty="0" smtClean="0">
                <a:solidFill>
                  <a:srgbClr val="FF0000"/>
                </a:solidFill>
              </a:rPr>
              <a:t>Motoring Action – How a DC motor works ?</a:t>
            </a:r>
            <a:endParaRPr lang="en-IN" sz="2000" b="1" i="1" dirty="0" smtClean="0">
              <a:solidFill>
                <a:srgbClr val="FF0000"/>
              </a:solidFill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2133600" y="628650"/>
            <a:ext cx="1295400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FF0000"/>
                </a:solidFill>
              </a:rPr>
              <a:t>Main Flux</a:t>
            </a:r>
            <a:endParaRPr lang="en-IN" sz="2000" b="1" i="1" dirty="0" smtClean="0">
              <a:solidFill>
                <a:srgbClr val="FF0000"/>
              </a:solidFill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2133600" y="4229040"/>
            <a:ext cx="1295400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FF0000"/>
                </a:solidFill>
              </a:rPr>
              <a:t>Main Flux</a:t>
            </a:r>
            <a:endParaRPr lang="en-IN" sz="2000" b="1" i="1" dirty="0" smtClean="0">
              <a:solidFill>
                <a:srgbClr val="FF0000"/>
              </a:solidFill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3657600" y="2114550"/>
            <a:ext cx="1295400" cy="707886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 smtClean="0">
                <a:solidFill>
                  <a:srgbClr val="FF0000"/>
                </a:solidFill>
              </a:rPr>
              <a:t>Armature Flux</a:t>
            </a:r>
            <a:endParaRPr lang="en-IN" sz="2000" b="1" i="1" dirty="0" smtClean="0">
              <a:solidFill>
                <a:srgbClr val="FF0000"/>
              </a:solidFill>
            </a:endParaRPr>
          </a:p>
        </p:txBody>
      </p:sp>
      <p:sp>
        <p:nvSpPr>
          <p:cNvPr id="158" name="Text Box 27"/>
          <p:cNvSpPr txBox="1">
            <a:spLocks noChangeArrowheads="1"/>
          </p:cNvSpPr>
          <p:nvPr/>
        </p:nvSpPr>
        <p:spPr bwMode="auto">
          <a:xfrm>
            <a:off x="4267200" y="1200150"/>
            <a:ext cx="14478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0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Dense Flux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9" name="Text Box 27"/>
          <p:cNvSpPr txBox="1">
            <a:spLocks noChangeArrowheads="1"/>
          </p:cNvSpPr>
          <p:nvPr/>
        </p:nvSpPr>
        <p:spPr bwMode="auto">
          <a:xfrm>
            <a:off x="7467600" y="1200150"/>
            <a:ext cx="14478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0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Weak Flux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150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151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152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153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3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0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5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8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3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3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2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3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000"/>
                            </p:stCondLst>
                            <p:childTnLst>
                              <p:par>
                                <p:cTn id="9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2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2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0"/>
                            </p:stCondLst>
                            <p:childTnLst>
                              <p:par>
                                <p:cTn id="95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2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2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2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2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000"/>
                            </p:stCondLst>
                            <p:childTnLst>
                              <p:par>
                                <p:cTn id="108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18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2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2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97" grpId="0" animBg="1"/>
      <p:bldP spid="101" grpId="0" animBg="1"/>
      <p:bldP spid="126" grpId="0" animBg="1"/>
      <p:bldP spid="127" grpId="0" animBg="1"/>
      <p:bldP spid="130" grpId="0" animBg="1"/>
      <p:bldP spid="131" grpId="0" animBg="1"/>
      <p:bldP spid="132" grpId="0" animBg="1"/>
      <p:bldP spid="133" grpId="0" animBg="1"/>
      <p:bldP spid="154" grpId="0"/>
      <p:bldP spid="155" grpId="1"/>
      <p:bldP spid="156" grpId="1"/>
      <p:bldP spid="157" grpId="0"/>
      <p:bldP spid="158" grpId="0" animBg="1"/>
      <p:bldP spid="15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914401" y="438150"/>
            <a:ext cx="1752601" cy="2076450"/>
            <a:chOff x="1828800" y="642256"/>
            <a:chExt cx="1752601" cy="2481944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1828800" y="642257"/>
              <a:ext cx="1752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rot="5400000">
              <a:off x="930729" y="1540328"/>
              <a:ext cx="179614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5400000">
              <a:off x="2683329" y="1540328"/>
              <a:ext cx="179614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Arc 11"/>
            <p:cNvSpPr/>
            <p:nvPr/>
          </p:nvSpPr>
          <p:spPr>
            <a:xfrm>
              <a:off x="1828800" y="1926771"/>
              <a:ext cx="1752600" cy="1197429"/>
            </a:xfrm>
            <a:prstGeom prst="arc">
              <a:avLst>
                <a:gd name="adj1" fmla="val 10715029"/>
                <a:gd name="adj2" fmla="val 2155986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sp>
        <p:nvSpPr>
          <p:cNvPr id="13" name="Oval 12"/>
          <p:cNvSpPr/>
          <p:nvPr/>
        </p:nvSpPr>
        <p:spPr>
          <a:xfrm>
            <a:off x="914400" y="1657350"/>
            <a:ext cx="1752600" cy="16764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14" name="Group 13"/>
          <p:cNvGrpSpPr/>
          <p:nvPr/>
        </p:nvGrpSpPr>
        <p:grpSpPr>
          <a:xfrm>
            <a:off x="914400" y="2343150"/>
            <a:ext cx="1752601" cy="2362200"/>
            <a:chOff x="1828800" y="2971800"/>
            <a:chExt cx="1752601" cy="2481943"/>
          </a:xfrm>
        </p:grpSpPr>
        <p:cxnSp>
          <p:nvCxnSpPr>
            <p:cNvPr id="15" name="Straight Connector 14"/>
            <p:cNvCxnSpPr/>
            <p:nvPr/>
          </p:nvCxnSpPr>
          <p:spPr>
            <a:xfrm rot="10800000">
              <a:off x="1828800" y="5453743"/>
              <a:ext cx="1752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>
              <a:off x="2683329" y="4555672"/>
              <a:ext cx="179614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6200000">
              <a:off x="930729" y="4555672"/>
              <a:ext cx="179614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Arc 17"/>
            <p:cNvSpPr/>
            <p:nvPr/>
          </p:nvSpPr>
          <p:spPr>
            <a:xfrm rot="10800000">
              <a:off x="1828800" y="2971800"/>
              <a:ext cx="1752600" cy="1197429"/>
            </a:xfrm>
            <a:prstGeom prst="arc">
              <a:avLst>
                <a:gd name="adj1" fmla="val 10715029"/>
                <a:gd name="adj2" fmla="val 2155986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grpSp>
        <p:nvGrpSpPr>
          <p:cNvPr id="19" name="Group 165"/>
          <p:cNvGrpSpPr/>
          <p:nvPr/>
        </p:nvGrpSpPr>
        <p:grpSpPr>
          <a:xfrm>
            <a:off x="1066800" y="1276350"/>
            <a:ext cx="1447800" cy="2458046"/>
            <a:chOff x="6931024" y="1219200"/>
            <a:chExt cx="1374776" cy="3277394"/>
          </a:xfrm>
        </p:grpSpPr>
        <p:cxnSp>
          <p:nvCxnSpPr>
            <p:cNvPr id="20" name="Straight Arrow Connector 19"/>
            <p:cNvCxnSpPr/>
            <p:nvPr/>
          </p:nvCxnSpPr>
          <p:spPr>
            <a:xfrm rot="5400000">
              <a:off x="5981220" y="2857814"/>
              <a:ext cx="3275972" cy="1588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rot="5400000">
              <a:off x="6209820" y="2857814"/>
              <a:ext cx="3275972" cy="1588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rot="5400000">
              <a:off x="6438420" y="2857814"/>
              <a:ext cx="3275972" cy="1588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rot="5400000">
              <a:off x="6667020" y="2856392"/>
              <a:ext cx="3275972" cy="1588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rot="5400000">
              <a:off x="5293832" y="2857814"/>
              <a:ext cx="3275972" cy="1588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rot="5400000">
              <a:off x="5522432" y="2857814"/>
              <a:ext cx="3275972" cy="1588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rot="5400000">
              <a:off x="5750238" y="2857814"/>
              <a:ext cx="3275972" cy="1588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1524000" y="3562350"/>
            <a:ext cx="533400" cy="6286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S</a:t>
            </a: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1676400" y="1657350"/>
            <a:ext cx="304800" cy="304800"/>
            <a:chOff x="2590800" y="2286000"/>
            <a:chExt cx="304800" cy="228600"/>
          </a:xfrm>
        </p:grpSpPr>
        <p:sp>
          <p:nvSpPr>
            <p:cNvPr id="29" name="Oval 28"/>
            <p:cNvSpPr/>
            <p:nvPr/>
          </p:nvSpPr>
          <p:spPr>
            <a:xfrm>
              <a:off x="2590800" y="2286000"/>
              <a:ext cx="304800" cy="228600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0" name="Oval 29"/>
            <p:cNvSpPr/>
            <p:nvPr/>
          </p:nvSpPr>
          <p:spPr>
            <a:xfrm>
              <a:off x="2667000" y="2343150"/>
              <a:ext cx="152400" cy="11430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1600200" y="590550"/>
            <a:ext cx="533400" cy="5143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N</a:t>
            </a: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1676400" y="3028950"/>
            <a:ext cx="304800" cy="304800"/>
            <a:chOff x="2590800" y="2854958"/>
            <a:chExt cx="304800" cy="304800"/>
          </a:xfrm>
        </p:grpSpPr>
        <p:sp>
          <p:nvSpPr>
            <p:cNvPr id="38" name="Oval 37"/>
            <p:cNvSpPr/>
            <p:nvPr/>
          </p:nvSpPr>
          <p:spPr>
            <a:xfrm>
              <a:off x="2590800" y="2854958"/>
              <a:ext cx="304800" cy="3048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cxnSp>
          <p:nvCxnSpPr>
            <p:cNvPr id="39" name="Straight Connector 38"/>
            <p:cNvCxnSpPr/>
            <p:nvPr/>
          </p:nvCxnSpPr>
          <p:spPr>
            <a:xfrm rot="16200000" flipH="1">
              <a:off x="2667000" y="2931158"/>
              <a:ext cx="152400" cy="1524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2667000" y="2931157"/>
              <a:ext cx="152400" cy="1524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45"/>
          <p:cNvSpPr txBox="1"/>
          <p:nvPr/>
        </p:nvSpPr>
        <p:spPr>
          <a:xfrm>
            <a:off x="1219200" y="514350"/>
            <a:ext cx="1295400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FF0000"/>
                </a:solidFill>
              </a:rPr>
              <a:t>Main Flux</a:t>
            </a:r>
            <a:endParaRPr lang="en-IN" sz="2000" b="1" i="1" dirty="0" smtClean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219200" y="4229040"/>
            <a:ext cx="1295400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FF0000"/>
                </a:solidFill>
              </a:rPr>
              <a:t>Main Flux</a:t>
            </a:r>
            <a:endParaRPr lang="en-IN" sz="2000" b="1" i="1" dirty="0" smtClean="0">
              <a:solidFill>
                <a:srgbClr val="FF0000"/>
              </a:solidFill>
            </a:endParaRPr>
          </a:p>
        </p:txBody>
      </p:sp>
      <p:sp>
        <p:nvSpPr>
          <p:cNvPr id="50" name="Arc 49"/>
          <p:cNvSpPr/>
          <p:nvPr/>
        </p:nvSpPr>
        <p:spPr>
          <a:xfrm>
            <a:off x="2743200" y="2057400"/>
            <a:ext cx="381000" cy="742950"/>
          </a:xfrm>
          <a:prstGeom prst="arc">
            <a:avLst>
              <a:gd name="adj1" fmla="val 16200000"/>
              <a:gd name="adj2" fmla="val 5781130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 Box 27"/>
          <p:cNvSpPr txBox="1">
            <a:spLocks noChangeArrowheads="1"/>
          </p:cNvSpPr>
          <p:nvPr/>
        </p:nvSpPr>
        <p:spPr bwMode="auto">
          <a:xfrm>
            <a:off x="3276600" y="438150"/>
            <a:ext cx="5791200" cy="76200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When a motor starts rotating, the conductors cut the main flux in the air gap. </a:t>
            </a:r>
            <a:endParaRPr kumimoji="0" lang="en-US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3" name="Text Box 27"/>
          <p:cNvSpPr txBox="1">
            <a:spLocks noChangeArrowheads="1"/>
          </p:cNvSpPr>
          <p:nvPr/>
        </p:nvSpPr>
        <p:spPr bwMode="auto">
          <a:xfrm>
            <a:off x="3352800" y="1123950"/>
            <a:ext cx="5562600" cy="57150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This cutting of Flux gives rise to an </a:t>
            </a:r>
            <a:r>
              <a:rPr lang="en-US" b="1" dirty="0" err="1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EMF</a:t>
            </a:r>
            <a:r>
              <a:rPr lang="en-US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 in the conductors. (Generating action)</a:t>
            </a:r>
            <a:endParaRPr kumimoji="0" lang="en-US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4" name="Text Box 27"/>
          <p:cNvSpPr txBox="1">
            <a:spLocks noChangeArrowheads="1"/>
          </p:cNvSpPr>
          <p:nvPr/>
        </p:nvSpPr>
        <p:spPr bwMode="auto">
          <a:xfrm>
            <a:off x="3810000" y="1885950"/>
            <a:ext cx="5029200" cy="57150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This </a:t>
            </a:r>
            <a:r>
              <a:rPr lang="en-US" b="1" dirty="0" err="1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EMF</a:t>
            </a:r>
            <a:r>
              <a:rPr lang="en-US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should oppose the cause producing it. (Lenz’s Law)</a:t>
            </a:r>
            <a:endParaRPr kumimoji="0" lang="en-US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5" name="Text Box 27"/>
          <p:cNvSpPr txBox="1">
            <a:spLocks noChangeArrowheads="1"/>
          </p:cNvSpPr>
          <p:nvPr/>
        </p:nvSpPr>
        <p:spPr bwMode="auto">
          <a:xfrm>
            <a:off x="3886200" y="3181350"/>
            <a:ext cx="4419600" cy="68580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Therefore this </a:t>
            </a:r>
            <a:r>
              <a:rPr lang="en-US" b="1" dirty="0" err="1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EMF</a:t>
            </a:r>
            <a:r>
              <a:rPr lang="en-US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is called as Back </a:t>
            </a:r>
            <a:r>
              <a:rPr lang="en-US" b="1" dirty="0" err="1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EMF</a:t>
            </a:r>
            <a:r>
              <a:rPr lang="en-US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(</a:t>
            </a:r>
            <a:r>
              <a:rPr lang="en-US" b="1" dirty="0" err="1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Eb</a:t>
            </a:r>
            <a:r>
              <a:rPr lang="en-US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) or Counter </a:t>
            </a:r>
            <a:r>
              <a:rPr lang="en-US" b="1" dirty="0" err="1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EMF</a:t>
            </a:r>
            <a:r>
              <a:rPr lang="en-US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.</a:t>
            </a:r>
            <a:endParaRPr kumimoji="0" lang="en-US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6" name="Text Box 27"/>
          <p:cNvSpPr txBox="1">
            <a:spLocks noChangeArrowheads="1"/>
          </p:cNvSpPr>
          <p:nvPr/>
        </p:nvSpPr>
        <p:spPr bwMode="auto">
          <a:xfrm>
            <a:off x="4038600" y="2495550"/>
            <a:ext cx="4343400" cy="6286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This </a:t>
            </a:r>
            <a:r>
              <a:rPr lang="en-US" b="1" dirty="0" err="1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EMF</a:t>
            </a:r>
            <a:r>
              <a:rPr lang="en-US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 opposes the cause i.e. the supply voltage V.</a:t>
            </a:r>
            <a:endParaRPr kumimoji="0" lang="en-US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8" name="Text Box 27"/>
          <p:cNvSpPr txBox="1">
            <a:spLocks noChangeArrowheads="1"/>
          </p:cNvSpPr>
          <p:nvPr/>
        </p:nvSpPr>
        <p:spPr bwMode="auto">
          <a:xfrm>
            <a:off x="4267200" y="57150"/>
            <a:ext cx="3962400" cy="3429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8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Concept of Back </a:t>
            </a:r>
            <a:r>
              <a:rPr lang="en-US" sz="2800" b="1" dirty="0" err="1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EMF</a:t>
            </a:r>
            <a:endParaRPr lang="en-US" sz="2800" b="1" dirty="0" smtClean="0">
              <a:solidFill>
                <a:srgbClr val="0000FF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3" name="Text Box 27"/>
          <p:cNvSpPr txBox="1">
            <a:spLocks noChangeArrowheads="1"/>
          </p:cNvSpPr>
          <p:nvPr/>
        </p:nvSpPr>
        <p:spPr bwMode="auto">
          <a:xfrm>
            <a:off x="3657600" y="3886200"/>
            <a:ext cx="4876800" cy="1047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ctr" fontAlgn="base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Thus, V = – </a:t>
            </a:r>
            <a:r>
              <a:rPr lang="en-US" b="1" dirty="0" err="1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Eb</a:t>
            </a:r>
            <a:r>
              <a:rPr lang="en-US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  </a:t>
            </a:r>
          </a:p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V is supply voltage and </a:t>
            </a:r>
          </a:p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b="1" dirty="0" err="1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Eb</a:t>
            </a:r>
            <a:r>
              <a:rPr lang="en-US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 is generated </a:t>
            </a:r>
            <a:r>
              <a:rPr lang="en-US" b="1" dirty="0" err="1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EMF</a:t>
            </a:r>
            <a:r>
              <a:rPr lang="en-US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.</a:t>
            </a:r>
            <a:endParaRPr kumimoji="0" lang="en-US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41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42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44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45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8" grpId="0" animBg="1"/>
      <p:bldP spid="4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5257800" y="552450"/>
            <a:ext cx="3352800" cy="3429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22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16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 – </a:t>
            </a:r>
            <a:r>
              <a:rPr lang="en-US" sz="1600" b="1" dirty="0" err="1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Ia</a:t>
            </a:r>
            <a:r>
              <a:rPr lang="en-US" sz="16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Ra = </a:t>
            </a:r>
            <a:r>
              <a:rPr lang="en-US" sz="1600" b="1" dirty="0" err="1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Eb</a:t>
            </a:r>
            <a:endParaRPr lang="en-US" sz="1400" b="1" dirty="0" smtClean="0">
              <a:solidFill>
                <a:srgbClr val="0000FF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6" name="Picture 2" descr="D:\Harshavardhan\datafolder\hmksave\hmk vit\VIT 2018-20\AY 20202021 New Robotics Course\1 RMC 1920 Theory Lectures PPTs Videos  and Notes etc\Images For Lect 5 Electrical Elex\Shunt motor - Cop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1" y="685801"/>
            <a:ext cx="3200399" cy="3726656"/>
          </a:xfrm>
          <a:prstGeom prst="rect">
            <a:avLst/>
          </a:prstGeom>
          <a:noFill/>
        </p:spPr>
      </p:pic>
      <p:sp>
        <p:nvSpPr>
          <p:cNvPr id="53" name="Text Box 27"/>
          <p:cNvSpPr txBox="1">
            <a:spLocks noChangeArrowheads="1"/>
          </p:cNvSpPr>
          <p:nvPr/>
        </p:nvSpPr>
        <p:spPr bwMode="auto">
          <a:xfrm>
            <a:off x="5257800" y="114300"/>
            <a:ext cx="3352800" cy="3429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22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1600" b="1" dirty="0" err="1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Im</a:t>
            </a:r>
            <a:r>
              <a:rPr lang="en-US" sz="16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– </a:t>
            </a:r>
            <a:r>
              <a:rPr lang="en-US" sz="1600" b="1" dirty="0" err="1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Ish</a:t>
            </a:r>
            <a:r>
              <a:rPr lang="en-US" sz="16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= </a:t>
            </a:r>
            <a:r>
              <a:rPr lang="en-US" sz="1600" b="1" dirty="0" err="1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Ia</a:t>
            </a:r>
            <a:r>
              <a:rPr lang="en-US" sz="16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endParaRPr lang="en-US" sz="1400" b="1" dirty="0" smtClean="0">
              <a:solidFill>
                <a:srgbClr val="0000FF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4" name="Text Box 27"/>
          <p:cNvSpPr txBox="1">
            <a:spLocks noChangeArrowheads="1"/>
          </p:cNvSpPr>
          <p:nvPr/>
        </p:nvSpPr>
        <p:spPr bwMode="auto">
          <a:xfrm>
            <a:off x="990600" y="171450"/>
            <a:ext cx="3657600" cy="3429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8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DC Shunt Motor</a:t>
            </a:r>
          </a:p>
        </p:txBody>
      </p:sp>
      <p:sp>
        <p:nvSpPr>
          <p:cNvPr id="55" name="Text Box 27"/>
          <p:cNvSpPr txBox="1">
            <a:spLocks noChangeArrowheads="1"/>
          </p:cNvSpPr>
          <p:nvPr/>
        </p:nvSpPr>
        <p:spPr bwMode="auto">
          <a:xfrm>
            <a:off x="4724400" y="895350"/>
            <a:ext cx="4114800" cy="10858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ts val="28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 sz="20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Some typical practical values of different parameters of a DC shunt motor are …..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6" name="Text Box 27"/>
          <p:cNvSpPr txBox="1">
            <a:spLocks noChangeArrowheads="1"/>
          </p:cNvSpPr>
          <p:nvPr/>
        </p:nvSpPr>
        <p:spPr bwMode="auto">
          <a:xfrm>
            <a:off x="5029200" y="2038350"/>
            <a:ext cx="3581400" cy="297180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16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 = 230 V DC</a:t>
            </a:r>
          </a:p>
          <a:p>
            <a:pPr marL="0" marR="0" lvl="0" indent="0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Im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= 10 A 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(depends upon HP)</a:t>
            </a: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marR="0" lvl="0" indent="0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1600" b="1" dirty="0" err="1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Ia</a:t>
            </a:r>
            <a:r>
              <a:rPr lang="en-US" sz="16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= 9 Amp</a:t>
            </a:r>
          </a:p>
          <a:p>
            <a:pPr marL="0" marR="0" lvl="0" indent="0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Ish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= 1 Amp</a:t>
            </a:r>
          </a:p>
          <a:p>
            <a:pPr marL="0" marR="0" lvl="0" indent="0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16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Ra &lt; 1.0 ohm</a:t>
            </a:r>
          </a:p>
          <a:p>
            <a:pPr marL="0" marR="0" lvl="0" indent="0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Rsh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= 200+ ohm</a:t>
            </a:r>
          </a:p>
          <a:p>
            <a:pPr marL="0" marR="0" lvl="0" indent="0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16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 drops at brushes also.</a:t>
            </a: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marR="0" lvl="0" indent="0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1600" b="1" dirty="0" err="1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Eb</a:t>
            </a:r>
            <a:r>
              <a:rPr lang="en-US" sz="16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= 227 </a:t>
            </a:r>
            <a:r>
              <a:rPr lang="en-US" sz="16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</a:t>
            </a:r>
            <a:r>
              <a:rPr lang="en-US" sz="16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228 V</a:t>
            </a:r>
            <a:endParaRPr kumimoji="0" lang="en-US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9" name="Picture 4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10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4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11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53" grpId="0" animBg="1"/>
      <p:bldP spid="54" grpId="0" animBg="1"/>
      <p:bldP spid="55" grpId="0" animBg="1"/>
      <p:bldP spid="5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Box 27"/>
          <p:cNvSpPr txBox="1">
            <a:spLocks noChangeArrowheads="1"/>
          </p:cNvSpPr>
          <p:nvPr/>
        </p:nvSpPr>
        <p:spPr bwMode="auto">
          <a:xfrm>
            <a:off x="1295400" y="57150"/>
            <a:ext cx="7696200" cy="491490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ts val="2300"/>
              </a:lnSpc>
            </a:pP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	</a:t>
            </a:r>
            <a:r>
              <a:rPr lang="en-US" sz="16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Eb</a:t>
            </a: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= V – </a:t>
            </a:r>
            <a:r>
              <a:rPr lang="en-US" sz="16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Ia</a:t>
            </a: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Ra  </a:t>
            </a:r>
            <a:r>
              <a:rPr lang="en-US" sz="16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….. Multiply both sides by </a:t>
            </a:r>
            <a:r>
              <a:rPr lang="en-US" sz="1600" b="1" dirty="0" err="1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Ia</a:t>
            </a:r>
            <a:endParaRPr lang="en-US" sz="1600" b="1" dirty="0" smtClean="0">
              <a:solidFill>
                <a:srgbClr val="0000FF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>
              <a:lnSpc>
                <a:spcPts val="2300"/>
              </a:lnSpc>
            </a:pP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	</a:t>
            </a:r>
            <a:r>
              <a:rPr lang="en-US" sz="16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Eb</a:t>
            </a: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6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Ia</a:t>
            </a: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=  V </a:t>
            </a:r>
            <a:r>
              <a:rPr lang="en-US" sz="16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Ia</a:t>
            </a: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– Ia</a:t>
            </a:r>
            <a:r>
              <a:rPr lang="en-US" sz="1600" b="1" baseline="300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2</a:t>
            </a: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Ra </a:t>
            </a:r>
            <a:r>
              <a:rPr lang="en-US" sz="1600" b="1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…….(1)</a:t>
            </a:r>
          </a:p>
          <a:p>
            <a:pPr algn="just">
              <a:lnSpc>
                <a:spcPts val="2300"/>
              </a:lnSpc>
            </a:pPr>
            <a:r>
              <a:rPr lang="en-US" sz="16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			This is a power equation now…</a:t>
            </a:r>
          </a:p>
          <a:p>
            <a:pPr algn="just">
              <a:lnSpc>
                <a:spcPts val="2300"/>
              </a:lnSpc>
            </a:pP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	</a:t>
            </a:r>
            <a:r>
              <a:rPr lang="en-US" sz="16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Eb</a:t>
            </a: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6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Ia</a:t>
            </a: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=  Input – Loss </a:t>
            </a:r>
            <a:r>
              <a:rPr lang="en-US" sz="16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(Heat generated)</a:t>
            </a:r>
          </a:p>
          <a:p>
            <a:pPr algn="just">
              <a:lnSpc>
                <a:spcPts val="2300"/>
              </a:lnSpc>
            </a:pPr>
            <a:r>
              <a:rPr lang="en-US" sz="16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		Thus……  </a:t>
            </a:r>
            <a:r>
              <a:rPr lang="en-US" sz="16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Eb</a:t>
            </a: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6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Ia</a:t>
            </a: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= Output </a:t>
            </a:r>
            <a:r>
              <a:rPr lang="en-US" sz="1600" b="1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(IMP parameter)</a:t>
            </a:r>
          </a:p>
          <a:p>
            <a:pPr algn="just">
              <a:lnSpc>
                <a:spcPts val="2300"/>
              </a:lnSpc>
            </a:pP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	But </a:t>
            </a:r>
            <a:r>
              <a:rPr lang="en-US" sz="16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Eb</a:t>
            </a: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= P </a:t>
            </a: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</a:t>
            </a: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N Z / 60 A   </a:t>
            </a:r>
            <a:r>
              <a:rPr lang="en-US" sz="16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….. Substitute in (1)</a:t>
            </a:r>
          </a:p>
          <a:p>
            <a:pPr algn="just">
              <a:lnSpc>
                <a:spcPts val="2300"/>
              </a:lnSpc>
            </a:pP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	           P </a:t>
            </a: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</a:t>
            </a: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N Z</a:t>
            </a:r>
          </a:p>
          <a:p>
            <a:pPr algn="just">
              <a:lnSpc>
                <a:spcPts val="2300"/>
              </a:lnSpc>
            </a:pP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	</a:t>
            </a:r>
            <a:r>
              <a:rPr lang="en-US" sz="16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Eb</a:t>
            </a: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= -----------  x </a:t>
            </a:r>
            <a:r>
              <a:rPr lang="en-US" sz="16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Ia</a:t>
            </a: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= T x </a:t>
            </a:r>
            <a:r>
              <a:rPr lang="en-US" b="1" dirty="0" smtClean="0"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 </a:t>
            </a:r>
            <a:r>
              <a:rPr lang="en-US" sz="1200" b="1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…(Elect to </a:t>
            </a:r>
            <a:r>
              <a:rPr lang="en-US" sz="1200" b="1" dirty="0" err="1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Mech</a:t>
            </a:r>
            <a:r>
              <a:rPr lang="en-US" sz="1200" b="1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)</a:t>
            </a: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		            60 A</a:t>
            </a:r>
          </a:p>
          <a:p>
            <a:pPr algn="just">
              <a:lnSpc>
                <a:spcPts val="2300"/>
              </a:lnSpc>
            </a:pP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 				But </a:t>
            </a:r>
            <a:r>
              <a:rPr lang="en-US" sz="2000" b="1" dirty="0" smtClean="0"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</a:t>
            </a: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= 2</a:t>
            </a:r>
            <a:r>
              <a:rPr lang="en-US" sz="2000" b="1" dirty="0" smtClean="0"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</a:t>
            </a: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N / 60</a:t>
            </a:r>
          </a:p>
          <a:p>
            <a:pPr algn="just">
              <a:lnSpc>
                <a:spcPts val="2300"/>
              </a:lnSpc>
            </a:pPr>
            <a:r>
              <a:rPr lang="en-US" sz="105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 </a:t>
            </a:r>
          </a:p>
          <a:p>
            <a:pPr algn="just">
              <a:lnSpc>
                <a:spcPts val="2300"/>
              </a:lnSpc>
            </a:pP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		  </a:t>
            </a:r>
          </a:p>
          <a:p>
            <a:pPr algn="just">
              <a:lnSpc>
                <a:spcPts val="2300"/>
              </a:lnSpc>
            </a:pPr>
            <a:endParaRPr lang="en-US" sz="160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>
              <a:lnSpc>
                <a:spcPts val="2300"/>
              </a:lnSpc>
            </a:pPr>
            <a:endParaRPr lang="en-US" sz="105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>
              <a:lnSpc>
                <a:spcPts val="2300"/>
              </a:lnSpc>
            </a:pP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	This is called as the Torque equation of DC Motor</a:t>
            </a:r>
          </a:p>
          <a:p>
            <a:pPr algn="just">
              <a:lnSpc>
                <a:spcPts val="2300"/>
              </a:lnSpc>
            </a:pPr>
            <a:r>
              <a:rPr lang="en-US" sz="20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		T </a:t>
            </a:r>
            <a:r>
              <a:rPr lang="en-US" sz="32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</a:t>
            </a:r>
            <a:r>
              <a:rPr lang="en-US" sz="20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 </a:t>
            </a:r>
            <a:r>
              <a:rPr lang="en-US" sz="28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</a:t>
            </a:r>
            <a:r>
              <a:rPr lang="en-US" sz="20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1" dirty="0" err="1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Ia</a:t>
            </a:r>
            <a:r>
              <a:rPr lang="en-US" sz="20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b="1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…(Other parameters are constant)</a:t>
            </a:r>
            <a:endParaRPr lang="en-US" sz="2000" b="1" dirty="0" smtClean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0" y="3028950"/>
            <a:ext cx="4800600" cy="11079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square" rtlCol="0" anchor="t">
            <a:spAutoFit/>
          </a:bodyPr>
          <a:lstStyle/>
          <a:p>
            <a:endParaRPr lang="en-US" sz="100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1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               </a:t>
            </a: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1        P </a:t>
            </a:r>
            <a:r>
              <a:rPr lang="en-US" sz="2000" b="1" dirty="0" smtClean="0"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</a:t>
            </a: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Z  </a:t>
            </a:r>
            <a:r>
              <a:rPr lang="en-US" sz="16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Ia</a:t>
            </a:r>
            <a:endParaRPr lang="en-US" sz="160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Thus….. T = ------ x -------------   N-m</a:t>
            </a:r>
          </a:p>
          <a:p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           2 </a:t>
            </a:r>
            <a:r>
              <a:rPr lang="en-US" sz="2000" b="1" dirty="0" smtClean="0"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</a:t>
            </a: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	A</a:t>
            </a:r>
          </a:p>
        </p:txBody>
      </p:sp>
      <p:grpSp>
        <p:nvGrpSpPr>
          <p:cNvPr id="4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5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6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8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1000"/>
                                        <p:tgtEl>
                                          <p:spTgt spid="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1000"/>
                                        <p:tgtEl>
                                          <p:spTgt spid="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1000"/>
                                        <p:tgtEl>
                                          <p:spTgt spid="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1000"/>
                                        <p:tgtEl>
                                          <p:spTgt spid="5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uiExpand="1" build="p" bldLvl="4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914400" y="3162414"/>
            <a:ext cx="5715000" cy="1695336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ts val="2500"/>
              </a:lnSpc>
            </a:pPr>
            <a:endParaRPr lang="en-IN" sz="2400" b="1" dirty="0" smtClean="0">
              <a:solidFill>
                <a:srgbClr val="0000FF"/>
              </a:solidFill>
              <a:latin typeface="Candara" pitchFamily="34" charset="0"/>
              <a:ea typeface="Verdana" pitchFamily="34" charset="0"/>
              <a:cs typeface="Calibri" pitchFamily="34" charset="0"/>
              <a:sym typeface="Symbol"/>
            </a:endParaRPr>
          </a:p>
          <a:p>
            <a:pPr>
              <a:lnSpc>
                <a:spcPts val="2500"/>
              </a:lnSpc>
            </a:pPr>
            <a:r>
              <a:rPr lang="en-IN" sz="2400" b="1" dirty="0" smtClean="0">
                <a:solidFill>
                  <a:srgbClr val="0000FF"/>
                </a:solidFill>
                <a:latin typeface="Candara" pitchFamily="34" charset="0"/>
                <a:ea typeface="Verdana" pitchFamily="34" charset="0"/>
                <a:cs typeface="Calibri" pitchFamily="34" charset="0"/>
                <a:sym typeface="Symbol"/>
              </a:rPr>
              <a:t>	       </a:t>
            </a:r>
            <a:r>
              <a:rPr lang="en-IN" sz="2400" b="1" dirty="0" err="1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  <a:sym typeface="Symbol"/>
              </a:rPr>
              <a:t>Eb</a:t>
            </a:r>
            <a:r>
              <a:rPr lang="en-IN" sz="24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  <a:sym typeface="Symbol"/>
              </a:rPr>
              <a:t> 	     V – </a:t>
            </a:r>
            <a:r>
              <a:rPr lang="en-IN" sz="2400" b="1" dirty="0" err="1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  <a:sym typeface="Symbol"/>
              </a:rPr>
              <a:t>Ia</a:t>
            </a:r>
            <a:r>
              <a:rPr lang="en-IN" sz="24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  <a:sym typeface="Symbol"/>
              </a:rPr>
              <a:t> Ra</a:t>
            </a:r>
          </a:p>
          <a:p>
            <a:pPr algn="ctr">
              <a:lnSpc>
                <a:spcPts val="2500"/>
              </a:lnSpc>
            </a:pPr>
            <a:r>
              <a:rPr lang="en-IN" sz="24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</a:rPr>
              <a:t>N </a:t>
            </a:r>
            <a:r>
              <a:rPr lang="en-IN" sz="3200" b="1" dirty="0" smtClean="0">
                <a:solidFill>
                  <a:srgbClr val="FF0000"/>
                </a:solidFill>
                <a:latin typeface="Bookman Old Style" pitchFamily="18" charset="0"/>
                <a:ea typeface="Verdana" pitchFamily="34" charset="0"/>
                <a:cs typeface="Verdana" pitchFamily="34" charset="0"/>
                <a:sym typeface="Symbol"/>
              </a:rPr>
              <a:t></a:t>
            </a:r>
            <a:r>
              <a:rPr lang="en-IN" sz="32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  <a:sym typeface="Symbol"/>
              </a:rPr>
              <a:t> -------  =  --------------</a:t>
            </a:r>
            <a:r>
              <a:rPr lang="en-IN" sz="24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  <a:sym typeface="Symbol"/>
              </a:rPr>
              <a:t> </a:t>
            </a:r>
          </a:p>
          <a:p>
            <a:pPr>
              <a:lnSpc>
                <a:spcPts val="2500"/>
              </a:lnSpc>
            </a:pPr>
            <a:r>
              <a:rPr lang="en-IN" sz="24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</a:rPr>
              <a:t>	      </a:t>
            </a:r>
            <a:r>
              <a:rPr lang="en-IN" sz="24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ϕ 		 </a:t>
            </a:r>
            <a:r>
              <a:rPr lang="en-IN" sz="2400" b="1" dirty="0" err="1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ϕ</a:t>
            </a:r>
            <a:r>
              <a:rPr lang="en-IN" sz="24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	</a:t>
            </a:r>
          </a:p>
          <a:p>
            <a:pPr>
              <a:lnSpc>
                <a:spcPts val="2500"/>
              </a:lnSpc>
            </a:pPr>
            <a:r>
              <a:rPr lang="en-IN" sz="12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endParaRPr lang="en-IN" sz="1200" b="1" dirty="0">
              <a:solidFill>
                <a:srgbClr val="0000FF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Text Box 27"/>
          <p:cNvSpPr txBox="1">
            <a:spLocks noChangeArrowheads="1"/>
          </p:cNvSpPr>
          <p:nvPr/>
        </p:nvSpPr>
        <p:spPr bwMode="auto">
          <a:xfrm>
            <a:off x="838200" y="133350"/>
            <a:ext cx="7924800" cy="281940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      P </a:t>
            </a:r>
            <a:r>
              <a:rPr lang="en-US" sz="2400" b="1" dirty="0" smtClean="0"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</a:t>
            </a:r>
            <a:r>
              <a:rPr lang="en-US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N Z</a:t>
            </a:r>
          </a:p>
          <a:p>
            <a:r>
              <a:rPr lang="en-US" sz="2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   </a:t>
            </a:r>
            <a:r>
              <a:rPr lang="en-US" sz="20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Eb</a:t>
            </a:r>
            <a:r>
              <a:rPr lang="en-US" sz="2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=  ----------- 	(basically </a:t>
            </a:r>
            <a:r>
              <a:rPr lang="en-US" sz="20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Eb</a:t>
            </a:r>
            <a:r>
              <a:rPr lang="en-US" sz="2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is a generated </a:t>
            </a:r>
            <a:r>
              <a:rPr lang="en-US" sz="20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EMF</a:t>
            </a:r>
            <a:r>
              <a:rPr lang="en-US" sz="2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)</a:t>
            </a:r>
          </a:p>
          <a:p>
            <a:r>
              <a:rPr lang="en-US" sz="2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        60 A</a:t>
            </a:r>
          </a:p>
          <a:p>
            <a:endParaRPr lang="en-US" sz="200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000" b="1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r>
              <a:rPr lang="en-US" sz="20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Eb</a:t>
            </a:r>
            <a:r>
              <a:rPr lang="en-US" sz="2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</a:t>
            </a:r>
            <a:r>
              <a:rPr lang="en-US" sz="3200" b="1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</a:t>
            </a:r>
            <a:r>
              <a:rPr lang="en-US" sz="3200" b="1" dirty="0" smtClean="0"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 </a:t>
            </a:r>
            <a:r>
              <a:rPr lang="en-US" sz="2000" b="1" dirty="0" smtClean="0"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 </a:t>
            </a:r>
            <a:r>
              <a:rPr lang="en-US" sz="2800" b="1" dirty="0" smtClean="0"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</a:t>
            </a:r>
            <a:r>
              <a:rPr lang="en-US" sz="2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N</a:t>
            </a:r>
          </a:p>
          <a:p>
            <a:endParaRPr lang="en-US" sz="200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N  </a:t>
            </a:r>
            <a:r>
              <a:rPr lang="en-US" sz="3200" b="1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</a:t>
            </a:r>
            <a:r>
              <a:rPr lang="en-US" sz="2000" b="1" dirty="0" smtClean="0"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  </a:t>
            </a:r>
            <a:r>
              <a:rPr lang="en-US" sz="2000" b="1" dirty="0" err="1" smtClean="0"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Eb</a:t>
            </a:r>
            <a:r>
              <a:rPr lang="en-US" sz="2000" b="1" dirty="0" smtClean="0"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 / </a:t>
            </a:r>
            <a:r>
              <a:rPr lang="en-US" sz="2800" b="1" dirty="0" smtClean="0"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</a:t>
            </a:r>
            <a:r>
              <a:rPr lang="en-US" sz="2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endParaRPr lang="en-US" sz="280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pSp>
        <p:nvGrpSpPr>
          <p:cNvPr id="4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5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6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7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8" grpId="0" build="p" bldLvl="4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62000" y="912049"/>
            <a:ext cx="4114800" cy="1374735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ts val="2500"/>
              </a:lnSpc>
            </a:pPr>
            <a:endParaRPr lang="en-IN" b="1" dirty="0" smtClean="0">
              <a:solidFill>
                <a:srgbClr val="0000FF"/>
              </a:solidFill>
              <a:latin typeface="Candara" pitchFamily="34" charset="0"/>
              <a:ea typeface="Verdana" pitchFamily="34" charset="0"/>
              <a:cs typeface="Calibri" pitchFamily="34" charset="0"/>
              <a:sym typeface="Symbol"/>
            </a:endParaRPr>
          </a:p>
          <a:p>
            <a:pPr algn="ctr">
              <a:lnSpc>
                <a:spcPts val="2500"/>
              </a:lnSpc>
            </a:pPr>
            <a:r>
              <a:rPr lang="en-IN" b="1" dirty="0" smtClean="0">
                <a:solidFill>
                  <a:srgbClr val="0000FF"/>
                </a:solidFill>
                <a:latin typeface="Candara" pitchFamily="34" charset="0"/>
                <a:ea typeface="Verdana" pitchFamily="34" charset="0"/>
                <a:cs typeface="Calibri" pitchFamily="34" charset="0"/>
                <a:sym typeface="Symbol"/>
              </a:rPr>
              <a:t>	 </a:t>
            </a:r>
            <a:r>
              <a:rPr lang="en-IN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  <a:sym typeface="Symbol"/>
              </a:rPr>
              <a:t>	</a:t>
            </a:r>
            <a:r>
              <a:rPr lang="en-IN" sz="24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  <a:sym typeface="Symbol"/>
              </a:rPr>
              <a:t> V – </a:t>
            </a:r>
            <a:r>
              <a:rPr lang="en-IN" sz="2400" b="1" dirty="0" err="1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  <a:sym typeface="Symbol"/>
              </a:rPr>
              <a:t>Ia</a:t>
            </a:r>
            <a:r>
              <a:rPr lang="en-IN" sz="24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  <a:sym typeface="Symbol"/>
              </a:rPr>
              <a:t>  Ra</a:t>
            </a:r>
          </a:p>
          <a:p>
            <a:pPr>
              <a:lnSpc>
                <a:spcPts val="2500"/>
              </a:lnSpc>
            </a:pPr>
            <a:r>
              <a:rPr lang="en-IN" sz="24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</a:rPr>
              <a:t>	  N </a:t>
            </a:r>
            <a:r>
              <a:rPr lang="en-IN" sz="3200" b="1" dirty="0" smtClean="0">
                <a:solidFill>
                  <a:srgbClr val="FF0000"/>
                </a:solidFill>
                <a:latin typeface="Bookman Old Style" pitchFamily="18" charset="0"/>
                <a:ea typeface="Verdana" pitchFamily="34" charset="0"/>
                <a:cs typeface="Verdana" pitchFamily="34" charset="0"/>
                <a:sym typeface="Symbol"/>
              </a:rPr>
              <a:t></a:t>
            </a:r>
            <a:r>
              <a:rPr lang="en-IN" sz="32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  <a:sym typeface="Symbol"/>
              </a:rPr>
              <a:t>  -------------</a:t>
            </a:r>
            <a:endParaRPr lang="en-IN" sz="2400" b="1" dirty="0" smtClean="0">
              <a:solidFill>
                <a:srgbClr val="0000FF"/>
              </a:solidFill>
              <a:latin typeface="Bookman Old Style" pitchFamily="18" charset="0"/>
              <a:ea typeface="Verdana" pitchFamily="34" charset="0"/>
              <a:cs typeface="Verdana" pitchFamily="34" charset="0"/>
              <a:sym typeface="Symbol"/>
            </a:endParaRPr>
          </a:p>
          <a:p>
            <a:pPr algn="ctr">
              <a:lnSpc>
                <a:spcPts val="2500"/>
              </a:lnSpc>
            </a:pPr>
            <a:r>
              <a:rPr lang="en-IN" sz="24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</a:rPr>
              <a:t>		</a:t>
            </a:r>
            <a:r>
              <a:rPr lang="en-IN" sz="24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ϕ</a:t>
            </a:r>
            <a:endParaRPr lang="en-IN" sz="2400" b="1" dirty="0">
              <a:solidFill>
                <a:srgbClr val="0000FF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rot="16200000" flipV="1">
            <a:off x="3734495" y="1352450"/>
            <a:ext cx="456605" cy="794"/>
          </a:xfrm>
          <a:prstGeom prst="straightConnector1">
            <a:avLst/>
          </a:prstGeom>
          <a:ln w="3492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5400000">
            <a:off x="1570929" y="1704280"/>
            <a:ext cx="514946" cy="794"/>
          </a:xfrm>
          <a:prstGeom prst="straightConnector1">
            <a:avLst/>
          </a:prstGeom>
          <a:ln w="3492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2000" y="2721015"/>
            <a:ext cx="4114800" cy="1374735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ts val="2500"/>
              </a:lnSpc>
            </a:pPr>
            <a:endParaRPr lang="en-IN" b="1" dirty="0" smtClean="0">
              <a:solidFill>
                <a:srgbClr val="0000FF"/>
              </a:solidFill>
              <a:latin typeface="Candara" pitchFamily="34" charset="0"/>
              <a:ea typeface="Verdana" pitchFamily="34" charset="0"/>
              <a:cs typeface="Calibri" pitchFamily="34" charset="0"/>
              <a:sym typeface="Symbol"/>
            </a:endParaRPr>
          </a:p>
          <a:p>
            <a:pPr algn="ctr">
              <a:lnSpc>
                <a:spcPts val="2500"/>
              </a:lnSpc>
            </a:pPr>
            <a:r>
              <a:rPr lang="en-IN" b="1" dirty="0" smtClean="0">
                <a:solidFill>
                  <a:srgbClr val="0000FF"/>
                </a:solidFill>
                <a:latin typeface="Candara" pitchFamily="34" charset="0"/>
                <a:ea typeface="Verdana" pitchFamily="34" charset="0"/>
                <a:cs typeface="Calibri" pitchFamily="34" charset="0"/>
                <a:sym typeface="Symbol"/>
              </a:rPr>
              <a:t>		 </a:t>
            </a:r>
            <a:r>
              <a:rPr lang="en-IN" sz="24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  <a:sym typeface="Symbol"/>
              </a:rPr>
              <a:t>V – </a:t>
            </a:r>
            <a:r>
              <a:rPr lang="en-IN" sz="2400" b="1" dirty="0" err="1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  <a:sym typeface="Symbol"/>
              </a:rPr>
              <a:t>Ia</a:t>
            </a:r>
            <a:r>
              <a:rPr lang="en-IN" sz="24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  <a:sym typeface="Symbol"/>
              </a:rPr>
              <a:t>  Ra</a:t>
            </a:r>
          </a:p>
          <a:p>
            <a:pPr algn="ctr">
              <a:lnSpc>
                <a:spcPts val="2500"/>
              </a:lnSpc>
            </a:pPr>
            <a:r>
              <a:rPr lang="en-IN" sz="24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</a:rPr>
              <a:t>	  N </a:t>
            </a:r>
            <a:r>
              <a:rPr lang="en-IN" sz="3200" b="1" dirty="0" smtClean="0">
                <a:solidFill>
                  <a:srgbClr val="FF0000"/>
                </a:solidFill>
                <a:latin typeface="Bookman Old Style" pitchFamily="18" charset="0"/>
                <a:ea typeface="Verdana" pitchFamily="34" charset="0"/>
                <a:cs typeface="Verdana" pitchFamily="34" charset="0"/>
                <a:sym typeface="Symbol"/>
              </a:rPr>
              <a:t></a:t>
            </a:r>
            <a:r>
              <a:rPr lang="en-IN" sz="32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  <a:sym typeface="Symbol"/>
              </a:rPr>
              <a:t>  -------------</a:t>
            </a:r>
            <a:endParaRPr lang="en-IN" sz="2400" b="1" dirty="0" smtClean="0">
              <a:solidFill>
                <a:srgbClr val="0000FF"/>
              </a:solidFill>
              <a:latin typeface="Bookman Old Style" pitchFamily="18" charset="0"/>
              <a:ea typeface="Verdana" pitchFamily="34" charset="0"/>
              <a:cs typeface="Verdana" pitchFamily="34" charset="0"/>
              <a:sym typeface="Symbol"/>
            </a:endParaRPr>
          </a:p>
          <a:p>
            <a:pPr algn="ctr">
              <a:lnSpc>
                <a:spcPts val="2500"/>
              </a:lnSpc>
            </a:pPr>
            <a:r>
              <a:rPr lang="en-IN" sz="24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</a:rPr>
              <a:t>		</a:t>
            </a:r>
            <a:r>
              <a:rPr lang="en-IN" sz="24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ϕ </a:t>
            </a:r>
            <a:endParaRPr lang="en-IN" sz="2400" b="1" dirty="0">
              <a:solidFill>
                <a:srgbClr val="0000FF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rot="16200000" flipV="1">
            <a:off x="1676275" y="3486025"/>
            <a:ext cx="456605" cy="844"/>
          </a:xfrm>
          <a:prstGeom prst="straightConnector1">
            <a:avLst/>
          </a:prstGeom>
          <a:ln w="3492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5400000">
            <a:off x="3734346" y="3180208"/>
            <a:ext cx="457796" cy="1687"/>
          </a:xfrm>
          <a:prstGeom prst="straightConnector1">
            <a:avLst/>
          </a:prstGeom>
          <a:ln w="3492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029200" y="912048"/>
            <a:ext cx="3962400" cy="1354902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500"/>
              </a:lnSpc>
            </a:pPr>
            <a:r>
              <a:rPr lang="en-IN" sz="2000" b="1" dirty="0" smtClean="0">
                <a:solidFill>
                  <a:srgbClr val="0000FF"/>
                </a:solidFill>
                <a:ea typeface="Verdana" pitchFamily="34" charset="0"/>
                <a:cs typeface="Verdana" pitchFamily="34" charset="0"/>
                <a:sym typeface="Symbol"/>
              </a:rPr>
              <a:t>When Motor is </a:t>
            </a:r>
            <a:r>
              <a:rPr lang="en-IN" sz="2000" b="1" dirty="0" smtClean="0">
                <a:solidFill>
                  <a:srgbClr val="FF0000"/>
                </a:solidFill>
                <a:ea typeface="Verdana" pitchFamily="34" charset="0"/>
                <a:cs typeface="Verdana" pitchFamily="34" charset="0"/>
                <a:sym typeface="Symbol"/>
              </a:rPr>
              <a:t>loaded</a:t>
            </a:r>
            <a:r>
              <a:rPr lang="en-IN" sz="2000" b="1" dirty="0" smtClean="0">
                <a:solidFill>
                  <a:srgbClr val="0000FF"/>
                </a:solidFill>
                <a:ea typeface="Verdana" pitchFamily="34" charset="0"/>
                <a:cs typeface="Verdana" pitchFamily="34" charset="0"/>
                <a:sym typeface="Symbol"/>
              </a:rPr>
              <a:t>, it will take more current from supply and the speed has</a:t>
            </a:r>
            <a:r>
              <a:rPr lang="en-IN" sz="2000" b="1" dirty="0" smtClean="0">
                <a:solidFill>
                  <a:srgbClr val="0000FF"/>
                </a:solidFill>
                <a:ea typeface="Verdana" pitchFamily="34" charset="0"/>
                <a:cs typeface="Verdana" pitchFamily="34" charset="0"/>
              </a:rPr>
              <a:t> to drop because of loading.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2721014"/>
            <a:ext cx="4114800" cy="1316801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500"/>
              </a:lnSpc>
            </a:pPr>
            <a:r>
              <a:rPr lang="en-IN" sz="2000" b="1" dirty="0" smtClean="0">
                <a:solidFill>
                  <a:srgbClr val="0000FF"/>
                </a:solidFill>
                <a:ea typeface="Verdana" pitchFamily="34" charset="0"/>
                <a:cs typeface="Verdana" pitchFamily="34" charset="0"/>
                <a:sym typeface="Symbol"/>
              </a:rPr>
              <a:t>When Motor is </a:t>
            </a:r>
            <a:r>
              <a:rPr lang="en-IN" sz="2000" b="1" dirty="0" smtClean="0">
                <a:solidFill>
                  <a:srgbClr val="FF0000"/>
                </a:solidFill>
                <a:ea typeface="Verdana" pitchFamily="34" charset="0"/>
                <a:cs typeface="Verdana" pitchFamily="34" charset="0"/>
                <a:sym typeface="Symbol"/>
              </a:rPr>
              <a:t>unloaded</a:t>
            </a:r>
            <a:r>
              <a:rPr lang="en-IN" sz="2000" b="1" dirty="0" smtClean="0">
                <a:solidFill>
                  <a:srgbClr val="0000FF"/>
                </a:solidFill>
                <a:ea typeface="Verdana" pitchFamily="34" charset="0"/>
                <a:cs typeface="Verdana" pitchFamily="34" charset="0"/>
                <a:sym typeface="Symbol"/>
              </a:rPr>
              <a:t>, it will take less current from supply and the speed has</a:t>
            </a:r>
            <a:r>
              <a:rPr lang="en-IN" sz="2000" b="1" dirty="0" smtClean="0">
                <a:solidFill>
                  <a:srgbClr val="0000FF"/>
                </a:solidFill>
                <a:ea typeface="Verdana" pitchFamily="34" charset="0"/>
                <a:cs typeface="Verdana" pitchFamily="34" charset="0"/>
              </a:rPr>
              <a:t> to rise.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81200" y="228600"/>
            <a:ext cx="5562600" cy="40005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500"/>
              </a:lnSpc>
            </a:pPr>
            <a:r>
              <a:rPr lang="en-IN" sz="2400" b="1" dirty="0" smtClean="0">
                <a:solidFill>
                  <a:srgbClr val="0000FF"/>
                </a:solidFill>
                <a:ea typeface="Verdana" pitchFamily="34" charset="0"/>
                <a:cs typeface="Verdana" pitchFamily="34" charset="0"/>
                <a:sym typeface="Symbol"/>
              </a:rPr>
              <a:t>Effect of loading on the motor speed</a:t>
            </a:r>
            <a:endParaRPr lang="en-IN" sz="2400" b="1" dirty="0" smtClean="0">
              <a:solidFill>
                <a:srgbClr val="0000FF"/>
              </a:solidFill>
              <a:ea typeface="Verdana" pitchFamily="34" charset="0"/>
              <a:cs typeface="Verdana" pitchFamily="34" charset="0"/>
            </a:endParaRPr>
          </a:p>
        </p:txBody>
      </p:sp>
      <p:grpSp>
        <p:nvGrpSpPr>
          <p:cNvPr id="12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14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19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20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  <p:bldP spid="21" grpId="0" animBg="1"/>
      <p:bldP spid="22" grpId="0" animBg="1"/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7"/>
          <p:cNvGrpSpPr/>
          <p:nvPr/>
        </p:nvGrpSpPr>
        <p:grpSpPr>
          <a:xfrm>
            <a:off x="1447800" y="653142"/>
            <a:ext cx="1371600" cy="1861458"/>
            <a:chOff x="1828800" y="642256"/>
            <a:chExt cx="1752601" cy="2481944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1828800" y="642257"/>
              <a:ext cx="1752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rot="5400000">
              <a:off x="930729" y="1540328"/>
              <a:ext cx="179614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5400000">
              <a:off x="2683329" y="1540328"/>
              <a:ext cx="179614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Arc 11"/>
            <p:cNvSpPr/>
            <p:nvPr/>
          </p:nvSpPr>
          <p:spPr>
            <a:xfrm>
              <a:off x="1828800" y="1926771"/>
              <a:ext cx="1752600" cy="1197429"/>
            </a:xfrm>
            <a:prstGeom prst="arc">
              <a:avLst>
                <a:gd name="adj1" fmla="val 10715029"/>
                <a:gd name="adj2" fmla="val 2155986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sp>
        <p:nvSpPr>
          <p:cNvPr id="13" name="Oval 12"/>
          <p:cNvSpPr/>
          <p:nvPr/>
        </p:nvSpPr>
        <p:spPr>
          <a:xfrm>
            <a:off x="1517373" y="1828800"/>
            <a:ext cx="1311964" cy="12573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4" name="Group 13"/>
          <p:cNvGrpSpPr/>
          <p:nvPr/>
        </p:nvGrpSpPr>
        <p:grpSpPr>
          <a:xfrm>
            <a:off x="1447800" y="2400301"/>
            <a:ext cx="1371600" cy="1861457"/>
            <a:chOff x="1828800" y="2971800"/>
            <a:chExt cx="1752601" cy="2481943"/>
          </a:xfrm>
        </p:grpSpPr>
        <p:cxnSp>
          <p:nvCxnSpPr>
            <p:cNvPr id="15" name="Straight Connector 14"/>
            <p:cNvCxnSpPr/>
            <p:nvPr/>
          </p:nvCxnSpPr>
          <p:spPr>
            <a:xfrm rot="10800000">
              <a:off x="1828800" y="5453743"/>
              <a:ext cx="1752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>
              <a:off x="2683329" y="4555672"/>
              <a:ext cx="179614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6200000">
              <a:off x="930729" y="4555672"/>
              <a:ext cx="179614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Arc 17"/>
            <p:cNvSpPr/>
            <p:nvPr/>
          </p:nvSpPr>
          <p:spPr>
            <a:xfrm rot="10800000">
              <a:off x="1828800" y="2971800"/>
              <a:ext cx="1752600" cy="1197429"/>
            </a:xfrm>
            <a:prstGeom prst="arc">
              <a:avLst>
                <a:gd name="adj1" fmla="val 10715029"/>
                <a:gd name="adj2" fmla="val 2155986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grpSp>
        <p:nvGrpSpPr>
          <p:cNvPr id="5" name="Group 165"/>
          <p:cNvGrpSpPr/>
          <p:nvPr/>
        </p:nvGrpSpPr>
        <p:grpSpPr>
          <a:xfrm>
            <a:off x="1524000" y="1200150"/>
            <a:ext cx="1219200" cy="2458046"/>
            <a:chOff x="6931024" y="1219200"/>
            <a:chExt cx="1374776" cy="3277394"/>
          </a:xfrm>
        </p:grpSpPr>
        <p:cxnSp>
          <p:nvCxnSpPr>
            <p:cNvPr id="20" name="Straight Arrow Connector 19"/>
            <p:cNvCxnSpPr/>
            <p:nvPr/>
          </p:nvCxnSpPr>
          <p:spPr>
            <a:xfrm rot="5400000">
              <a:off x="5981220" y="2857814"/>
              <a:ext cx="3275972" cy="1588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rot="5400000">
              <a:off x="6209820" y="2857814"/>
              <a:ext cx="3275972" cy="1588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rot="5400000">
              <a:off x="6438420" y="2857814"/>
              <a:ext cx="3275972" cy="1588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rot="5400000">
              <a:off x="6667020" y="2856392"/>
              <a:ext cx="3275972" cy="1588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rot="5400000">
              <a:off x="5293832" y="2857814"/>
              <a:ext cx="3275972" cy="1588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rot="5400000">
              <a:off x="5522432" y="2857814"/>
              <a:ext cx="3275972" cy="1588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rot="5400000">
              <a:off x="5750238" y="2857814"/>
              <a:ext cx="3275972" cy="1588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1905000" y="3486150"/>
            <a:ext cx="533400" cy="6286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S</a:t>
            </a: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6" name="Group 27"/>
          <p:cNvGrpSpPr/>
          <p:nvPr/>
        </p:nvGrpSpPr>
        <p:grpSpPr>
          <a:xfrm>
            <a:off x="2057400" y="1828800"/>
            <a:ext cx="228600" cy="285750"/>
            <a:chOff x="2590800" y="2286000"/>
            <a:chExt cx="304800" cy="304800"/>
          </a:xfrm>
        </p:grpSpPr>
        <p:sp>
          <p:nvSpPr>
            <p:cNvPr id="29" name="Oval 28"/>
            <p:cNvSpPr/>
            <p:nvPr/>
          </p:nvSpPr>
          <p:spPr>
            <a:xfrm>
              <a:off x="2590800" y="2286000"/>
              <a:ext cx="304800" cy="304800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0" name="Oval 29"/>
            <p:cNvSpPr/>
            <p:nvPr/>
          </p:nvSpPr>
          <p:spPr>
            <a:xfrm>
              <a:off x="2667000" y="2362200"/>
              <a:ext cx="152400" cy="15240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1981200" y="685800"/>
            <a:ext cx="533400" cy="5143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N</a:t>
            </a: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7" name="Group 36"/>
          <p:cNvGrpSpPr/>
          <p:nvPr/>
        </p:nvGrpSpPr>
        <p:grpSpPr>
          <a:xfrm>
            <a:off x="2057400" y="2800350"/>
            <a:ext cx="228600" cy="228600"/>
            <a:chOff x="5562600" y="2590800"/>
            <a:chExt cx="304800" cy="304800"/>
          </a:xfrm>
        </p:grpSpPr>
        <p:sp>
          <p:nvSpPr>
            <p:cNvPr id="38" name="Oval 37"/>
            <p:cNvSpPr/>
            <p:nvPr/>
          </p:nvSpPr>
          <p:spPr>
            <a:xfrm>
              <a:off x="5562600" y="2590800"/>
              <a:ext cx="304800" cy="3048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cxnSp>
          <p:nvCxnSpPr>
            <p:cNvPr id="39" name="Straight Connector 38"/>
            <p:cNvCxnSpPr/>
            <p:nvPr/>
          </p:nvCxnSpPr>
          <p:spPr>
            <a:xfrm rot="16200000" flipH="1">
              <a:off x="5638800" y="2667000"/>
              <a:ext cx="152400" cy="1524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5638800" y="2667000"/>
              <a:ext cx="152400" cy="1524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45"/>
          <p:cNvSpPr txBox="1"/>
          <p:nvPr/>
        </p:nvSpPr>
        <p:spPr>
          <a:xfrm>
            <a:off x="1600200" y="628650"/>
            <a:ext cx="1295400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FF0000"/>
                </a:solidFill>
              </a:rPr>
              <a:t>Main Flux</a:t>
            </a:r>
            <a:endParaRPr lang="en-IN" sz="2000" b="1" i="1" dirty="0" smtClean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600200" y="3943350"/>
            <a:ext cx="1295400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FF0000"/>
                </a:solidFill>
              </a:rPr>
              <a:t>Main Flux</a:t>
            </a:r>
            <a:endParaRPr lang="en-IN" sz="2000" b="1" i="1" dirty="0" smtClean="0">
              <a:solidFill>
                <a:srgbClr val="FF0000"/>
              </a:solidFill>
            </a:endParaRPr>
          </a:p>
        </p:txBody>
      </p:sp>
      <p:sp>
        <p:nvSpPr>
          <p:cNvPr id="50" name="Arc 49"/>
          <p:cNvSpPr/>
          <p:nvPr/>
        </p:nvSpPr>
        <p:spPr>
          <a:xfrm>
            <a:off x="2895600" y="2057400"/>
            <a:ext cx="381000" cy="742950"/>
          </a:xfrm>
          <a:prstGeom prst="arc">
            <a:avLst>
              <a:gd name="adj1" fmla="val 16200000"/>
              <a:gd name="adj2" fmla="val 5781130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 Box 27"/>
          <p:cNvSpPr txBox="1">
            <a:spLocks noChangeArrowheads="1"/>
          </p:cNvSpPr>
          <p:nvPr/>
        </p:nvSpPr>
        <p:spPr bwMode="auto">
          <a:xfrm>
            <a:off x="2133600" y="171450"/>
            <a:ext cx="6096000" cy="3429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Direction of rotation of DC motor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666750"/>
            <a:ext cx="4267200" cy="76200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500"/>
              </a:lnSpc>
            </a:pPr>
            <a:r>
              <a:rPr lang="en-IN" sz="2000" b="1" dirty="0" smtClean="0">
                <a:solidFill>
                  <a:srgbClr val="0000FF"/>
                </a:solidFill>
                <a:ea typeface="Verdana" pitchFamily="34" charset="0"/>
                <a:cs typeface="Verdana" pitchFamily="34" charset="0"/>
                <a:sym typeface="Symbol"/>
              </a:rPr>
              <a:t>Assume that the motor starts and goes through 180</a:t>
            </a:r>
            <a:r>
              <a:rPr lang="en-IN" sz="2400" b="1" baseline="30000" dirty="0" smtClean="0">
                <a:solidFill>
                  <a:srgbClr val="0000FF"/>
                </a:solidFill>
                <a:ea typeface="Verdana" pitchFamily="34" charset="0"/>
                <a:cs typeface="Verdana" pitchFamily="34" charset="0"/>
                <a:sym typeface="Symbol"/>
              </a:rPr>
              <a:t>0</a:t>
            </a:r>
            <a:r>
              <a:rPr lang="en-IN" sz="2000" b="1" dirty="0" smtClean="0">
                <a:solidFill>
                  <a:srgbClr val="0000FF"/>
                </a:solidFill>
                <a:ea typeface="Verdana" pitchFamily="34" charset="0"/>
                <a:cs typeface="Verdana" pitchFamily="34" charset="0"/>
                <a:sym typeface="Symbol"/>
              </a:rPr>
              <a:t> of rotation. </a:t>
            </a:r>
            <a:endParaRPr lang="en-IN" sz="2000" b="1" dirty="0" smtClean="0">
              <a:solidFill>
                <a:srgbClr val="0000FF"/>
              </a:solidFill>
              <a:ea typeface="Verdana" pitchFamily="34" charset="0"/>
              <a:cs typeface="Verdana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114800" y="1600200"/>
            <a:ext cx="4267200" cy="81915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500"/>
              </a:lnSpc>
            </a:pPr>
            <a:r>
              <a:rPr lang="en-IN" sz="2000" b="1" dirty="0" smtClean="0">
                <a:solidFill>
                  <a:srgbClr val="0000FF"/>
                </a:solidFill>
                <a:ea typeface="Verdana" pitchFamily="34" charset="0"/>
                <a:cs typeface="Verdana" pitchFamily="34" charset="0"/>
                <a:sym typeface="Symbol"/>
              </a:rPr>
              <a:t>So, what is the new direction ????</a:t>
            </a:r>
          </a:p>
          <a:p>
            <a:pPr algn="ctr">
              <a:lnSpc>
                <a:spcPts val="2500"/>
              </a:lnSpc>
            </a:pPr>
            <a:r>
              <a:rPr lang="en-IN" sz="2800" b="1" dirty="0" smtClean="0">
                <a:solidFill>
                  <a:srgbClr val="FF0000"/>
                </a:solidFill>
                <a:ea typeface="Verdana" pitchFamily="34" charset="0"/>
                <a:cs typeface="Verdana" pitchFamily="34" charset="0"/>
                <a:sym typeface="Symbol"/>
              </a:rPr>
              <a:t>Same or Reversed ????</a:t>
            </a:r>
            <a:endParaRPr lang="en-IN" sz="2800" b="1" dirty="0" smtClean="0">
              <a:solidFill>
                <a:srgbClr val="FF0000"/>
              </a:solidFill>
              <a:ea typeface="Verdana" pitchFamily="34" charset="0"/>
              <a:cs typeface="Verdana" pitchFamily="34" charset="0"/>
            </a:endParaRPr>
          </a:p>
        </p:txBody>
      </p:sp>
      <p:grpSp>
        <p:nvGrpSpPr>
          <p:cNvPr id="36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37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42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44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22222E-6 L 0.05503 0.05324 C 0.06771 0.06458 0.075 0.08148 0.075 0.09884 C 0.075 0.11898 0.06771 0.13472 0.05503 0.14606 L 3.33333E-6 0.2 " pathEditMode="relative" rAng="0" ptsTypes="FffFF"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00" y="10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22222E-6 C -0.01007 0.00439 -0.02032 0.0037 -0.029 -0.0044 C -0.03351 -0.0132 -0.03473 -0.01181 -0.04202 -0.01528 C -0.04358 -0.01737 -0.04497 -0.01991 -0.04688 -0.02153 C -0.04827 -0.02269 -0.05035 -0.02223 -0.05157 -0.02385 C -0.05973 -0.03496 -0.04601 -0.02709 -0.05816 -0.03241 C -0.0592 -0.03681 -0.06077 -0.04098 -0.06129 -0.04537 C -0.06181 -0.05047 -0.06181 -0.05556 -0.06285 -0.06042 C -0.06407 -0.06621 -0.06771 -0.07755 -0.06771 -0.07755 C -0.06719 -0.09121 -0.06754 -0.10487 -0.06615 -0.11829 C -0.06563 -0.12315 -0.06302 -0.12709 -0.06129 -0.13125 C -0.05938 -0.13588 -0.05486 -0.14422 -0.05486 -0.14422 C -0.0507 -0.16158 -0.05695 -0.14144 -0.04844 -0.15278 C -0.04566 -0.15649 -0.0441 -0.16135 -0.04202 -0.16575 C -0.0375 -0.17477 -0.03091 -0.18125 -0.02431 -0.18727 C -0.01806 -0.19283 -0.0092 -0.18727 -0.00157 -0.18727 " pathEditMode="relative" ptsTypes="fffffffffffffffA">
                                      <p:cBhvr>
                                        <p:cTn id="2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8" grpId="0" animBg="1"/>
      <p:bldP spid="43" grpId="0" animBg="1"/>
      <p:bldP spid="4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Arc 49"/>
          <p:cNvSpPr/>
          <p:nvPr/>
        </p:nvSpPr>
        <p:spPr>
          <a:xfrm>
            <a:off x="3124200" y="2057400"/>
            <a:ext cx="381000" cy="742950"/>
          </a:xfrm>
          <a:prstGeom prst="arc">
            <a:avLst>
              <a:gd name="adj1" fmla="val 16200000"/>
              <a:gd name="adj2" fmla="val 5781130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 Box 27"/>
          <p:cNvSpPr txBox="1">
            <a:spLocks noChangeArrowheads="1"/>
          </p:cNvSpPr>
          <p:nvPr/>
        </p:nvSpPr>
        <p:spPr bwMode="auto">
          <a:xfrm>
            <a:off x="1981200" y="171450"/>
            <a:ext cx="6477000" cy="3429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How do we get a unidirectional rotation 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86200" y="857250"/>
            <a:ext cx="4800600" cy="140970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500"/>
              </a:lnSpc>
            </a:pPr>
            <a:r>
              <a:rPr lang="en-IN" sz="2000" b="1" dirty="0" smtClean="0">
                <a:solidFill>
                  <a:srgbClr val="0000FF"/>
                </a:solidFill>
                <a:ea typeface="Verdana" pitchFamily="34" charset="0"/>
                <a:cs typeface="Verdana" pitchFamily="34" charset="0"/>
                <a:sym typeface="Symbol"/>
              </a:rPr>
              <a:t>When a DOT goes from N to S, it no more remains DOT when it reaches S.</a:t>
            </a:r>
          </a:p>
          <a:p>
            <a:pPr algn="ctr">
              <a:lnSpc>
                <a:spcPts val="2500"/>
              </a:lnSpc>
            </a:pPr>
            <a:r>
              <a:rPr lang="en-IN" sz="2000" b="1" dirty="0" smtClean="0">
                <a:solidFill>
                  <a:srgbClr val="0000FF"/>
                </a:solidFill>
                <a:ea typeface="Verdana" pitchFamily="34" charset="0"/>
                <a:cs typeface="Verdana" pitchFamily="34" charset="0"/>
                <a:sym typeface="Symbol"/>
              </a:rPr>
              <a:t>Rather it reverses the direction of current through itself and </a:t>
            </a:r>
            <a:r>
              <a:rPr lang="en-IN" sz="2000" b="1" dirty="0" smtClean="0">
                <a:solidFill>
                  <a:srgbClr val="FF0000"/>
                </a:solidFill>
                <a:ea typeface="Verdana" pitchFamily="34" charset="0"/>
                <a:cs typeface="Verdana" pitchFamily="34" charset="0"/>
                <a:sym typeface="Symbol"/>
              </a:rPr>
              <a:t>becomes a CROSS.</a:t>
            </a:r>
            <a:endParaRPr lang="en-IN" sz="2000" b="1" dirty="0" smtClean="0">
              <a:solidFill>
                <a:srgbClr val="FF0000"/>
              </a:solidFill>
              <a:ea typeface="Verdana" pitchFamily="34" charset="0"/>
              <a:cs typeface="Verdana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886200" y="2495550"/>
            <a:ext cx="4724400" cy="70485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500"/>
              </a:lnSpc>
            </a:pPr>
            <a:r>
              <a:rPr lang="en-IN" sz="2000" b="1" dirty="0" smtClean="0">
                <a:solidFill>
                  <a:srgbClr val="0000FF"/>
                </a:solidFill>
                <a:ea typeface="Verdana" pitchFamily="34" charset="0"/>
                <a:cs typeface="Verdana" pitchFamily="34" charset="0"/>
                <a:sym typeface="Symbol"/>
              </a:rPr>
              <a:t>Exactly opposite thing happens in case of the CROSS under S pole.</a:t>
            </a:r>
            <a:endParaRPr lang="en-IN" sz="2800" b="1" dirty="0" smtClean="0">
              <a:solidFill>
                <a:srgbClr val="FF0000"/>
              </a:solidFill>
              <a:ea typeface="Verdana" pitchFamily="34" charset="0"/>
              <a:cs typeface="Verdana" pitchFamily="34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886200" y="3314700"/>
            <a:ext cx="4724400" cy="70485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500"/>
              </a:lnSpc>
            </a:pPr>
            <a:r>
              <a:rPr lang="en-IN" sz="2000" b="1" dirty="0" smtClean="0">
                <a:solidFill>
                  <a:srgbClr val="0000FF"/>
                </a:solidFill>
                <a:ea typeface="Verdana" pitchFamily="34" charset="0"/>
                <a:cs typeface="Verdana" pitchFamily="34" charset="0"/>
                <a:sym typeface="Symbol"/>
              </a:rPr>
              <a:t>This amazing change takes place because the </a:t>
            </a:r>
            <a:r>
              <a:rPr lang="en-IN" sz="2000" b="1" dirty="0" smtClean="0">
                <a:solidFill>
                  <a:srgbClr val="FF0000"/>
                </a:solidFill>
                <a:ea typeface="Verdana" pitchFamily="34" charset="0"/>
                <a:cs typeface="Verdana" pitchFamily="34" charset="0"/>
                <a:sym typeface="Symbol"/>
              </a:rPr>
              <a:t>COMMUTATOR !</a:t>
            </a:r>
            <a:endParaRPr lang="en-IN" sz="2800" b="1" dirty="0" smtClean="0">
              <a:solidFill>
                <a:srgbClr val="FF0000"/>
              </a:solidFill>
              <a:ea typeface="Verdana" pitchFamily="34" charset="0"/>
              <a:cs typeface="Verdana" pitchFamily="34" charset="0"/>
            </a:endParaRPr>
          </a:p>
        </p:txBody>
      </p:sp>
      <p:grpSp>
        <p:nvGrpSpPr>
          <p:cNvPr id="54" name="Group 53"/>
          <p:cNvGrpSpPr/>
          <p:nvPr/>
        </p:nvGrpSpPr>
        <p:grpSpPr>
          <a:xfrm>
            <a:off x="914400" y="628650"/>
            <a:ext cx="2362200" cy="5005809"/>
            <a:chOff x="914400" y="628650"/>
            <a:chExt cx="2743200" cy="5005809"/>
          </a:xfrm>
        </p:grpSpPr>
        <p:grpSp>
          <p:nvGrpSpPr>
            <p:cNvPr id="3" name="Group 7"/>
            <p:cNvGrpSpPr/>
            <p:nvPr/>
          </p:nvGrpSpPr>
          <p:grpSpPr>
            <a:xfrm>
              <a:off x="1295401" y="653142"/>
              <a:ext cx="1752601" cy="1861458"/>
              <a:chOff x="1828800" y="642256"/>
              <a:chExt cx="1752601" cy="2481944"/>
            </a:xfrm>
          </p:grpSpPr>
          <p:cxnSp>
            <p:nvCxnSpPr>
              <p:cNvPr id="9" name="Straight Connector 8"/>
              <p:cNvCxnSpPr/>
              <p:nvPr/>
            </p:nvCxnSpPr>
            <p:spPr>
              <a:xfrm>
                <a:off x="1828800" y="642257"/>
                <a:ext cx="1752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rot="5400000">
                <a:off x="930729" y="1540328"/>
                <a:ext cx="1796143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rot="5400000">
                <a:off x="2683329" y="1540328"/>
                <a:ext cx="1796143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Arc 11"/>
              <p:cNvSpPr/>
              <p:nvPr/>
            </p:nvSpPr>
            <p:spPr>
              <a:xfrm>
                <a:off x="1828800" y="1926771"/>
                <a:ext cx="1752600" cy="1197429"/>
              </a:xfrm>
              <a:prstGeom prst="arc">
                <a:avLst>
                  <a:gd name="adj1" fmla="val 10715029"/>
                  <a:gd name="adj2" fmla="val 21559860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3" name="Oval 12"/>
            <p:cNvSpPr/>
            <p:nvPr/>
          </p:nvSpPr>
          <p:spPr>
            <a:xfrm>
              <a:off x="1371600" y="1828800"/>
              <a:ext cx="1676400" cy="12573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grpSp>
          <p:nvGrpSpPr>
            <p:cNvPr id="4" name="Group 13"/>
            <p:cNvGrpSpPr/>
            <p:nvPr/>
          </p:nvGrpSpPr>
          <p:grpSpPr>
            <a:xfrm>
              <a:off x="1268363" y="2830698"/>
              <a:ext cx="1779640" cy="2803761"/>
              <a:chOff x="1801762" y="2744817"/>
              <a:chExt cx="1779640" cy="2893982"/>
            </a:xfrm>
          </p:grpSpPr>
          <p:cxnSp>
            <p:nvCxnSpPr>
              <p:cNvPr id="15" name="Straight Connector 14"/>
              <p:cNvCxnSpPr/>
              <p:nvPr/>
            </p:nvCxnSpPr>
            <p:spPr>
              <a:xfrm rot="10800000">
                <a:off x="1828800" y="5638799"/>
                <a:ext cx="1752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>
                <a:endCxn id="18" idx="0"/>
              </p:cNvCxnSpPr>
              <p:nvPr/>
            </p:nvCxnSpPr>
            <p:spPr>
              <a:xfrm rot="16200000" flipV="1">
                <a:off x="2770840" y="3554623"/>
                <a:ext cx="1620368" cy="75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rot="5400000" flipH="1" flipV="1">
                <a:off x="1048425" y="3584810"/>
                <a:ext cx="1533712" cy="2703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Arc 17"/>
              <p:cNvSpPr/>
              <p:nvPr/>
            </p:nvSpPr>
            <p:spPr>
              <a:xfrm rot="10800000">
                <a:off x="1828800" y="2971800"/>
                <a:ext cx="1752600" cy="1197429"/>
              </a:xfrm>
              <a:prstGeom prst="arc">
                <a:avLst>
                  <a:gd name="adj1" fmla="val 10715029"/>
                  <a:gd name="adj2" fmla="val 21559860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grpSp>
          <p:nvGrpSpPr>
            <p:cNvPr id="5" name="Group 165"/>
            <p:cNvGrpSpPr/>
            <p:nvPr/>
          </p:nvGrpSpPr>
          <p:grpSpPr>
            <a:xfrm>
              <a:off x="1447800" y="1200150"/>
              <a:ext cx="1447800" cy="2458046"/>
              <a:chOff x="6931024" y="1219200"/>
              <a:chExt cx="1374776" cy="3277394"/>
            </a:xfrm>
          </p:grpSpPr>
          <p:cxnSp>
            <p:nvCxnSpPr>
              <p:cNvPr id="20" name="Straight Arrow Connector 19"/>
              <p:cNvCxnSpPr/>
              <p:nvPr/>
            </p:nvCxnSpPr>
            <p:spPr>
              <a:xfrm rot="5400000">
                <a:off x="5981220" y="2857814"/>
                <a:ext cx="3275972" cy="1588"/>
              </a:xfrm>
              <a:prstGeom prst="straightConnector1">
                <a:avLst/>
              </a:prstGeom>
              <a:ln w="22225">
                <a:solidFill>
                  <a:srgbClr val="FF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/>
              <p:nvPr/>
            </p:nvCxnSpPr>
            <p:spPr>
              <a:xfrm rot="5400000">
                <a:off x="6209820" y="2857814"/>
                <a:ext cx="3275972" cy="1588"/>
              </a:xfrm>
              <a:prstGeom prst="straightConnector1">
                <a:avLst/>
              </a:prstGeom>
              <a:ln w="22225">
                <a:solidFill>
                  <a:srgbClr val="FF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/>
              <p:nvPr/>
            </p:nvCxnSpPr>
            <p:spPr>
              <a:xfrm rot="5400000">
                <a:off x="6438420" y="2857814"/>
                <a:ext cx="3275972" cy="1588"/>
              </a:xfrm>
              <a:prstGeom prst="straightConnector1">
                <a:avLst/>
              </a:prstGeom>
              <a:ln w="22225">
                <a:solidFill>
                  <a:srgbClr val="FF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/>
              <p:nvPr/>
            </p:nvCxnSpPr>
            <p:spPr>
              <a:xfrm rot="5400000">
                <a:off x="6667020" y="2856392"/>
                <a:ext cx="3275972" cy="1588"/>
              </a:xfrm>
              <a:prstGeom prst="straightConnector1">
                <a:avLst/>
              </a:prstGeom>
              <a:ln w="22225">
                <a:solidFill>
                  <a:srgbClr val="FF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/>
              <p:cNvCxnSpPr/>
              <p:nvPr/>
            </p:nvCxnSpPr>
            <p:spPr>
              <a:xfrm rot="5400000">
                <a:off x="5293832" y="2857814"/>
                <a:ext cx="3275972" cy="1588"/>
              </a:xfrm>
              <a:prstGeom prst="straightConnector1">
                <a:avLst/>
              </a:prstGeom>
              <a:ln w="22225">
                <a:solidFill>
                  <a:srgbClr val="FF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/>
              <p:nvPr/>
            </p:nvCxnSpPr>
            <p:spPr>
              <a:xfrm rot="5400000">
                <a:off x="5522432" y="2857814"/>
                <a:ext cx="3275972" cy="1588"/>
              </a:xfrm>
              <a:prstGeom prst="straightConnector1">
                <a:avLst/>
              </a:prstGeom>
              <a:ln w="22225">
                <a:solidFill>
                  <a:srgbClr val="FF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/>
              <p:cNvCxnSpPr/>
              <p:nvPr/>
            </p:nvCxnSpPr>
            <p:spPr>
              <a:xfrm rot="5400000">
                <a:off x="5750238" y="2857814"/>
                <a:ext cx="3275972" cy="1588"/>
              </a:xfrm>
              <a:prstGeom prst="straightConnector1">
                <a:avLst/>
              </a:prstGeom>
              <a:ln w="22225">
                <a:solidFill>
                  <a:srgbClr val="FF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Text Box 27"/>
            <p:cNvSpPr txBox="1">
              <a:spLocks noChangeArrowheads="1"/>
            </p:cNvSpPr>
            <p:nvPr/>
          </p:nvSpPr>
          <p:spPr bwMode="auto">
            <a:xfrm>
              <a:off x="1905000" y="3409950"/>
              <a:ext cx="533400" cy="628650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40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cs typeface="Calibri" pitchFamily="34" charset="0"/>
                </a:rPr>
                <a:t>S</a:t>
              </a:r>
              <a:endPara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endParaRPr>
            </a:p>
          </p:txBody>
        </p:sp>
        <p:grpSp>
          <p:nvGrpSpPr>
            <p:cNvPr id="6" name="Group 27"/>
            <p:cNvGrpSpPr/>
            <p:nvPr/>
          </p:nvGrpSpPr>
          <p:grpSpPr>
            <a:xfrm>
              <a:off x="2057400" y="1828800"/>
              <a:ext cx="304800" cy="228600"/>
              <a:chOff x="2590800" y="2286000"/>
              <a:chExt cx="304800" cy="304800"/>
            </a:xfrm>
          </p:grpSpPr>
          <p:sp>
            <p:nvSpPr>
              <p:cNvPr id="29" name="Oval 28"/>
              <p:cNvSpPr/>
              <p:nvPr/>
            </p:nvSpPr>
            <p:spPr>
              <a:xfrm>
                <a:off x="2590800" y="2286000"/>
                <a:ext cx="304800" cy="304800"/>
              </a:xfrm>
              <a:prstGeom prst="ellipse">
                <a:avLst/>
              </a:prstGeom>
              <a:noFill/>
              <a:ln w="254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2667000" y="2362200"/>
                <a:ext cx="152400" cy="152400"/>
              </a:xfrm>
              <a:prstGeom prst="ellipse">
                <a:avLst/>
              </a:prstGeom>
              <a:solidFill>
                <a:srgbClr val="FF0000"/>
              </a:solidFill>
              <a:ln w="254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Text Box 27"/>
            <p:cNvSpPr txBox="1">
              <a:spLocks noChangeArrowheads="1"/>
            </p:cNvSpPr>
            <p:nvPr/>
          </p:nvSpPr>
          <p:spPr bwMode="auto">
            <a:xfrm>
              <a:off x="1981200" y="685800"/>
              <a:ext cx="533400" cy="514350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40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cs typeface="Calibri" pitchFamily="34" charset="0"/>
                </a:rPr>
                <a:t>N</a:t>
              </a:r>
              <a:endPara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endParaRPr>
            </a:p>
          </p:txBody>
        </p:sp>
        <p:grpSp>
          <p:nvGrpSpPr>
            <p:cNvPr id="7" name="Group 36"/>
            <p:cNvGrpSpPr/>
            <p:nvPr/>
          </p:nvGrpSpPr>
          <p:grpSpPr>
            <a:xfrm>
              <a:off x="2057400" y="2857500"/>
              <a:ext cx="304800" cy="228600"/>
              <a:chOff x="2590800" y="2590800"/>
              <a:chExt cx="304800" cy="304800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2590800" y="2590800"/>
                <a:ext cx="304800" cy="30480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cxnSp>
            <p:nvCxnSpPr>
              <p:cNvPr id="39" name="Straight Connector 38"/>
              <p:cNvCxnSpPr/>
              <p:nvPr/>
            </p:nvCxnSpPr>
            <p:spPr>
              <a:xfrm rot="16200000" flipH="1">
                <a:off x="2667000" y="2667000"/>
                <a:ext cx="152400" cy="1524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 rot="5400000">
                <a:off x="2667000" y="2667000"/>
                <a:ext cx="152400" cy="1524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TextBox 45"/>
            <p:cNvSpPr txBox="1"/>
            <p:nvPr/>
          </p:nvSpPr>
          <p:spPr>
            <a:xfrm>
              <a:off x="1445342" y="628650"/>
              <a:ext cx="1627238" cy="40011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IN" sz="2000" b="1" dirty="0" smtClean="0">
                  <a:solidFill>
                    <a:srgbClr val="FF0000"/>
                  </a:solidFill>
                </a:rPr>
                <a:t>Main Flux</a:t>
              </a:r>
              <a:endParaRPr lang="en-IN" sz="2000" b="1" i="1" dirty="0" smtClean="0">
                <a:solidFill>
                  <a:srgbClr val="FF0000"/>
                </a:solidFill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445342" y="4000440"/>
              <a:ext cx="1538748" cy="40011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IN" sz="2000" b="1" dirty="0" smtClean="0">
                  <a:solidFill>
                    <a:srgbClr val="FF0000"/>
                  </a:solidFill>
                </a:rPr>
                <a:t>Main Flux</a:t>
              </a:r>
              <a:endParaRPr lang="en-IN" sz="2000" b="1" i="1" dirty="0" smtClean="0">
                <a:solidFill>
                  <a:srgbClr val="FF0000"/>
                </a:solidFill>
              </a:endParaRPr>
            </a:p>
          </p:txBody>
        </p:sp>
        <p:grpSp>
          <p:nvGrpSpPr>
            <p:cNvPr id="42" name="Group 36"/>
            <p:cNvGrpSpPr/>
            <p:nvPr/>
          </p:nvGrpSpPr>
          <p:grpSpPr>
            <a:xfrm>
              <a:off x="2743200" y="2343150"/>
              <a:ext cx="304800" cy="228600"/>
              <a:chOff x="2590800" y="2590800"/>
              <a:chExt cx="304800" cy="304800"/>
            </a:xfrm>
          </p:grpSpPr>
          <p:sp>
            <p:nvSpPr>
              <p:cNvPr id="44" name="Oval 43"/>
              <p:cNvSpPr/>
              <p:nvPr/>
            </p:nvSpPr>
            <p:spPr>
              <a:xfrm>
                <a:off x="2590800" y="2590800"/>
                <a:ext cx="304800" cy="30480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cxnSp>
            <p:nvCxnSpPr>
              <p:cNvPr id="45" name="Straight Connector 44"/>
              <p:cNvCxnSpPr/>
              <p:nvPr/>
            </p:nvCxnSpPr>
            <p:spPr>
              <a:xfrm rot="16200000" flipH="1">
                <a:off x="2667000" y="2667000"/>
                <a:ext cx="152400" cy="1524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 rot="5400000">
                <a:off x="2667000" y="2667000"/>
                <a:ext cx="152400" cy="1524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Group 27"/>
            <p:cNvGrpSpPr/>
            <p:nvPr/>
          </p:nvGrpSpPr>
          <p:grpSpPr>
            <a:xfrm>
              <a:off x="1371600" y="2343150"/>
              <a:ext cx="304800" cy="228600"/>
              <a:chOff x="2590800" y="2286000"/>
              <a:chExt cx="304800" cy="304800"/>
            </a:xfrm>
          </p:grpSpPr>
          <p:sp>
            <p:nvSpPr>
              <p:cNvPr id="51" name="Oval 50"/>
              <p:cNvSpPr/>
              <p:nvPr/>
            </p:nvSpPr>
            <p:spPr>
              <a:xfrm>
                <a:off x="2590800" y="2286000"/>
                <a:ext cx="304800" cy="304800"/>
              </a:xfrm>
              <a:prstGeom prst="ellipse">
                <a:avLst/>
              </a:prstGeom>
              <a:noFill/>
              <a:ln w="254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2667000" y="2362200"/>
                <a:ext cx="152400" cy="152400"/>
              </a:xfrm>
              <a:prstGeom prst="ellipse">
                <a:avLst/>
              </a:prstGeom>
              <a:solidFill>
                <a:srgbClr val="FF0000"/>
              </a:solidFill>
              <a:ln w="254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5" name="Straight Connector 54"/>
            <p:cNvCxnSpPr/>
            <p:nvPr/>
          </p:nvCxnSpPr>
          <p:spPr>
            <a:xfrm>
              <a:off x="914400" y="2457450"/>
              <a:ext cx="27432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63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64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65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8" grpId="0" animBg="1"/>
      <p:bldP spid="43" grpId="0" animBg="1"/>
      <p:bldP spid="41" grpId="0" animBg="1"/>
      <p:bldP spid="5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D:\Harshavardhan\datafolder\hmksave\hmk vit\VIT 2018-20\AY 20202021 New Robotics Course\1 RMC 1920 Theory Lectures PPTs Videos  and Notes etc\Images For Lect 5 Electrical Elex\DC Motor Simple Loop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14300"/>
            <a:ext cx="7988565" cy="3314700"/>
          </a:xfrm>
          <a:prstGeom prst="rect">
            <a:avLst/>
          </a:prstGeom>
          <a:noFill/>
        </p:spPr>
      </p:pic>
      <p:grpSp>
        <p:nvGrpSpPr>
          <p:cNvPr id="18" name="Group 17"/>
          <p:cNvGrpSpPr/>
          <p:nvPr/>
        </p:nvGrpSpPr>
        <p:grpSpPr>
          <a:xfrm>
            <a:off x="5513086" y="2774709"/>
            <a:ext cx="2120875" cy="1168641"/>
            <a:chOff x="5513085" y="3686211"/>
            <a:chExt cx="2120875" cy="1558188"/>
          </a:xfrm>
        </p:grpSpPr>
        <p:sp>
          <p:nvSpPr>
            <p:cNvPr id="8" name="Can 7"/>
            <p:cNvSpPr/>
            <p:nvPr/>
          </p:nvSpPr>
          <p:spPr>
            <a:xfrm rot="14073149">
              <a:off x="5794429" y="3404867"/>
              <a:ext cx="1558188" cy="2120875"/>
            </a:xfrm>
            <a:prstGeom prst="can">
              <a:avLst>
                <a:gd name="adj" fmla="val 39964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 flipV="1">
              <a:off x="6172200" y="3749009"/>
              <a:ext cx="1295400" cy="8382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 flipV="1">
              <a:off x="5737366" y="4793443"/>
              <a:ext cx="533400" cy="27333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 Box 27"/>
          <p:cNvSpPr txBox="1">
            <a:spLocks noChangeArrowheads="1"/>
          </p:cNvSpPr>
          <p:nvPr/>
        </p:nvSpPr>
        <p:spPr bwMode="auto">
          <a:xfrm>
            <a:off x="1295400" y="3600450"/>
            <a:ext cx="4267200" cy="64770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Commutator is divided into 2 halves called as segments. </a:t>
            </a:r>
          </a:p>
        </p:txBody>
      </p:sp>
      <p:sp>
        <p:nvSpPr>
          <p:cNvPr id="14" name="Text Box 27"/>
          <p:cNvSpPr txBox="1">
            <a:spLocks noChangeArrowheads="1"/>
          </p:cNvSpPr>
          <p:nvPr/>
        </p:nvSpPr>
        <p:spPr bwMode="auto">
          <a:xfrm>
            <a:off x="914400" y="4286250"/>
            <a:ext cx="6858000" cy="64770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cs typeface="Calibri" pitchFamily="34" charset="0"/>
              </a:rPr>
              <a:t>Practically,</a:t>
            </a:r>
            <a:r>
              <a:rPr kumimoji="0" lang="en-US" sz="2400" b="1" i="0" u="none" strike="noStrike" cap="none" normalizeH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cs typeface="Calibri" pitchFamily="34" charset="0"/>
              </a:rPr>
              <a:t> 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Calibri" pitchFamily="34" charset="0"/>
              <a:cs typeface="Calibri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cs typeface="Calibri" pitchFamily="34" charset="0"/>
              </a:rPr>
              <a:t>no. of segments = no.</a:t>
            </a:r>
            <a:r>
              <a:rPr kumimoji="0" lang="en-US" sz="2400" b="1" i="0" u="none" strike="noStrike" cap="none" normalizeH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cs typeface="Calibri" pitchFamily="34" charset="0"/>
              </a:rPr>
              <a:t> of slots in the armature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9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10" name="Picture 4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16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050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830888" y="2879725"/>
              <a:ext cx="1849437" cy="1258888"/>
            </p14:xfrm>
          </p:contentPart>
        </mc:Choice>
        <mc:Fallback>
          <p:pic>
            <p:nvPicPr>
              <p:cNvPr id="205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15047" y="2816367"/>
                <a:ext cx="1881119" cy="13856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051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867400" y="2876550"/>
              <a:ext cx="1617663" cy="1246188"/>
            </p14:xfrm>
          </p:contentPart>
        </mc:Choice>
        <mc:Fallback>
          <p:pic>
            <p:nvPicPr>
              <p:cNvPr id="205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51562" y="2813197"/>
                <a:ext cx="1649340" cy="137325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2809326" y="1153532"/>
            <a:ext cx="2120875" cy="1570619"/>
            <a:chOff x="5426811" y="3319255"/>
            <a:chExt cx="2120875" cy="2094160"/>
          </a:xfrm>
        </p:grpSpPr>
        <p:sp>
          <p:nvSpPr>
            <p:cNvPr id="8" name="Can 7"/>
            <p:cNvSpPr/>
            <p:nvPr/>
          </p:nvSpPr>
          <p:spPr>
            <a:xfrm rot="14073149">
              <a:off x="5708155" y="3267670"/>
              <a:ext cx="1558188" cy="2120875"/>
            </a:xfrm>
            <a:prstGeom prst="can">
              <a:avLst>
                <a:gd name="adj" fmla="val 62175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 rot="10800000" flipH="1">
              <a:off x="6046485" y="3319255"/>
              <a:ext cx="1135841" cy="1078158"/>
            </a:xfrm>
            <a:prstGeom prst="line">
              <a:avLst/>
            </a:prstGeom>
            <a:ln w="666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 flipV="1">
              <a:off x="5424184" y="4791115"/>
              <a:ext cx="1016003" cy="228598"/>
            </a:xfrm>
            <a:prstGeom prst="line">
              <a:avLst/>
            </a:prstGeom>
            <a:ln w="666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 Box 27"/>
          <p:cNvSpPr txBox="1">
            <a:spLocks noChangeArrowheads="1"/>
          </p:cNvSpPr>
          <p:nvPr/>
        </p:nvSpPr>
        <p:spPr bwMode="auto">
          <a:xfrm>
            <a:off x="914400" y="3028950"/>
            <a:ext cx="6858000" cy="64770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cs typeface="Calibri" pitchFamily="34" charset="0"/>
              </a:rPr>
              <a:t>Practically,</a:t>
            </a:r>
            <a:r>
              <a:rPr kumimoji="0" lang="en-US" sz="2400" b="1" i="0" u="none" strike="noStrike" cap="none" normalizeH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cs typeface="Calibri" pitchFamily="34" charset="0"/>
              </a:rPr>
              <a:t> 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Calibri" pitchFamily="34" charset="0"/>
              <a:cs typeface="Calibri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cs typeface="Calibri" pitchFamily="34" charset="0"/>
              </a:rPr>
              <a:t>no. of segments = no.</a:t>
            </a:r>
            <a:r>
              <a:rPr kumimoji="0" lang="en-US" sz="2400" b="1" i="0" u="none" strike="noStrike" cap="none" normalizeH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cs typeface="Calibri" pitchFamily="34" charset="0"/>
              </a:rPr>
              <a:t> of slots in the armature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3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10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16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4" descr="D:\Harshavardhan\datafolder\hmksave\hmk vit\VIT 2018-20\AY 20202021 New Robotics Course\1 RMC 1920 Theory Lectures PPTs Videos  and Notes etc\Images For Lect 5 Electrical Elex\DC motor 1JP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247650"/>
            <a:ext cx="7116524" cy="4457700"/>
          </a:xfrm>
          <a:prstGeom prst="rect">
            <a:avLst/>
          </a:prstGeom>
          <a:noFill/>
          <a:ln w="25400">
            <a:noFill/>
          </a:ln>
        </p:spPr>
      </p:pic>
      <p:sp>
        <p:nvSpPr>
          <p:cNvPr id="9" name="Text Box 27"/>
          <p:cNvSpPr txBox="1">
            <a:spLocks noChangeArrowheads="1"/>
          </p:cNvSpPr>
          <p:nvPr/>
        </p:nvSpPr>
        <p:spPr bwMode="auto">
          <a:xfrm>
            <a:off x="3505200" y="209550"/>
            <a:ext cx="17526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Armature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Text Box 27"/>
          <p:cNvSpPr txBox="1">
            <a:spLocks noChangeArrowheads="1"/>
          </p:cNvSpPr>
          <p:nvPr/>
        </p:nvSpPr>
        <p:spPr bwMode="auto">
          <a:xfrm>
            <a:off x="6629400" y="304800"/>
            <a:ext cx="1295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Shaft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Text Box 27"/>
          <p:cNvSpPr txBox="1">
            <a:spLocks noChangeArrowheads="1"/>
          </p:cNvSpPr>
          <p:nvPr/>
        </p:nvSpPr>
        <p:spPr bwMode="auto">
          <a:xfrm>
            <a:off x="1066800" y="1581150"/>
            <a:ext cx="19812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Commutator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Text Box 27"/>
          <p:cNvSpPr txBox="1">
            <a:spLocks noChangeArrowheads="1"/>
          </p:cNvSpPr>
          <p:nvPr/>
        </p:nvSpPr>
        <p:spPr bwMode="auto">
          <a:xfrm>
            <a:off x="2590800" y="457200"/>
            <a:ext cx="12192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Slots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Text Box 27"/>
          <p:cNvSpPr txBox="1">
            <a:spLocks noChangeArrowheads="1"/>
          </p:cNvSpPr>
          <p:nvPr/>
        </p:nvSpPr>
        <p:spPr bwMode="auto">
          <a:xfrm>
            <a:off x="6477000" y="3943350"/>
            <a:ext cx="1752600" cy="45720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Armature Winding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1828800" y="2000250"/>
            <a:ext cx="1066800" cy="876300"/>
          </a:xfrm>
          <a:prstGeom prst="straightConnector1">
            <a:avLst/>
          </a:prstGeom>
          <a:ln w="3492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rot="10800000">
            <a:off x="4800601" y="2857500"/>
            <a:ext cx="1905000" cy="1200150"/>
          </a:xfrm>
          <a:prstGeom prst="straightConnector1">
            <a:avLst/>
          </a:prstGeom>
          <a:ln w="3492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7467600" y="590550"/>
            <a:ext cx="228600" cy="210146"/>
          </a:xfrm>
          <a:prstGeom prst="straightConnector1">
            <a:avLst/>
          </a:prstGeom>
          <a:ln w="3492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4495800" y="590550"/>
            <a:ext cx="1143000" cy="552450"/>
          </a:xfrm>
          <a:prstGeom prst="straightConnector1">
            <a:avLst/>
          </a:prstGeom>
          <a:ln w="3492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3210233" y="730046"/>
            <a:ext cx="1243781" cy="464574"/>
          </a:xfrm>
          <a:custGeom>
            <a:avLst/>
            <a:gdLst>
              <a:gd name="connsiteX0" fmla="*/ 63910 w 1243781"/>
              <a:gd name="connsiteY0" fmla="*/ 0 h 619432"/>
              <a:gd name="connsiteX1" fmla="*/ 196645 w 1243781"/>
              <a:gd name="connsiteY1" fmla="*/ 353961 h 619432"/>
              <a:gd name="connsiteX2" fmla="*/ 1243781 w 1243781"/>
              <a:gd name="connsiteY2" fmla="*/ 619432 h 61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43781" h="619432">
                <a:moveTo>
                  <a:pt x="63910" y="0"/>
                </a:moveTo>
                <a:cubicBezTo>
                  <a:pt x="31955" y="125361"/>
                  <a:pt x="0" y="250722"/>
                  <a:pt x="196645" y="353961"/>
                </a:cubicBezTo>
                <a:cubicBezTo>
                  <a:pt x="393290" y="457200"/>
                  <a:pt x="1243781" y="619432"/>
                  <a:pt x="1243781" y="619432"/>
                </a:cubicBezTo>
              </a:path>
            </a:pathLst>
          </a:cu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27"/>
          <p:cNvSpPr/>
          <p:nvPr/>
        </p:nvSpPr>
        <p:spPr>
          <a:xfrm>
            <a:off x="3200400" y="914400"/>
            <a:ext cx="1981200" cy="628650"/>
          </a:xfrm>
          <a:custGeom>
            <a:avLst/>
            <a:gdLst>
              <a:gd name="connsiteX0" fmla="*/ 63910 w 1243781"/>
              <a:gd name="connsiteY0" fmla="*/ 0 h 619432"/>
              <a:gd name="connsiteX1" fmla="*/ 196645 w 1243781"/>
              <a:gd name="connsiteY1" fmla="*/ 353961 h 619432"/>
              <a:gd name="connsiteX2" fmla="*/ 1243781 w 1243781"/>
              <a:gd name="connsiteY2" fmla="*/ 619432 h 61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43781" h="619432">
                <a:moveTo>
                  <a:pt x="63910" y="0"/>
                </a:moveTo>
                <a:cubicBezTo>
                  <a:pt x="31955" y="125361"/>
                  <a:pt x="0" y="250722"/>
                  <a:pt x="196645" y="353961"/>
                </a:cubicBezTo>
                <a:cubicBezTo>
                  <a:pt x="393290" y="457200"/>
                  <a:pt x="1243781" y="619432"/>
                  <a:pt x="1243781" y="619432"/>
                </a:cubicBezTo>
              </a:path>
            </a:pathLst>
          </a:cu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28"/>
          <p:cNvSpPr/>
          <p:nvPr/>
        </p:nvSpPr>
        <p:spPr>
          <a:xfrm>
            <a:off x="3200400" y="1200150"/>
            <a:ext cx="2514600" cy="971550"/>
          </a:xfrm>
          <a:custGeom>
            <a:avLst/>
            <a:gdLst>
              <a:gd name="connsiteX0" fmla="*/ 63910 w 1243781"/>
              <a:gd name="connsiteY0" fmla="*/ 0 h 619432"/>
              <a:gd name="connsiteX1" fmla="*/ 196645 w 1243781"/>
              <a:gd name="connsiteY1" fmla="*/ 353961 h 619432"/>
              <a:gd name="connsiteX2" fmla="*/ 1243781 w 1243781"/>
              <a:gd name="connsiteY2" fmla="*/ 619432 h 61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43781" h="619432">
                <a:moveTo>
                  <a:pt x="63910" y="0"/>
                </a:moveTo>
                <a:cubicBezTo>
                  <a:pt x="31955" y="125361"/>
                  <a:pt x="0" y="250722"/>
                  <a:pt x="196645" y="353961"/>
                </a:cubicBezTo>
                <a:cubicBezTo>
                  <a:pt x="393290" y="457200"/>
                  <a:pt x="1243781" y="619432"/>
                  <a:pt x="1243781" y="619432"/>
                </a:cubicBezTo>
              </a:path>
            </a:pathLst>
          </a:cu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17" name="Picture 4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20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27" grpId="0" animBg="1"/>
      <p:bldP spid="28" grpId="0" animBg="1"/>
      <p:bldP spid="2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:\Harshavardhan\datafolder\hmksave\hmk vit\VIT 2018-20\AY 20202021 New Robotics Course\1 RMC 1920 Theory Lectures PPTs Videos  and Notes etc\Images For Lect 5 Electrical Elex\Electric DC motor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57150"/>
            <a:ext cx="8200501" cy="4114800"/>
          </a:xfrm>
          <a:prstGeom prst="rect">
            <a:avLst/>
          </a:prstGeom>
          <a:noFill/>
        </p:spPr>
      </p:pic>
      <p:sp>
        <p:nvSpPr>
          <p:cNvPr id="9" name="Freeform 8"/>
          <p:cNvSpPr/>
          <p:nvPr/>
        </p:nvSpPr>
        <p:spPr>
          <a:xfrm>
            <a:off x="2895601" y="3682796"/>
            <a:ext cx="2229465" cy="1003901"/>
          </a:xfrm>
          <a:custGeom>
            <a:avLst/>
            <a:gdLst>
              <a:gd name="connsiteX0" fmla="*/ 208936 w 2229465"/>
              <a:gd name="connsiteY0" fmla="*/ 142567 h 1514167"/>
              <a:gd name="connsiteX1" fmla="*/ 267929 w 2229465"/>
              <a:gd name="connsiteY1" fmla="*/ 157316 h 1514167"/>
              <a:gd name="connsiteX2" fmla="*/ 326923 w 2229465"/>
              <a:gd name="connsiteY2" fmla="*/ 1086464 h 1514167"/>
              <a:gd name="connsiteX3" fmla="*/ 2229465 w 2229465"/>
              <a:gd name="connsiteY3" fmla="*/ 1514167 h 1514167"/>
              <a:gd name="connsiteX4" fmla="*/ 2229465 w 2229465"/>
              <a:gd name="connsiteY4" fmla="*/ 1514167 h 1514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29465" h="1514167">
                <a:moveTo>
                  <a:pt x="208936" y="142567"/>
                </a:moveTo>
                <a:cubicBezTo>
                  <a:pt x="228600" y="71283"/>
                  <a:pt x="248265" y="0"/>
                  <a:pt x="267929" y="157316"/>
                </a:cubicBezTo>
                <a:cubicBezTo>
                  <a:pt x="287593" y="314632"/>
                  <a:pt x="0" y="860322"/>
                  <a:pt x="326923" y="1086464"/>
                </a:cubicBezTo>
                <a:cubicBezTo>
                  <a:pt x="653846" y="1312606"/>
                  <a:pt x="2229465" y="1514167"/>
                  <a:pt x="2229465" y="1514167"/>
                </a:cubicBezTo>
                <a:lnTo>
                  <a:pt x="2229465" y="1514167"/>
                </a:lnTo>
              </a:path>
            </a:pathLst>
          </a:cu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5334001" y="3295650"/>
            <a:ext cx="3517491" cy="1409700"/>
          </a:xfrm>
          <a:custGeom>
            <a:avLst/>
            <a:gdLst>
              <a:gd name="connsiteX0" fmla="*/ 3200400 w 3365091"/>
              <a:gd name="connsiteY0" fmla="*/ 0 h 2126226"/>
              <a:gd name="connsiteX1" fmla="*/ 3333136 w 3365091"/>
              <a:gd name="connsiteY1" fmla="*/ 309716 h 2126226"/>
              <a:gd name="connsiteX2" fmla="*/ 3008671 w 3365091"/>
              <a:gd name="connsiteY2" fmla="*/ 1327355 h 2126226"/>
              <a:gd name="connsiteX3" fmla="*/ 2123768 w 3365091"/>
              <a:gd name="connsiteY3" fmla="*/ 2005781 h 2126226"/>
              <a:gd name="connsiteX4" fmla="*/ 0 w 3365091"/>
              <a:gd name="connsiteY4" fmla="*/ 2050026 h 2126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65091" h="2126226">
                <a:moveTo>
                  <a:pt x="3200400" y="0"/>
                </a:moveTo>
                <a:cubicBezTo>
                  <a:pt x="3282745" y="44245"/>
                  <a:pt x="3365091" y="88490"/>
                  <a:pt x="3333136" y="309716"/>
                </a:cubicBezTo>
                <a:cubicBezTo>
                  <a:pt x="3301181" y="530942"/>
                  <a:pt x="3210232" y="1044678"/>
                  <a:pt x="3008671" y="1327355"/>
                </a:cubicBezTo>
                <a:cubicBezTo>
                  <a:pt x="2807110" y="1610032"/>
                  <a:pt x="2625213" y="1885336"/>
                  <a:pt x="2123768" y="2005781"/>
                </a:cubicBezTo>
                <a:cubicBezTo>
                  <a:pt x="1622323" y="2126226"/>
                  <a:pt x="811161" y="2088126"/>
                  <a:pt x="0" y="2050026"/>
                </a:cubicBezTo>
              </a:path>
            </a:pathLst>
          </a:cu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 rot="5400000">
            <a:off x="4705350" y="4572000"/>
            <a:ext cx="800100" cy="15240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5400000">
            <a:off x="5095875" y="4638675"/>
            <a:ext cx="400050" cy="76200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3352800" y="3714750"/>
            <a:ext cx="1600200" cy="762000"/>
          </a:xfrm>
          <a:custGeom>
            <a:avLst/>
            <a:gdLst>
              <a:gd name="connsiteX0" fmla="*/ 1337187 w 1337187"/>
              <a:gd name="connsiteY0" fmla="*/ 988142 h 988142"/>
              <a:gd name="connsiteX1" fmla="*/ 304800 w 1337187"/>
              <a:gd name="connsiteY1" fmla="*/ 766916 h 988142"/>
              <a:gd name="connsiteX2" fmla="*/ 39329 w 1337187"/>
              <a:gd name="connsiteY2" fmla="*/ 589935 h 988142"/>
              <a:gd name="connsiteX3" fmla="*/ 68826 w 1337187"/>
              <a:gd name="connsiteY3" fmla="*/ 0 h 988142"/>
              <a:gd name="connsiteX0" fmla="*/ 1337187 w 1337187"/>
              <a:gd name="connsiteY0" fmla="*/ 988142 h 988142"/>
              <a:gd name="connsiteX1" fmla="*/ 304800 w 1337187"/>
              <a:gd name="connsiteY1" fmla="*/ 766916 h 988142"/>
              <a:gd name="connsiteX2" fmla="*/ 39329 w 1337187"/>
              <a:gd name="connsiteY2" fmla="*/ 589935 h 988142"/>
              <a:gd name="connsiteX3" fmla="*/ 68826 w 1337187"/>
              <a:gd name="connsiteY3" fmla="*/ 0 h 988142"/>
              <a:gd name="connsiteX0" fmla="*/ 1337187 w 1337187"/>
              <a:gd name="connsiteY0" fmla="*/ 988142 h 988142"/>
              <a:gd name="connsiteX1" fmla="*/ 304800 w 1337187"/>
              <a:gd name="connsiteY1" fmla="*/ 766916 h 988142"/>
              <a:gd name="connsiteX2" fmla="*/ 39329 w 1337187"/>
              <a:gd name="connsiteY2" fmla="*/ 589935 h 988142"/>
              <a:gd name="connsiteX3" fmla="*/ 68826 w 1337187"/>
              <a:gd name="connsiteY3" fmla="*/ 0 h 988142"/>
              <a:gd name="connsiteX0" fmla="*/ 1328504 w 1328504"/>
              <a:gd name="connsiteY0" fmla="*/ 975309 h 975309"/>
              <a:gd name="connsiteX1" fmla="*/ 296117 w 1328504"/>
              <a:gd name="connsiteY1" fmla="*/ 754083 h 975309"/>
              <a:gd name="connsiteX2" fmla="*/ 30646 w 1328504"/>
              <a:gd name="connsiteY2" fmla="*/ 577102 h 975309"/>
              <a:gd name="connsiteX3" fmla="*/ 112241 w 1328504"/>
              <a:gd name="connsiteY3" fmla="*/ 0 h 975309"/>
              <a:gd name="connsiteX0" fmla="*/ 1343738 w 1343738"/>
              <a:gd name="connsiteY0" fmla="*/ 975309 h 975309"/>
              <a:gd name="connsiteX1" fmla="*/ 311351 w 1343738"/>
              <a:gd name="connsiteY1" fmla="*/ 754083 h 975309"/>
              <a:gd name="connsiteX2" fmla="*/ 45880 w 1343738"/>
              <a:gd name="connsiteY2" fmla="*/ 577102 h 975309"/>
              <a:gd name="connsiteX3" fmla="*/ 36073 w 1343738"/>
              <a:gd name="connsiteY3" fmla="*/ 552087 h 975309"/>
              <a:gd name="connsiteX4" fmla="*/ 127475 w 1343738"/>
              <a:gd name="connsiteY4" fmla="*/ 0 h 975309"/>
              <a:gd name="connsiteX0" fmla="*/ 1612733 w 1612733"/>
              <a:gd name="connsiteY0" fmla="*/ 975309 h 975309"/>
              <a:gd name="connsiteX1" fmla="*/ 580346 w 1612733"/>
              <a:gd name="connsiteY1" fmla="*/ 754083 h 975309"/>
              <a:gd name="connsiteX2" fmla="*/ 314875 w 1612733"/>
              <a:gd name="connsiteY2" fmla="*/ 577102 h 975309"/>
              <a:gd name="connsiteX3" fmla="*/ 305068 w 1612733"/>
              <a:gd name="connsiteY3" fmla="*/ 552087 h 975309"/>
              <a:gd name="connsiteX4" fmla="*/ 396470 w 1612733"/>
              <a:gd name="connsiteY4" fmla="*/ 0 h 975309"/>
              <a:gd name="connsiteX0" fmla="*/ 1612733 w 1612733"/>
              <a:gd name="connsiteY0" fmla="*/ 975309 h 975309"/>
              <a:gd name="connsiteX1" fmla="*/ 580346 w 1612733"/>
              <a:gd name="connsiteY1" fmla="*/ 754083 h 975309"/>
              <a:gd name="connsiteX2" fmla="*/ 314875 w 1612733"/>
              <a:gd name="connsiteY2" fmla="*/ 577102 h 975309"/>
              <a:gd name="connsiteX3" fmla="*/ 305068 w 1612733"/>
              <a:gd name="connsiteY3" fmla="*/ 552087 h 975309"/>
              <a:gd name="connsiteX4" fmla="*/ 396470 w 1612733"/>
              <a:gd name="connsiteY4" fmla="*/ 0 h 975309"/>
              <a:gd name="connsiteX0" fmla="*/ 1612733 w 1612733"/>
              <a:gd name="connsiteY0" fmla="*/ 975309 h 975309"/>
              <a:gd name="connsiteX1" fmla="*/ 580346 w 1612733"/>
              <a:gd name="connsiteY1" fmla="*/ 754083 h 975309"/>
              <a:gd name="connsiteX2" fmla="*/ 419683 w 1612733"/>
              <a:gd name="connsiteY2" fmla="*/ 680417 h 975309"/>
              <a:gd name="connsiteX3" fmla="*/ 314875 w 1612733"/>
              <a:gd name="connsiteY3" fmla="*/ 577102 h 975309"/>
              <a:gd name="connsiteX4" fmla="*/ 305068 w 1612733"/>
              <a:gd name="connsiteY4" fmla="*/ 552087 h 975309"/>
              <a:gd name="connsiteX5" fmla="*/ 396470 w 1612733"/>
              <a:gd name="connsiteY5" fmla="*/ 0 h 975309"/>
              <a:gd name="connsiteX0" fmla="*/ 1333320 w 1333320"/>
              <a:gd name="connsiteY0" fmla="*/ 975309 h 975309"/>
              <a:gd name="connsiteX1" fmla="*/ 300933 w 1333320"/>
              <a:gd name="connsiteY1" fmla="*/ 754083 h 975309"/>
              <a:gd name="connsiteX2" fmla="*/ 140270 w 1333320"/>
              <a:gd name="connsiteY2" fmla="*/ 680417 h 975309"/>
              <a:gd name="connsiteX3" fmla="*/ 35462 w 1333320"/>
              <a:gd name="connsiteY3" fmla="*/ 577102 h 975309"/>
              <a:gd name="connsiteX4" fmla="*/ 25655 w 1333320"/>
              <a:gd name="connsiteY4" fmla="*/ 552087 h 975309"/>
              <a:gd name="connsiteX5" fmla="*/ 15234 w 1333320"/>
              <a:gd name="connsiteY5" fmla="*/ 539253 h 975309"/>
              <a:gd name="connsiteX6" fmla="*/ 117057 w 1333320"/>
              <a:gd name="connsiteY6" fmla="*/ 0 h 97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33320" h="975309">
                <a:moveTo>
                  <a:pt x="1333320" y="975309"/>
                </a:moveTo>
                <a:cubicBezTo>
                  <a:pt x="925281" y="897880"/>
                  <a:pt x="517243" y="820451"/>
                  <a:pt x="300933" y="754083"/>
                </a:cubicBezTo>
                <a:cubicBezTo>
                  <a:pt x="102092" y="704934"/>
                  <a:pt x="184515" y="709914"/>
                  <a:pt x="140270" y="680417"/>
                </a:cubicBezTo>
                <a:cubicBezTo>
                  <a:pt x="96025" y="650920"/>
                  <a:pt x="54564" y="598490"/>
                  <a:pt x="35462" y="577102"/>
                </a:cubicBezTo>
                <a:cubicBezTo>
                  <a:pt x="16360" y="555714"/>
                  <a:pt x="29026" y="558395"/>
                  <a:pt x="25655" y="552087"/>
                </a:cubicBezTo>
                <a:cubicBezTo>
                  <a:pt x="22284" y="545779"/>
                  <a:pt x="0" y="631268"/>
                  <a:pt x="15234" y="539253"/>
                </a:cubicBezTo>
                <a:cubicBezTo>
                  <a:pt x="30468" y="447238"/>
                  <a:pt x="100087" y="89875"/>
                  <a:pt x="117057" y="0"/>
                </a:cubicBezTo>
              </a:path>
            </a:pathLst>
          </a:custGeom>
          <a:ln w="38100">
            <a:solidFill>
              <a:srgbClr val="FF0000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14" name="Picture 4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18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  <p:sp>
        <p:nvSpPr>
          <p:cNvPr id="22" name="Freeform 21"/>
          <p:cNvSpPr/>
          <p:nvPr/>
        </p:nvSpPr>
        <p:spPr>
          <a:xfrm rot="5142185" flipH="1" flipV="1">
            <a:off x="6563362" y="2384601"/>
            <a:ext cx="975235" cy="3068872"/>
          </a:xfrm>
          <a:custGeom>
            <a:avLst/>
            <a:gdLst>
              <a:gd name="connsiteX0" fmla="*/ 1337187 w 1337187"/>
              <a:gd name="connsiteY0" fmla="*/ 988142 h 988142"/>
              <a:gd name="connsiteX1" fmla="*/ 304800 w 1337187"/>
              <a:gd name="connsiteY1" fmla="*/ 766916 h 988142"/>
              <a:gd name="connsiteX2" fmla="*/ 39329 w 1337187"/>
              <a:gd name="connsiteY2" fmla="*/ 589935 h 988142"/>
              <a:gd name="connsiteX3" fmla="*/ 68826 w 1337187"/>
              <a:gd name="connsiteY3" fmla="*/ 0 h 988142"/>
              <a:gd name="connsiteX0" fmla="*/ 1335055 w 1335055"/>
              <a:gd name="connsiteY0" fmla="*/ 988142 h 988142"/>
              <a:gd name="connsiteX1" fmla="*/ 289877 w 1335055"/>
              <a:gd name="connsiteY1" fmla="*/ 893770 h 988142"/>
              <a:gd name="connsiteX2" fmla="*/ 37197 w 1335055"/>
              <a:gd name="connsiteY2" fmla="*/ 589935 h 988142"/>
              <a:gd name="connsiteX3" fmla="*/ 66694 w 1335055"/>
              <a:gd name="connsiteY3" fmla="*/ 0 h 988142"/>
              <a:gd name="connsiteX0" fmla="*/ 1335055 w 1461372"/>
              <a:gd name="connsiteY0" fmla="*/ 988142 h 988275"/>
              <a:gd name="connsiteX1" fmla="*/ 1287176 w 1461372"/>
              <a:gd name="connsiteY1" fmla="*/ 943110 h 988275"/>
              <a:gd name="connsiteX2" fmla="*/ 289877 w 1461372"/>
              <a:gd name="connsiteY2" fmla="*/ 893770 h 988275"/>
              <a:gd name="connsiteX3" fmla="*/ 37197 w 1461372"/>
              <a:gd name="connsiteY3" fmla="*/ 589935 h 988275"/>
              <a:gd name="connsiteX4" fmla="*/ 66694 w 1461372"/>
              <a:gd name="connsiteY4" fmla="*/ 0 h 988275"/>
              <a:gd name="connsiteX0" fmla="*/ 1335055 w 1461372"/>
              <a:gd name="connsiteY0" fmla="*/ 988142 h 988275"/>
              <a:gd name="connsiteX1" fmla="*/ 1287176 w 1461372"/>
              <a:gd name="connsiteY1" fmla="*/ 943110 h 988275"/>
              <a:gd name="connsiteX2" fmla="*/ 896293 w 1461372"/>
              <a:gd name="connsiteY2" fmla="*/ 975483 h 988275"/>
              <a:gd name="connsiteX3" fmla="*/ 289877 w 1461372"/>
              <a:gd name="connsiteY3" fmla="*/ 893770 h 988275"/>
              <a:gd name="connsiteX4" fmla="*/ 37197 w 1461372"/>
              <a:gd name="connsiteY4" fmla="*/ 589935 h 988275"/>
              <a:gd name="connsiteX5" fmla="*/ 66694 w 1461372"/>
              <a:gd name="connsiteY5" fmla="*/ 0 h 988275"/>
              <a:gd name="connsiteX0" fmla="*/ 1340497 w 1461372"/>
              <a:gd name="connsiteY0" fmla="*/ 929133 h 983706"/>
              <a:gd name="connsiteX1" fmla="*/ 1287176 w 1461372"/>
              <a:gd name="connsiteY1" fmla="*/ 943110 h 983706"/>
              <a:gd name="connsiteX2" fmla="*/ 896293 w 1461372"/>
              <a:gd name="connsiteY2" fmla="*/ 975483 h 983706"/>
              <a:gd name="connsiteX3" fmla="*/ 289877 w 1461372"/>
              <a:gd name="connsiteY3" fmla="*/ 893770 h 983706"/>
              <a:gd name="connsiteX4" fmla="*/ 37197 w 1461372"/>
              <a:gd name="connsiteY4" fmla="*/ 589935 h 983706"/>
              <a:gd name="connsiteX5" fmla="*/ 66694 w 1461372"/>
              <a:gd name="connsiteY5" fmla="*/ 0 h 983706"/>
              <a:gd name="connsiteX0" fmla="*/ 1340497 w 1461372"/>
              <a:gd name="connsiteY0" fmla="*/ 929133 h 1001659"/>
              <a:gd name="connsiteX1" fmla="*/ 1287176 w 1461372"/>
              <a:gd name="connsiteY1" fmla="*/ 943110 h 1001659"/>
              <a:gd name="connsiteX2" fmla="*/ 868613 w 1461372"/>
              <a:gd name="connsiteY2" fmla="*/ 993436 h 1001659"/>
              <a:gd name="connsiteX3" fmla="*/ 289877 w 1461372"/>
              <a:gd name="connsiteY3" fmla="*/ 893770 h 1001659"/>
              <a:gd name="connsiteX4" fmla="*/ 37197 w 1461372"/>
              <a:gd name="connsiteY4" fmla="*/ 589935 h 1001659"/>
              <a:gd name="connsiteX5" fmla="*/ 66694 w 1461372"/>
              <a:gd name="connsiteY5" fmla="*/ 0 h 1001659"/>
              <a:gd name="connsiteX0" fmla="*/ 1340497 w 1471336"/>
              <a:gd name="connsiteY0" fmla="*/ 929133 h 1003043"/>
              <a:gd name="connsiteX1" fmla="*/ 1297140 w 1471336"/>
              <a:gd name="connsiteY1" fmla="*/ 951414 h 1003043"/>
              <a:gd name="connsiteX2" fmla="*/ 868613 w 1471336"/>
              <a:gd name="connsiteY2" fmla="*/ 993436 h 1003043"/>
              <a:gd name="connsiteX3" fmla="*/ 289877 w 1471336"/>
              <a:gd name="connsiteY3" fmla="*/ 893770 h 1003043"/>
              <a:gd name="connsiteX4" fmla="*/ 37197 w 1471336"/>
              <a:gd name="connsiteY4" fmla="*/ 589935 h 1003043"/>
              <a:gd name="connsiteX5" fmla="*/ 66694 w 1471336"/>
              <a:gd name="connsiteY5" fmla="*/ 0 h 1003043"/>
              <a:gd name="connsiteX0" fmla="*/ 1340497 w 1340497"/>
              <a:gd name="connsiteY0" fmla="*/ 929133 h 1003043"/>
              <a:gd name="connsiteX1" fmla="*/ 1297140 w 1340497"/>
              <a:gd name="connsiteY1" fmla="*/ 951414 h 1003043"/>
              <a:gd name="connsiteX2" fmla="*/ 868613 w 1340497"/>
              <a:gd name="connsiteY2" fmla="*/ 993436 h 1003043"/>
              <a:gd name="connsiteX3" fmla="*/ 289877 w 1340497"/>
              <a:gd name="connsiteY3" fmla="*/ 893770 h 1003043"/>
              <a:gd name="connsiteX4" fmla="*/ 37197 w 1340497"/>
              <a:gd name="connsiteY4" fmla="*/ 589935 h 1003043"/>
              <a:gd name="connsiteX5" fmla="*/ 66694 w 1340497"/>
              <a:gd name="connsiteY5" fmla="*/ 0 h 1003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0497" h="1003043">
                <a:moveTo>
                  <a:pt x="1340497" y="929133"/>
                </a:moveTo>
                <a:cubicBezTo>
                  <a:pt x="1337749" y="929266"/>
                  <a:pt x="1286850" y="923951"/>
                  <a:pt x="1297140" y="951414"/>
                </a:cubicBezTo>
                <a:cubicBezTo>
                  <a:pt x="1280561" y="943515"/>
                  <a:pt x="1036490" y="1003043"/>
                  <a:pt x="868613" y="993436"/>
                </a:cubicBezTo>
                <a:cubicBezTo>
                  <a:pt x="700736" y="983829"/>
                  <a:pt x="428446" y="961020"/>
                  <a:pt x="289877" y="893770"/>
                </a:cubicBezTo>
                <a:cubicBezTo>
                  <a:pt x="151308" y="826520"/>
                  <a:pt x="74394" y="738897"/>
                  <a:pt x="37197" y="589935"/>
                </a:cubicBezTo>
                <a:cubicBezTo>
                  <a:pt x="0" y="440973"/>
                  <a:pt x="32281" y="231058"/>
                  <a:pt x="66694" y="0"/>
                </a:cubicBezTo>
              </a:path>
            </a:pathLst>
          </a:custGeom>
          <a:ln w="38100">
            <a:solidFill>
              <a:schemeClr val="tx1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447800" y="514350"/>
            <a:ext cx="4114800" cy="1374735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ts val="2500"/>
              </a:lnSpc>
            </a:pPr>
            <a:endParaRPr lang="en-IN" sz="2000" b="1" dirty="0" smtClean="0">
              <a:solidFill>
                <a:srgbClr val="0000FF"/>
              </a:solidFill>
              <a:latin typeface="Candara" pitchFamily="34" charset="0"/>
              <a:ea typeface="Verdana" pitchFamily="34" charset="0"/>
              <a:cs typeface="Calibri" pitchFamily="34" charset="0"/>
              <a:sym typeface="Symbol"/>
            </a:endParaRPr>
          </a:p>
          <a:p>
            <a:pPr>
              <a:lnSpc>
                <a:spcPts val="2500"/>
              </a:lnSpc>
            </a:pPr>
            <a:r>
              <a:rPr lang="en-IN" sz="2000" b="1" dirty="0" smtClean="0">
                <a:solidFill>
                  <a:srgbClr val="0000FF"/>
                </a:solidFill>
                <a:latin typeface="Candara" pitchFamily="34" charset="0"/>
                <a:ea typeface="Verdana" pitchFamily="34" charset="0"/>
                <a:cs typeface="Calibri" pitchFamily="34" charset="0"/>
                <a:sym typeface="Symbol"/>
              </a:rPr>
              <a:t>               </a:t>
            </a:r>
            <a:r>
              <a:rPr lang="en-IN" sz="2000" b="1" dirty="0" err="1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  <a:sym typeface="Symbol"/>
              </a:rPr>
              <a:t>Eb</a:t>
            </a:r>
            <a:r>
              <a:rPr lang="en-IN" sz="20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  <a:sym typeface="Symbol"/>
              </a:rPr>
              <a:t> 	    V – </a:t>
            </a:r>
            <a:r>
              <a:rPr lang="en-IN" sz="2000" b="1" dirty="0" err="1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  <a:sym typeface="Symbol"/>
              </a:rPr>
              <a:t>Ia</a:t>
            </a:r>
            <a:r>
              <a:rPr lang="en-IN" sz="20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  <a:sym typeface="Symbol"/>
              </a:rPr>
              <a:t> Ra</a:t>
            </a:r>
          </a:p>
          <a:p>
            <a:pPr>
              <a:lnSpc>
                <a:spcPts val="2500"/>
              </a:lnSpc>
            </a:pPr>
            <a:r>
              <a:rPr lang="en-IN" sz="20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</a:rPr>
              <a:t>N </a:t>
            </a:r>
            <a:r>
              <a:rPr lang="en-IN" sz="2800" b="1" dirty="0" smtClean="0">
                <a:solidFill>
                  <a:srgbClr val="FF0000"/>
                </a:solidFill>
                <a:latin typeface="Bookman Old Style" pitchFamily="18" charset="0"/>
                <a:ea typeface="Verdana" pitchFamily="34" charset="0"/>
                <a:cs typeface="Verdana" pitchFamily="34" charset="0"/>
                <a:sym typeface="Symbol"/>
              </a:rPr>
              <a:t></a:t>
            </a:r>
            <a:r>
              <a:rPr lang="en-IN" sz="28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  <a:sym typeface="Symbol"/>
              </a:rPr>
              <a:t> ------- = --------------</a:t>
            </a:r>
            <a:r>
              <a:rPr lang="en-IN" sz="20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  <a:sym typeface="Symbol"/>
              </a:rPr>
              <a:t> </a:t>
            </a:r>
          </a:p>
          <a:p>
            <a:pPr>
              <a:lnSpc>
                <a:spcPts val="2500"/>
              </a:lnSpc>
            </a:pPr>
            <a:r>
              <a:rPr lang="en-IN" sz="20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</a:rPr>
              <a:t>           </a:t>
            </a:r>
            <a:r>
              <a:rPr lang="en-IN" sz="20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ϕ 	         </a:t>
            </a:r>
            <a:r>
              <a:rPr lang="en-IN" sz="2000" b="1" dirty="0" err="1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ϕ</a:t>
            </a:r>
            <a:endParaRPr lang="en-IN" sz="1100" b="1" dirty="0">
              <a:solidFill>
                <a:srgbClr val="0000FF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114550"/>
            <a:ext cx="5105400" cy="11849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sz="110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ts val="2400"/>
              </a:lnSpc>
            </a:pPr>
            <a:r>
              <a:rPr lang="en-US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	</a:t>
            </a:r>
            <a:r>
              <a:rPr lang="en-US" sz="2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  1 	     P </a:t>
            </a:r>
            <a:r>
              <a:rPr lang="en-US" sz="2800" b="1" dirty="0" smtClean="0"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</a:t>
            </a:r>
            <a:r>
              <a:rPr lang="en-US" sz="2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Z  </a:t>
            </a:r>
            <a:r>
              <a:rPr lang="en-US" sz="20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Ia</a:t>
            </a:r>
            <a:endParaRPr lang="en-US" sz="200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ts val="2400"/>
              </a:lnSpc>
            </a:pPr>
            <a:r>
              <a:rPr lang="en-US" sz="2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Thus….. T = ------ x -------------   </a:t>
            </a:r>
          </a:p>
          <a:p>
            <a:pPr>
              <a:lnSpc>
                <a:spcPts val="2400"/>
              </a:lnSpc>
            </a:pPr>
            <a:r>
              <a:rPr lang="en-US" sz="2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             2 </a:t>
            </a:r>
            <a:r>
              <a:rPr lang="en-US" sz="2800" b="1" dirty="0" smtClean="0"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</a:t>
            </a:r>
            <a:r>
              <a:rPr lang="en-US" sz="2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	         A</a:t>
            </a:r>
          </a:p>
        </p:txBody>
      </p:sp>
      <p:sp>
        <p:nvSpPr>
          <p:cNvPr id="12" name="Text Box 27"/>
          <p:cNvSpPr txBox="1">
            <a:spLocks noChangeArrowheads="1"/>
          </p:cNvSpPr>
          <p:nvPr/>
        </p:nvSpPr>
        <p:spPr bwMode="auto">
          <a:xfrm>
            <a:off x="6248400" y="514350"/>
            <a:ext cx="2133600" cy="1314450"/>
          </a:xfrm>
          <a:prstGeom prst="rect">
            <a:avLst/>
          </a:prstGeom>
          <a:solidFill>
            <a:srgbClr val="FFFFCC"/>
          </a:solidFill>
          <a:ln w="3175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lnSpc>
                <a:spcPts val="2500"/>
              </a:lnSpc>
            </a:pPr>
            <a:r>
              <a:rPr lang="en-IN" sz="2400" b="1" dirty="0" smtClean="0">
                <a:solidFill>
                  <a:srgbClr val="0000FF"/>
                </a:solidFill>
                <a:latin typeface="Candara" pitchFamily="34" charset="0"/>
                <a:ea typeface="Verdana" pitchFamily="34" charset="0"/>
                <a:cs typeface="Calibri" pitchFamily="34" charset="0"/>
                <a:sym typeface="Symbol"/>
              </a:rPr>
              <a:t>   	    </a:t>
            </a:r>
            <a:r>
              <a:rPr lang="en-IN" sz="3200" b="1" dirty="0" smtClean="0">
                <a:solidFill>
                  <a:srgbClr val="0000FF"/>
                </a:solidFill>
                <a:latin typeface="Candara" pitchFamily="34" charset="0"/>
                <a:ea typeface="Verdana" pitchFamily="34" charset="0"/>
                <a:cs typeface="Calibri" pitchFamily="34" charset="0"/>
                <a:sym typeface="Symbol"/>
              </a:rPr>
              <a:t>1</a:t>
            </a:r>
            <a:endParaRPr lang="en-IN" sz="2400" b="1" dirty="0" smtClean="0">
              <a:solidFill>
                <a:srgbClr val="0000FF"/>
              </a:solidFill>
              <a:latin typeface="Bookman Old Style" pitchFamily="18" charset="0"/>
              <a:ea typeface="Verdana" pitchFamily="34" charset="0"/>
              <a:cs typeface="Verdana" pitchFamily="34" charset="0"/>
              <a:sym typeface="Symbol"/>
            </a:endParaRPr>
          </a:p>
          <a:p>
            <a:pPr>
              <a:lnSpc>
                <a:spcPts val="2500"/>
              </a:lnSpc>
            </a:pPr>
            <a:r>
              <a:rPr lang="en-IN" sz="24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</a:rPr>
              <a:t>  N </a:t>
            </a:r>
            <a:r>
              <a:rPr lang="en-IN" sz="3200" b="1" dirty="0" smtClean="0">
                <a:solidFill>
                  <a:srgbClr val="FF0000"/>
                </a:solidFill>
                <a:latin typeface="Bookman Old Style" pitchFamily="18" charset="0"/>
                <a:ea typeface="Verdana" pitchFamily="34" charset="0"/>
                <a:cs typeface="Verdana" pitchFamily="34" charset="0"/>
                <a:sym typeface="Symbol"/>
              </a:rPr>
              <a:t></a:t>
            </a:r>
            <a:r>
              <a:rPr lang="en-IN" sz="32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  <a:sym typeface="Symbol"/>
              </a:rPr>
              <a:t> ------</a:t>
            </a:r>
            <a:endParaRPr lang="en-IN" sz="2400" b="1" dirty="0" smtClean="0">
              <a:solidFill>
                <a:srgbClr val="0000FF"/>
              </a:solidFill>
              <a:latin typeface="Bookman Old Style" pitchFamily="18" charset="0"/>
              <a:ea typeface="Verdana" pitchFamily="34" charset="0"/>
              <a:cs typeface="Verdana" pitchFamily="34" charset="0"/>
              <a:sym typeface="Symbol"/>
            </a:endParaRPr>
          </a:p>
          <a:p>
            <a:pPr>
              <a:lnSpc>
                <a:spcPts val="2500"/>
              </a:lnSpc>
            </a:pPr>
            <a:r>
              <a:rPr lang="en-IN" sz="24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</a:rPr>
              <a:t>           </a:t>
            </a:r>
            <a:r>
              <a:rPr lang="en-IN" sz="2400" b="1" dirty="0" err="1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</a:rPr>
              <a:t>Ia</a:t>
            </a:r>
            <a:r>
              <a:rPr lang="en-IN" sz="24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</a:rPr>
              <a:t> </a:t>
            </a:r>
            <a:endParaRPr lang="en-US" sz="2000" b="1" dirty="0" smtClean="0">
              <a:solidFill>
                <a:srgbClr val="0000FF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Text Box 27"/>
          <p:cNvSpPr txBox="1">
            <a:spLocks noChangeArrowheads="1"/>
          </p:cNvSpPr>
          <p:nvPr/>
        </p:nvSpPr>
        <p:spPr bwMode="auto">
          <a:xfrm>
            <a:off x="6248400" y="2247900"/>
            <a:ext cx="2133600" cy="8572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T </a:t>
            </a:r>
            <a:r>
              <a:rPr lang="en-US" sz="3600" b="1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</a:t>
            </a:r>
            <a:r>
              <a:rPr lang="en-US" sz="24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Ia</a:t>
            </a:r>
            <a:r>
              <a:rPr lang="en-US" sz="24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endParaRPr lang="en-US" sz="2400" dirty="0"/>
          </a:p>
        </p:txBody>
      </p:sp>
      <p:sp>
        <p:nvSpPr>
          <p:cNvPr id="15" name="Text Box 27"/>
          <p:cNvSpPr txBox="1">
            <a:spLocks noChangeArrowheads="1"/>
          </p:cNvSpPr>
          <p:nvPr/>
        </p:nvSpPr>
        <p:spPr bwMode="auto">
          <a:xfrm>
            <a:off x="2286000" y="3638550"/>
            <a:ext cx="5181600" cy="9525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</a:rPr>
              <a:t> Characteristics are graphical relations between </a:t>
            </a:r>
            <a:r>
              <a:rPr lang="en-US" sz="2400" b="1" dirty="0" err="1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</a:rPr>
              <a:t>Ia</a:t>
            </a:r>
            <a:r>
              <a:rPr lang="en-US" sz="24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</a:rPr>
              <a:t>, T and N</a:t>
            </a:r>
            <a:endParaRPr lang="en-US" sz="2400" dirty="0">
              <a:latin typeface="Bookman Old Style" pitchFamily="18" charset="0"/>
            </a:endParaRPr>
          </a:p>
        </p:txBody>
      </p:sp>
      <p:sp>
        <p:nvSpPr>
          <p:cNvPr id="16" name="Text Box 27"/>
          <p:cNvSpPr txBox="1">
            <a:spLocks noChangeArrowheads="1"/>
          </p:cNvSpPr>
          <p:nvPr/>
        </p:nvSpPr>
        <p:spPr bwMode="auto">
          <a:xfrm>
            <a:off x="838200" y="114300"/>
            <a:ext cx="3657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DC Motor characteristics – 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10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11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2" grpId="0" animBg="1"/>
      <p:bldP spid="13" grpId="0" animBg="1"/>
      <p:bldP spid="1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27"/>
          <p:cNvSpPr txBox="1">
            <a:spLocks noChangeArrowheads="1"/>
          </p:cNvSpPr>
          <p:nvPr/>
        </p:nvSpPr>
        <p:spPr bwMode="auto">
          <a:xfrm>
            <a:off x="838200" y="114300"/>
            <a:ext cx="3657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DC Motor characteristics – </a:t>
            </a:r>
          </a:p>
        </p:txBody>
      </p:sp>
      <p:sp>
        <p:nvSpPr>
          <p:cNvPr id="12" name="Text Box 27"/>
          <p:cNvSpPr txBox="1">
            <a:spLocks noChangeArrowheads="1"/>
          </p:cNvSpPr>
          <p:nvPr/>
        </p:nvSpPr>
        <p:spPr bwMode="auto">
          <a:xfrm>
            <a:off x="1676400" y="571500"/>
            <a:ext cx="2133600" cy="12382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22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500"/>
              </a:lnSpc>
            </a:pPr>
            <a:r>
              <a:rPr lang="en-IN" sz="2400" b="1" dirty="0" smtClean="0">
                <a:solidFill>
                  <a:srgbClr val="0000FF"/>
                </a:solidFill>
                <a:latin typeface="Candara" pitchFamily="34" charset="0"/>
                <a:ea typeface="Verdana" pitchFamily="34" charset="0"/>
                <a:cs typeface="Calibri" pitchFamily="34" charset="0"/>
                <a:sym typeface="Symbol"/>
              </a:rPr>
              <a:t>   	    </a:t>
            </a:r>
            <a:r>
              <a:rPr lang="en-IN" sz="3200" b="1" dirty="0" smtClean="0">
                <a:solidFill>
                  <a:srgbClr val="0000FF"/>
                </a:solidFill>
                <a:latin typeface="Candara" pitchFamily="34" charset="0"/>
                <a:ea typeface="Verdana" pitchFamily="34" charset="0"/>
                <a:cs typeface="Calibri" pitchFamily="34" charset="0"/>
                <a:sym typeface="Symbol"/>
              </a:rPr>
              <a:t>1</a:t>
            </a:r>
            <a:endParaRPr lang="en-IN" sz="2400" b="1" dirty="0" smtClean="0">
              <a:solidFill>
                <a:srgbClr val="0000FF"/>
              </a:solidFill>
              <a:latin typeface="Bookman Old Style" pitchFamily="18" charset="0"/>
              <a:ea typeface="Verdana" pitchFamily="34" charset="0"/>
              <a:cs typeface="Verdana" pitchFamily="34" charset="0"/>
              <a:sym typeface="Symbol"/>
            </a:endParaRPr>
          </a:p>
          <a:p>
            <a:pPr>
              <a:lnSpc>
                <a:spcPts val="2500"/>
              </a:lnSpc>
            </a:pPr>
            <a:r>
              <a:rPr lang="en-IN" sz="24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</a:rPr>
              <a:t>  N </a:t>
            </a:r>
            <a:r>
              <a:rPr lang="en-IN" sz="3200" b="1" dirty="0" smtClean="0">
                <a:solidFill>
                  <a:srgbClr val="FF0000"/>
                </a:solidFill>
                <a:latin typeface="Bookman Old Style" pitchFamily="18" charset="0"/>
                <a:ea typeface="Verdana" pitchFamily="34" charset="0"/>
                <a:cs typeface="Verdana" pitchFamily="34" charset="0"/>
                <a:sym typeface="Symbol"/>
              </a:rPr>
              <a:t></a:t>
            </a:r>
            <a:r>
              <a:rPr lang="en-IN" sz="32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  <a:sym typeface="Symbol"/>
              </a:rPr>
              <a:t> ------</a:t>
            </a:r>
            <a:endParaRPr lang="en-IN" sz="2400" b="1" dirty="0" smtClean="0">
              <a:solidFill>
                <a:srgbClr val="0000FF"/>
              </a:solidFill>
              <a:latin typeface="Bookman Old Style" pitchFamily="18" charset="0"/>
              <a:ea typeface="Verdana" pitchFamily="34" charset="0"/>
              <a:cs typeface="Verdana" pitchFamily="34" charset="0"/>
              <a:sym typeface="Symbol"/>
            </a:endParaRPr>
          </a:p>
          <a:p>
            <a:pPr>
              <a:lnSpc>
                <a:spcPts val="2500"/>
              </a:lnSpc>
            </a:pPr>
            <a:r>
              <a:rPr lang="en-IN" sz="24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</a:rPr>
              <a:t>           </a:t>
            </a:r>
            <a:r>
              <a:rPr lang="en-IN" sz="2400" b="1" dirty="0" err="1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</a:rPr>
              <a:t>Ia</a:t>
            </a:r>
            <a:r>
              <a:rPr lang="en-IN" sz="2400" b="1" dirty="0" smtClean="0">
                <a:solidFill>
                  <a:srgbClr val="0000FF"/>
                </a:solidFill>
                <a:latin typeface="Bookman Old Style" pitchFamily="18" charset="0"/>
                <a:ea typeface="Verdana" pitchFamily="34" charset="0"/>
                <a:cs typeface="Verdana" pitchFamily="34" charset="0"/>
              </a:rPr>
              <a:t> </a:t>
            </a:r>
            <a:endParaRPr lang="en-US" sz="2000" b="1" dirty="0" smtClean="0">
              <a:solidFill>
                <a:srgbClr val="0000FF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Text Box 27"/>
          <p:cNvSpPr txBox="1">
            <a:spLocks noChangeArrowheads="1"/>
          </p:cNvSpPr>
          <p:nvPr/>
        </p:nvSpPr>
        <p:spPr bwMode="auto">
          <a:xfrm>
            <a:off x="1676400" y="2057400"/>
            <a:ext cx="2133600" cy="8572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22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T </a:t>
            </a:r>
            <a:r>
              <a:rPr lang="en-US" sz="3600" b="1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</a:t>
            </a:r>
            <a:r>
              <a:rPr lang="en-US" sz="24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Ia</a:t>
            </a:r>
            <a:r>
              <a:rPr lang="en-US" sz="2400" b="1" dirty="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endParaRPr lang="en-US" sz="2400" dirty="0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5103812" y="513159"/>
            <a:ext cx="2135188" cy="229196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4953000" y="456605"/>
            <a:ext cx="2209800" cy="1191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roup 61"/>
          <p:cNvGrpSpPr/>
          <p:nvPr/>
        </p:nvGrpSpPr>
        <p:grpSpPr>
          <a:xfrm>
            <a:off x="4267200" y="285750"/>
            <a:ext cx="3048000" cy="1656755"/>
            <a:chOff x="4267200" y="381000"/>
            <a:chExt cx="3048000" cy="2209006"/>
          </a:xfrm>
        </p:grpSpPr>
        <p:cxnSp>
          <p:nvCxnSpPr>
            <p:cNvPr id="15" name="Straight Arrow Connector 14"/>
            <p:cNvCxnSpPr/>
            <p:nvPr/>
          </p:nvCxnSpPr>
          <p:spPr>
            <a:xfrm>
              <a:off x="4800600" y="2055812"/>
              <a:ext cx="25146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rot="5400000" flipH="1" flipV="1">
              <a:off x="3998912" y="1332706"/>
              <a:ext cx="19050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 Box 27"/>
            <p:cNvSpPr txBox="1">
              <a:spLocks noChangeArrowheads="1"/>
            </p:cNvSpPr>
            <p:nvPr/>
          </p:nvSpPr>
          <p:spPr bwMode="auto">
            <a:xfrm>
              <a:off x="4267200" y="761206"/>
              <a:ext cx="609600" cy="457200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2000" b="1" dirty="0" smtClean="0">
                  <a:solidFill>
                    <a:srgbClr val="0000FF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N</a:t>
              </a:r>
              <a:endParaRPr lang="en-US" sz="2000" dirty="0"/>
            </a:p>
          </p:txBody>
        </p:sp>
        <p:sp>
          <p:nvSpPr>
            <p:cNvPr id="24" name="Text Box 27"/>
            <p:cNvSpPr txBox="1">
              <a:spLocks noChangeArrowheads="1"/>
            </p:cNvSpPr>
            <p:nvPr/>
          </p:nvSpPr>
          <p:spPr bwMode="auto">
            <a:xfrm>
              <a:off x="5715000" y="2132806"/>
              <a:ext cx="609600" cy="457200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2000" b="1" dirty="0" err="1" smtClean="0">
                  <a:solidFill>
                    <a:srgbClr val="0000FF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Ia</a:t>
              </a:r>
              <a:r>
                <a:rPr lang="en-US" sz="2000" b="1" dirty="0" smtClean="0">
                  <a:solidFill>
                    <a:srgbClr val="0000FF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 </a:t>
              </a:r>
              <a:endParaRPr lang="en-US" sz="2000" dirty="0"/>
            </a:p>
          </p:txBody>
        </p:sp>
      </p:grpSp>
      <p:cxnSp>
        <p:nvCxnSpPr>
          <p:cNvPr id="32" name="Straight Arrow Connector 31"/>
          <p:cNvCxnSpPr/>
          <p:nvPr/>
        </p:nvCxnSpPr>
        <p:spPr>
          <a:xfrm flipV="1">
            <a:off x="5715000" y="2113955"/>
            <a:ext cx="1479176" cy="85725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oup 62"/>
          <p:cNvGrpSpPr/>
          <p:nvPr/>
        </p:nvGrpSpPr>
        <p:grpSpPr>
          <a:xfrm>
            <a:off x="4953000" y="1943100"/>
            <a:ext cx="2895600" cy="1542455"/>
            <a:chOff x="4953000" y="2590800"/>
            <a:chExt cx="2895600" cy="2056606"/>
          </a:xfrm>
        </p:grpSpPr>
        <p:cxnSp>
          <p:nvCxnSpPr>
            <p:cNvPr id="30" name="Straight Arrow Connector 29"/>
            <p:cNvCxnSpPr/>
            <p:nvPr/>
          </p:nvCxnSpPr>
          <p:spPr>
            <a:xfrm>
              <a:off x="5334000" y="4113212"/>
              <a:ext cx="25146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rot="5400000" flipH="1" flipV="1">
              <a:off x="4608512" y="3466306"/>
              <a:ext cx="17526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 Box 27"/>
            <p:cNvSpPr txBox="1">
              <a:spLocks noChangeArrowheads="1"/>
            </p:cNvSpPr>
            <p:nvPr/>
          </p:nvSpPr>
          <p:spPr bwMode="auto">
            <a:xfrm>
              <a:off x="6477000" y="4190206"/>
              <a:ext cx="609600" cy="457200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2000" b="1" dirty="0" err="1" smtClean="0">
                  <a:solidFill>
                    <a:srgbClr val="0000FF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Ia</a:t>
              </a:r>
              <a:r>
                <a:rPr lang="en-US" sz="2000" b="1" dirty="0" smtClean="0">
                  <a:solidFill>
                    <a:srgbClr val="0000FF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 </a:t>
              </a:r>
              <a:endParaRPr lang="en-US" sz="2000" dirty="0"/>
            </a:p>
          </p:txBody>
        </p:sp>
        <p:sp>
          <p:nvSpPr>
            <p:cNvPr id="35" name="Text Box 27"/>
            <p:cNvSpPr txBox="1">
              <a:spLocks noChangeArrowheads="1"/>
            </p:cNvSpPr>
            <p:nvPr/>
          </p:nvSpPr>
          <p:spPr bwMode="auto">
            <a:xfrm>
              <a:off x="4953000" y="2894806"/>
              <a:ext cx="609600" cy="457200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2400" b="1" dirty="0" smtClean="0">
                  <a:solidFill>
                    <a:srgbClr val="0000FF"/>
                  </a:solidFill>
                  <a:ea typeface="Verdana" pitchFamily="34" charset="0"/>
                  <a:cs typeface="Verdana" pitchFamily="34" charset="0"/>
                </a:rPr>
                <a:t>T</a:t>
              </a:r>
              <a:endParaRPr lang="en-US" sz="2400" dirty="0"/>
            </a:p>
          </p:txBody>
        </p:sp>
      </p:grpSp>
      <p:sp>
        <p:nvSpPr>
          <p:cNvPr id="51" name="Text Box 27"/>
          <p:cNvSpPr txBox="1">
            <a:spLocks noChangeArrowheads="1"/>
          </p:cNvSpPr>
          <p:nvPr/>
        </p:nvSpPr>
        <p:spPr bwMode="auto">
          <a:xfrm>
            <a:off x="838200" y="3257550"/>
            <a:ext cx="3124200" cy="16002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22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 smtClean="0">
                <a:solidFill>
                  <a:srgbClr val="0000FF"/>
                </a:solidFill>
                <a:ea typeface="Verdana" pitchFamily="34" charset="0"/>
                <a:cs typeface="Verdana" pitchFamily="34" charset="0"/>
              </a:rPr>
              <a:t>Draw a graph for the relation between T and N. </a:t>
            </a:r>
            <a:endParaRPr lang="en-US" sz="2800" dirty="0"/>
          </a:p>
        </p:txBody>
      </p:sp>
      <p:grpSp>
        <p:nvGrpSpPr>
          <p:cNvPr id="66" name="Group 65"/>
          <p:cNvGrpSpPr/>
          <p:nvPr/>
        </p:nvGrpSpPr>
        <p:grpSpPr>
          <a:xfrm>
            <a:off x="4267200" y="3429000"/>
            <a:ext cx="2895600" cy="1485900"/>
            <a:chOff x="4419600" y="4724400"/>
            <a:chExt cx="2895600" cy="1981200"/>
          </a:xfrm>
        </p:grpSpPr>
        <p:grpSp>
          <p:nvGrpSpPr>
            <p:cNvPr id="59" name="Group 58"/>
            <p:cNvGrpSpPr/>
            <p:nvPr/>
          </p:nvGrpSpPr>
          <p:grpSpPr>
            <a:xfrm>
              <a:off x="4800600" y="4724400"/>
              <a:ext cx="2514600" cy="1752600"/>
              <a:chOff x="4800600" y="4724400"/>
              <a:chExt cx="2514600" cy="1752600"/>
            </a:xfrm>
          </p:grpSpPr>
          <p:cxnSp>
            <p:nvCxnSpPr>
              <p:cNvPr id="52" name="Straight Arrow Connector 51"/>
              <p:cNvCxnSpPr/>
              <p:nvPr/>
            </p:nvCxnSpPr>
            <p:spPr>
              <a:xfrm>
                <a:off x="4800600" y="6246812"/>
                <a:ext cx="2514600" cy="158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/>
              <p:nvPr/>
            </p:nvCxnSpPr>
            <p:spPr>
              <a:xfrm rot="5400000" flipH="1" flipV="1">
                <a:off x="4075112" y="5599906"/>
                <a:ext cx="1752600" cy="158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" name="Text Box 27"/>
            <p:cNvSpPr txBox="1">
              <a:spLocks noChangeArrowheads="1"/>
            </p:cNvSpPr>
            <p:nvPr/>
          </p:nvSpPr>
          <p:spPr bwMode="auto">
            <a:xfrm>
              <a:off x="5410200" y="5105400"/>
              <a:ext cx="1143000" cy="838200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4400" b="1" dirty="0" smtClean="0">
                  <a:solidFill>
                    <a:srgbClr val="FF0000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?</a:t>
              </a:r>
              <a:endParaRPr lang="en-US" sz="1600" dirty="0">
                <a:solidFill>
                  <a:srgbClr val="FF0000"/>
                </a:solidFill>
              </a:endParaRPr>
            </a:p>
          </p:txBody>
        </p:sp>
        <p:sp>
          <p:nvSpPr>
            <p:cNvPr id="64" name="Text Box 27"/>
            <p:cNvSpPr txBox="1">
              <a:spLocks noChangeArrowheads="1"/>
            </p:cNvSpPr>
            <p:nvPr/>
          </p:nvSpPr>
          <p:spPr bwMode="auto">
            <a:xfrm>
              <a:off x="4419600" y="4953000"/>
              <a:ext cx="609600" cy="457200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2000" b="1" dirty="0" smtClean="0">
                  <a:solidFill>
                    <a:srgbClr val="0000FF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N</a:t>
              </a:r>
              <a:endParaRPr lang="en-US" sz="2000" dirty="0"/>
            </a:p>
          </p:txBody>
        </p:sp>
        <p:sp>
          <p:nvSpPr>
            <p:cNvPr id="65" name="Text Box 27"/>
            <p:cNvSpPr txBox="1">
              <a:spLocks noChangeArrowheads="1"/>
            </p:cNvSpPr>
            <p:nvPr/>
          </p:nvSpPr>
          <p:spPr bwMode="auto">
            <a:xfrm>
              <a:off x="5867400" y="6248400"/>
              <a:ext cx="609600" cy="457200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2400" b="1" dirty="0" smtClean="0">
                  <a:solidFill>
                    <a:srgbClr val="0000FF"/>
                  </a:solidFill>
                  <a:ea typeface="Verdana" pitchFamily="34" charset="0"/>
                  <a:cs typeface="Verdana" pitchFamily="34" charset="0"/>
                </a:rPr>
                <a:t>T</a:t>
              </a:r>
              <a:endParaRPr lang="en-US" sz="2400" dirty="0"/>
            </a:p>
          </p:txBody>
        </p:sp>
      </p:grpSp>
      <p:grpSp>
        <p:nvGrpSpPr>
          <p:cNvPr id="26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27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28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29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5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1"/>
          <p:cNvGrpSpPr/>
          <p:nvPr/>
        </p:nvGrpSpPr>
        <p:grpSpPr>
          <a:xfrm>
            <a:off x="685800" y="209550"/>
            <a:ext cx="2286000" cy="3276600"/>
            <a:chOff x="5105400" y="609599"/>
            <a:chExt cx="3352800" cy="5486401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5943600" y="609600"/>
              <a:ext cx="1752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5400000">
              <a:off x="5045529" y="1507671"/>
              <a:ext cx="179614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rot="5400000">
              <a:off x="6798129" y="1507671"/>
              <a:ext cx="179614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Arc 10"/>
            <p:cNvSpPr/>
            <p:nvPr/>
          </p:nvSpPr>
          <p:spPr>
            <a:xfrm>
              <a:off x="5943600" y="1926771"/>
              <a:ext cx="1752600" cy="1197429"/>
            </a:xfrm>
            <a:prstGeom prst="arc">
              <a:avLst>
                <a:gd name="adj1" fmla="val 10715029"/>
                <a:gd name="adj2" fmla="val 2155986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grpSp>
          <p:nvGrpSpPr>
            <p:cNvPr id="3" name="Group 40"/>
            <p:cNvGrpSpPr/>
            <p:nvPr/>
          </p:nvGrpSpPr>
          <p:grpSpPr>
            <a:xfrm>
              <a:off x="5105400" y="609600"/>
              <a:ext cx="3352800" cy="5486400"/>
              <a:chOff x="5105400" y="609600"/>
              <a:chExt cx="3352800" cy="5486400"/>
            </a:xfrm>
          </p:grpSpPr>
          <p:grpSp>
            <p:nvGrpSpPr>
              <p:cNvPr id="4" name="Group 63"/>
              <p:cNvGrpSpPr/>
              <p:nvPr/>
            </p:nvGrpSpPr>
            <p:grpSpPr>
              <a:xfrm rot="10800000">
                <a:off x="5943600" y="2895600"/>
                <a:ext cx="1752600" cy="2514600"/>
                <a:chOff x="3657600" y="609600"/>
                <a:chExt cx="1295400" cy="1600200"/>
              </a:xfrm>
            </p:grpSpPr>
            <p:cxnSp>
              <p:nvCxnSpPr>
                <p:cNvPr id="13" name="Straight Connector 12"/>
                <p:cNvCxnSpPr/>
                <p:nvPr/>
              </p:nvCxnSpPr>
              <p:spPr>
                <a:xfrm>
                  <a:off x="3657600" y="609600"/>
                  <a:ext cx="129540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/>
              </p:nvCxnSpPr>
              <p:spPr>
                <a:xfrm rot="5400000">
                  <a:off x="3086100" y="1181100"/>
                  <a:ext cx="114300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/>
              </p:nvCxnSpPr>
              <p:spPr>
                <a:xfrm rot="5400000">
                  <a:off x="4381500" y="1181100"/>
                  <a:ext cx="114300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Arc 15"/>
                <p:cNvSpPr/>
                <p:nvPr/>
              </p:nvSpPr>
              <p:spPr>
                <a:xfrm>
                  <a:off x="3657600" y="1447800"/>
                  <a:ext cx="1295400" cy="762000"/>
                </a:xfrm>
                <a:prstGeom prst="arc">
                  <a:avLst>
                    <a:gd name="adj1" fmla="val 10715029"/>
                    <a:gd name="adj2" fmla="val 21559860"/>
                  </a:avLst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</p:grpSp>
          <p:sp>
            <p:nvSpPr>
              <p:cNvPr id="17" name="Text Box 27"/>
              <p:cNvSpPr txBox="1">
                <a:spLocks noChangeArrowheads="1"/>
              </p:cNvSpPr>
              <p:nvPr/>
            </p:nvSpPr>
            <p:spPr bwMode="auto">
              <a:xfrm>
                <a:off x="6553200" y="609600"/>
                <a:ext cx="533400" cy="8382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2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cs typeface="Calibri" pitchFamily="34" charset="0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ts val="2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0" b="1" i="0" u="none" strike="noStrike" cap="none" normalizeH="0" baseline="0" dirty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alibri" pitchFamily="34" charset="0"/>
                    <a:cs typeface="Calibri" pitchFamily="34" charset="0"/>
                  </a:rPr>
                  <a:t>N</a:t>
                </a:r>
                <a:endParaRPr kumimoji="0" lang="en-US" sz="28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18" name="Text Box 27"/>
              <p:cNvSpPr txBox="1">
                <a:spLocks noChangeArrowheads="1"/>
              </p:cNvSpPr>
              <p:nvPr/>
            </p:nvSpPr>
            <p:spPr bwMode="auto">
              <a:xfrm>
                <a:off x="6553200" y="4572000"/>
                <a:ext cx="533400" cy="8382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2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cs typeface="Calibri" pitchFamily="34" charset="0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ts val="2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0" b="1" i="0" u="none" strike="noStrike" cap="none" normalizeH="0" baseline="0" dirty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alibri" pitchFamily="34" charset="0"/>
                    <a:cs typeface="Calibri" pitchFamily="34" charset="0"/>
                  </a:rPr>
                  <a:t>S</a:t>
                </a:r>
                <a:endParaRPr kumimoji="0" lang="en-US" sz="28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cs typeface="Calibri" pitchFamily="34" charset="0"/>
                </a:endParaRPr>
              </a:p>
            </p:txBody>
          </p:sp>
          <p:cxnSp>
            <p:nvCxnSpPr>
              <p:cNvPr id="19" name="Straight Arrow Connector 18"/>
              <p:cNvCxnSpPr/>
              <p:nvPr/>
            </p:nvCxnSpPr>
            <p:spPr>
              <a:xfrm>
                <a:off x="7010400" y="2362200"/>
                <a:ext cx="990600" cy="1588"/>
              </a:xfrm>
              <a:prstGeom prst="straightConnector1">
                <a:avLst/>
              </a:prstGeom>
              <a:ln w="38100">
                <a:solidFill>
                  <a:srgbClr val="0000FF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 rot="10800000">
                <a:off x="5638800" y="3659188"/>
                <a:ext cx="1066800" cy="1588"/>
              </a:xfrm>
              <a:prstGeom prst="straightConnector1">
                <a:avLst/>
              </a:prstGeom>
              <a:ln w="38100">
                <a:solidFill>
                  <a:srgbClr val="0000FF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 Box 27"/>
              <p:cNvSpPr txBox="1">
                <a:spLocks noChangeArrowheads="1"/>
              </p:cNvSpPr>
              <p:nvPr/>
            </p:nvSpPr>
            <p:spPr bwMode="auto">
              <a:xfrm>
                <a:off x="7924800" y="2209800"/>
                <a:ext cx="533400" cy="3810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2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lang="en-US" sz="4000" b="1" dirty="0" smtClean="0">
                    <a:solidFill>
                      <a:srgbClr val="0000FF"/>
                    </a:solidFill>
                    <a:latin typeface="Calibri" pitchFamily="34" charset="0"/>
                    <a:cs typeface="Calibri" pitchFamily="34" charset="0"/>
                  </a:rPr>
                  <a:t>F</a:t>
                </a:r>
                <a:endParaRPr kumimoji="0" lang="en-US" sz="40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22" name="Text Box 27"/>
              <p:cNvSpPr txBox="1">
                <a:spLocks noChangeArrowheads="1"/>
              </p:cNvSpPr>
              <p:nvPr/>
            </p:nvSpPr>
            <p:spPr bwMode="auto">
              <a:xfrm>
                <a:off x="5181600" y="5715000"/>
                <a:ext cx="3276600" cy="3810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2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lang="en-US" sz="2400" b="1" dirty="0" smtClean="0">
                    <a:solidFill>
                      <a:srgbClr val="0000FF"/>
                    </a:solidFill>
                    <a:latin typeface="Calibri" pitchFamily="34" charset="0"/>
                    <a:cs typeface="Calibri" pitchFamily="34" charset="0"/>
                  </a:rPr>
                  <a:t>A Couple is generated</a:t>
                </a:r>
                <a:endParaRPr kumimoji="0" lang="en-US" sz="24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23" name="Arc 22"/>
              <p:cNvSpPr/>
              <p:nvPr/>
            </p:nvSpPr>
            <p:spPr>
              <a:xfrm>
                <a:off x="7620000" y="2514600"/>
                <a:ext cx="609600" cy="990600"/>
              </a:xfrm>
              <a:prstGeom prst="arc">
                <a:avLst>
                  <a:gd name="adj1" fmla="val 16200000"/>
                  <a:gd name="adj2" fmla="val 5781130"/>
                </a:avLst>
              </a:prstGeom>
              <a:ln w="381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 Box 27"/>
              <p:cNvSpPr txBox="1">
                <a:spLocks noChangeArrowheads="1"/>
              </p:cNvSpPr>
              <p:nvPr/>
            </p:nvSpPr>
            <p:spPr bwMode="auto">
              <a:xfrm>
                <a:off x="5105400" y="3581400"/>
                <a:ext cx="533400" cy="3810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2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lang="en-US" sz="4000" b="1" dirty="0" smtClean="0">
                    <a:solidFill>
                      <a:srgbClr val="0000FF"/>
                    </a:solidFill>
                    <a:latin typeface="Calibri" pitchFamily="34" charset="0"/>
                    <a:cs typeface="Calibri" pitchFamily="34" charset="0"/>
                  </a:rPr>
                  <a:t>F</a:t>
                </a:r>
                <a:endParaRPr kumimoji="0" lang="en-US" sz="40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cs typeface="Calibri" pitchFamily="34" charset="0"/>
                </a:endParaRPr>
              </a:p>
            </p:txBody>
          </p:sp>
          <p:grpSp>
            <p:nvGrpSpPr>
              <p:cNvPr id="5" name="Group 24"/>
              <p:cNvGrpSpPr/>
              <p:nvPr/>
            </p:nvGrpSpPr>
            <p:grpSpPr>
              <a:xfrm>
                <a:off x="6034647" y="2209800"/>
                <a:ext cx="1600200" cy="1600200"/>
                <a:chOff x="6034647" y="2209800"/>
                <a:chExt cx="1600200" cy="1600200"/>
              </a:xfrm>
            </p:grpSpPr>
            <p:sp>
              <p:nvSpPr>
                <p:cNvPr id="26" name="Oval 25"/>
                <p:cNvSpPr/>
                <p:nvPr/>
              </p:nvSpPr>
              <p:spPr>
                <a:xfrm>
                  <a:off x="6034647" y="2209800"/>
                  <a:ext cx="1600200" cy="160020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grpSp>
              <p:nvGrpSpPr>
                <p:cNvPr id="6" name="Group 165"/>
                <p:cNvGrpSpPr/>
                <p:nvPr/>
              </p:nvGrpSpPr>
              <p:grpSpPr>
                <a:xfrm>
                  <a:off x="6720447" y="3505200"/>
                  <a:ext cx="304800" cy="304800"/>
                  <a:chOff x="6705600" y="3505200"/>
                  <a:chExt cx="304800" cy="304800"/>
                </a:xfrm>
              </p:grpSpPr>
              <p:sp>
                <p:nvSpPr>
                  <p:cNvPr id="31" name="Oval 60"/>
                  <p:cNvSpPr/>
                  <p:nvPr/>
                </p:nvSpPr>
                <p:spPr>
                  <a:xfrm>
                    <a:off x="6705600" y="3505200"/>
                    <a:ext cx="304800" cy="30480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/>
                  </a:p>
                </p:txBody>
              </p:sp>
              <p:cxnSp>
                <p:nvCxnSpPr>
                  <p:cNvPr id="32" name="Straight Connector 31"/>
                  <p:cNvCxnSpPr/>
                  <p:nvPr/>
                </p:nvCxnSpPr>
                <p:spPr>
                  <a:xfrm rot="16200000" flipH="1">
                    <a:off x="6781800" y="3581400"/>
                    <a:ext cx="152400" cy="152400"/>
                  </a:xfrm>
                  <a:prstGeom prst="line">
                    <a:avLst/>
                  </a:prstGeom>
                  <a:ln w="254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Straight Connector 32"/>
                  <p:cNvCxnSpPr/>
                  <p:nvPr/>
                </p:nvCxnSpPr>
                <p:spPr>
                  <a:xfrm rot="5400000">
                    <a:off x="6781800" y="3581400"/>
                    <a:ext cx="152400" cy="152400"/>
                  </a:xfrm>
                  <a:prstGeom prst="line">
                    <a:avLst/>
                  </a:prstGeom>
                  <a:ln w="254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" name="Group 164"/>
                <p:cNvGrpSpPr/>
                <p:nvPr/>
              </p:nvGrpSpPr>
              <p:grpSpPr>
                <a:xfrm>
                  <a:off x="6720447" y="2209800"/>
                  <a:ext cx="304800" cy="304800"/>
                  <a:chOff x="6705600" y="2209800"/>
                  <a:chExt cx="304800" cy="304800"/>
                </a:xfrm>
              </p:grpSpPr>
              <p:sp>
                <p:nvSpPr>
                  <p:cNvPr id="29" name="Oval 28"/>
                  <p:cNvSpPr/>
                  <p:nvPr/>
                </p:nvSpPr>
                <p:spPr>
                  <a:xfrm>
                    <a:off x="6705600" y="2209800"/>
                    <a:ext cx="304800" cy="304800"/>
                  </a:xfrm>
                  <a:prstGeom prst="ellipse">
                    <a:avLst/>
                  </a:prstGeom>
                  <a:noFill/>
                  <a:ln w="25400">
                    <a:solidFill>
                      <a:srgbClr val="0000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/>
                  </a:p>
                </p:txBody>
              </p:sp>
              <p:sp>
                <p:nvSpPr>
                  <p:cNvPr id="30" name="Oval 29"/>
                  <p:cNvSpPr/>
                  <p:nvPr/>
                </p:nvSpPr>
                <p:spPr>
                  <a:xfrm>
                    <a:off x="6781800" y="2286000"/>
                    <a:ext cx="152400" cy="152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5400">
                    <a:solidFill>
                      <a:srgbClr val="0000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2" name="Group 33"/>
              <p:cNvGrpSpPr/>
              <p:nvPr/>
            </p:nvGrpSpPr>
            <p:grpSpPr>
              <a:xfrm>
                <a:off x="6017022" y="1295400"/>
                <a:ext cx="1602978" cy="3657600"/>
                <a:chOff x="4038600" y="1295400"/>
                <a:chExt cx="1602978" cy="3657600"/>
              </a:xfrm>
            </p:grpSpPr>
            <p:sp>
              <p:nvSpPr>
                <p:cNvPr id="35" name="Freeform 34"/>
                <p:cNvSpPr/>
                <p:nvPr/>
              </p:nvSpPr>
              <p:spPr>
                <a:xfrm>
                  <a:off x="4577749" y="1304499"/>
                  <a:ext cx="1012398" cy="3572301"/>
                </a:xfrm>
                <a:custGeom>
                  <a:avLst/>
                  <a:gdLst>
                    <a:gd name="connsiteX0" fmla="*/ 186519 w 1171432"/>
                    <a:gd name="connsiteY0" fmla="*/ 0 h 3343701"/>
                    <a:gd name="connsiteX1" fmla="*/ 186519 w 1171432"/>
                    <a:gd name="connsiteY1" fmla="*/ 627797 h 3343701"/>
                    <a:gd name="connsiteX2" fmla="*/ 9098 w 1171432"/>
                    <a:gd name="connsiteY2" fmla="*/ 982639 h 3343701"/>
                    <a:gd name="connsiteX3" fmla="*/ 131928 w 1171432"/>
                    <a:gd name="connsiteY3" fmla="*/ 1392071 h 3343701"/>
                    <a:gd name="connsiteX4" fmla="*/ 787020 w 1171432"/>
                    <a:gd name="connsiteY4" fmla="*/ 1774209 h 3343701"/>
                    <a:gd name="connsiteX5" fmla="*/ 1114566 w 1171432"/>
                    <a:gd name="connsiteY5" fmla="*/ 2197289 h 3343701"/>
                    <a:gd name="connsiteX6" fmla="*/ 1128214 w 1171432"/>
                    <a:gd name="connsiteY6" fmla="*/ 3343701 h 3343701"/>
                    <a:gd name="connsiteX0" fmla="*/ 186519 w 1183563"/>
                    <a:gd name="connsiteY0" fmla="*/ 0 h 3343701"/>
                    <a:gd name="connsiteX1" fmla="*/ 186519 w 1183563"/>
                    <a:gd name="connsiteY1" fmla="*/ 627797 h 3343701"/>
                    <a:gd name="connsiteX2" fmla="*/ 9098 w 1183563"/>
                    <a:gd name="connsiteY2" fmla="*/ 982639 h 3343701"/>
                    <a:gd name="connsiteX3" fmla="*/ 131928 w 1183563"/>
                    <a:gd name="connsiteY3" fmla="*/ 1392071 h 3343701"/>
                    <a:gd name="connsiteX4" fmla="*/ 714232 w 1183563"/>
                    <a:gd name="connsiteY4" fmla="*/ 1819701 h 3343701"/>
                    <a:gd name="connsiteX5" fmla="*/ 1114566 w 1183563"/>
                    <a:gd name="connsiteY5" fmla="*/ 2197289 h 3343701"/>
                    <a:gd name="connsiteX6" fmla="*/ 1128214 w 118356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1019032 w 1149823"/>
                    <a:gd name="connsiteY5" fmla="*/ 2353101 h 3343701"/>
                    <a:gd name="connsiteX6" fmla="*/ 1128214 w 114982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942832 w 1149823"/>
                    <a:gd name="connsiteY5" fmla="*/ 2429301 h 3343701"/>
                    <a:gd name="connsiteX6" fmla="*/ 1128214 w 114982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942832 w 1149823"/>
                    <a:gd name="connsiteY5" fmla="*/ 2429301 h 3343701"/>
                    <a:gd name="connsiteX6" fmla="*/ 1128214 w 1149823"/>
                    <a:gd name="connsiteY6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10190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10190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9428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019032"/>
                    <a:gd name="connsiteY0" fmla="*/ 0 h 3419901"/>
                    <a:gd name="connsiteX1" fmla="*/ 186519 w 1019032"/>
                    <a:gd name="connsiteY1" fmla="*/ 627797 h 3419901"/>
                    <a:gd name="connsiteX2" fmla="*/ 9098 w 1019032"/>
                    <a:gd name="connsiteY2" fmla="*/ 982639 h 3419901"/>
                    <a:gd name="connsiteX3" fmla="*/ 131928 w 1019032"/>
                    <a:gd name="connsiteY3" fmla="*/ 1392071 h 3419901"/>
                    <a:gd name="connsiteX4" fmla="*/ 714232 w 1019032"/>
                    <a:gd name="connsiteY4" fmla="*/ 1819701 h 3419901"/>
                    <a:gd name="connsiteX5" fmla="*/ 942832 w 1019032"/>
                    <a:gd name="connsiteY5" fmla="*/ 2429301 h 3419901"/>
                    <a:gd name="connsiteX6" fmla="*/ 942832 w 1019032"/>
                    <a:gd name="connsiteY6" fmla="*/ 3115101 h 3419901"/>
                    <a:gd name="connsiteX7" fmla="*/ 1019032 w 1019032"/>
                    <a:gd name="connsiteY7" fmla="*/ 3419901 h 3419901"/>
                    <a:gd name="connsiteX0" fmla="*/ 186519 w 980932"/>
                    <a:gd name="connsiteY0" fmla="*/ 0 h 3419901"/>
                    <a:gd name="connsiteX1" fmla="*/ 186519 w 980932"/>
                    <a:gd name="connsiteY1" fmla="*/ 627797 h 3419901"/>
                    <a:gd name="connsiteX2" fmla="*/ 9098 w 980932"/>
                    <a:gd name="connsiteY2" fmla="*/ 982639 h 3419901"/>
                    <a:gd name="connsiteX3" fmla="*/ 131928 w 980932"/>
                    <a:gd name="connsiteY3" fmla="*/ 1392071 h 3419901"/>
                    <a:gd name="connsiteX4" fmla="*/ 714232 w 980932"/>
                    <a:gd name="connsiteY4" fmla="*/ 1819701 h 3419901"/>
                    <a:gd name="connsiteX5" fmla="*/ 942832 w 980932"/>
                    <a:gd name="connsiteY5" fmla="*/ 2429301 h 3419901"/>
                    <a:gd name="connsiteX6" fmla="*/ 942832 w 980932"/>
                    <a:gd name="connsiteY6" fmla="*/ 3115101 h 3419901"/>
                    <a:gd name="connsiteX7" fmla="*/ 942832 w 980932"/>
                    <a:gd name="connsiteY7" fmla="*/ 3419901 h 3419901"/>
                    <a:gd name="connsiteX0" fmla="*/ 186519 w 980932"/>
                    <a:gd name="connsiteY0" fmla="*/ 0 h 3419901"/>
                    <a:gd name="connsiteX1" fmla="*/ 186519 w 980932"/>
                    <a:gd name="connsiteY1" fmla="*/ 627797 h 3419901"/>
                    <a:gd name="connsiteX2" fmla="*/ 9098 w 980932"/>
                    <a:gd name="connsiteY2" fmla="*/ 982639 h 3419901"/>
                    <a:gd name="connsiteX3" fmla="*/ 131928 w 980932"/>
                    <a:gd name="connsiteY3" fmla="*/ 1392071 h 3419901"/>
                    <a:gd name="connsiteX4" fmla="*/ 714232 w 980932"/>
                    <a:gd name="connsiteY4" fmla="*/ 1819701 h 3419901"/>
                    <a:gd name="connsiteX5" fmla="*/ 942832 w 980932"/>
                    <a:gd name="connsiteY5" fmla="*/ 2505501 h 3419901"/>
                    <a:gd name="connsiteX6" fmla="*/ 942832 w 980932"/>
                    <a:gd name="connsiteY6" fmla="*/ 3115101 h 3419901"/>
                    <a:gd name="connsiteX7" fmla="*/ 942832 w 980932"/>
                    <a:gd name="connsiteY7" fmla="*/ 3419901 h 3419901"/>
                    <a:gd name="connsiteX0" fmla="*/ 186519 w 955532"/>
                    <a:gd name="connsiteY0" fmla="*/ 0 h 3419901"/>
                    <a:gd name="connsiteX1" fmla="*/ 186519 w 955532"/>
                    <a:gd name="connsiteY1" fmla="*/ 627797 h 3419901"/>
                    <a:gd name="connsiteX2" fmla="*/ 9098 w 955532"/>
                    <a:gd name="connsiteY2" fmla="*/ 982639 h 3419901"/>
                    <a:gd name="connsiteX3" fmla="*/ 131928 w 955532"/>
                    <a:gd name="connsiteY3" fmla="*/ 1392071 h 3419901"/>
                    <a:gd name="connsiteX4" fmla="*/ 714232 w 955532"/>
                    <a:gd name="connsiteY4" fmla="*/ 1819701 h 3419901"/>
                    <a:gd name="connsiteX5" fmla="*/ 942832 w 955532"/>
                    <a:gd name="connsiteY5" fmla="*/ 2505501 h 3419901"/>
                    <a:gd name="connsiteX6" fmla="*/ 790432 w 955532"/>
                    <a:gd name="connsiteY6" fmla="*/ 3115101 h 3419901"/>
                    <a:gd name="connsiteX7" fmla="*/ 942832 w 955532"/>
                    <a:gd name="connsiteY7" fmla="*/ 3419901 h 3419901"/>
                    <a:gd name="connsiteX0" fmla="*/ 186519 w 955532"/>
                    <a:gd name="connsiteY0" fmla="*/ 0 h 3496101"/>
                    <a:gd name="connsiteX1" fmla="*/ 186519 w 955532"/>
                    <a:gd name="connsiteY1" fmla="*/ 627797 h 3496101"/>
                    <a:gd name="connsiteX2" fmla="*/ 9098 w 955532"/>
                    <a:gd name="connsiteY2" fmla="*/ 982639 h 3496101"/>
                    <a:gd name="connsiteX3" fmla="*/ 131928 w 955532"/>
                    <a:gd name="connsiteY3" fmla="*/ 1392071 h 3496101"/>
                    <a:gd name="connsiteX4" fmla="*/ 714232 w 955532"/>
                    <a:gd name="connsiteY4" fmla="*/ 1819701 h 3496101"/>
                    <a:gd name="connsiteX5" fmla="*/ 942832 w 955532"/>
                    <a:gd name="connsiteY5" fmla="*/ 2505501 h 3496101"/>
                    <a:gd name="connsiteX6" fmla="*/ 790432 w 955532"/>
                    <a:gd name="connsiteY6" fmla="*/ 3115101 h 3496101"/>
                    <a:gd name="connsiteX7" fmla="*/ 790432 w 955532"/>
                    <a:gd name="connsiteY7" fmla="*/ 3496101 h 3496101"/>
                    <a:gd name="connsiteX0" fmla="*/ 319585 w 1088598"/>
                    <a:gd name="connsiteY0" fmla="*/ 0 h 3496101"/>
                    <a:gd name="connsiteX1" fmla="*/ 319585 w 1088598"/>
                    <a:gd name="connsiteY1" fmla="*/ 627797 h 3496101"/>
                    <a:gd name="connsiteX2" fmla="*/ 9098 w 1088598"/>
                    <a:gd name="connsiteY2" fmla="*/ 981501 h 3496101"/>
                    <a:gd name="connsiteX3" fmla="*/ 264994 w 1088598"/>
                    <a:gd name="connsiteY3" fmla="*/ 1392071 h 3496101"/>
                    <a:gd name="connsiteX4" fmla="*/ 847298 w 1088598"/>
                    <a:gd name="connsiteY4" fmla="*/ 1819701 h 3496101"/>
                    <a:gd name="connsiteX5" fmla="*/ 1075898 w 1088598"/>
                    <a:gd name="connsiteY5" fmla="*/ 2505501 h 3496101"/>
                    <a:gd name="connsiteX6" fmla="*/ 923498 w 1088598"/>
                    <a:gd name="connsiteY6" fmla="*/ 3115101 h 3496101"/>
                    <a:gd name="connsiteX7" fmla="*/ 923498 w 1088598"/>
                    <a:gd name="connsiteY7" fmla="*/ 3496101 h 3496101"/>
                    <a:gd name="connsiteX0" fmla="*/ 168891 w 937904"/>
                    <a:gd name="connsiteY0" fmla="*/ 0 h 3496101"/>
                    <a:gd name="connsiteX1" fmla="*/ 168891 w 937904"/>
                    <a:gd name="connsiteY1" fmla="*/ 627797 h 3496101"/>
                    <a:gd name="connsiteX2" fmla="*/ 10804 w 937904"/>
                    <a:gd name="connsiteY2" fmla="*/ 1057701 h 3496101"/>
                    <a:gd name="connsiteX3" fmla="*/ 114300 w 937904"/>
                    <a:gd name="connsiteY3" fmla="*/ 1392071 h 3496101"/>
                    <a:gd name="connsiteX4" fmla="*/ 696604 w 937904"/>
                    <a:gd name="connsiteY4" fmla="*/ 1819701 h 3496101"/>
                    <a:gd name="connsiteX5" fmla="*/ 925204 w 937904"/>
                    <a:gd name="connsiteY5" fmla="*/ 2505501 h 3496101"/>
                    <a:gd name="connsiteX6" fmla="*/ 772804 w 937904"/>
                    <a:gd name="connsiteY6" fmla="*/ 3115101 h 3496101"/>
                    <a:gd name="connsiteX7" fmla="*/ 772804 w 937904"/>
                    <a:gd name="connsiteY7" fmla="*/ 3496101 h 3496101"/>
                    <a:gd name="connsiteX0" fmla="*/ 243385 w 1012398"/>
                    <a:gd name="connsiteY0" fmla="*/ 0 h 3496101"/>
                    <a:gd name="connsiteX1" fmla="*/ 243385 w 1012398"/>
                    <a:gd name="connsiteY1" fmla="*/ 627797 h 3496101"/>
                    <a:gd name="connsiteX2" fmla="*/ 9098 w 1012398"/>
                    <a:gd name="connsiteY2" fmla="*/ 1057701 h 3496101"/>
                    <a:gd name="connsiteX3" fmla="*/ 188794 w 1012398"/>
                    <a:gd name="connsiteY3" fmla="*/ 1392071 h 3496101"/>
                    <a:gd name="connsiteX4" fmla="*/ 771098 w 1012398"/>
                    <a:gd name="connsiteY4" fmla="*/ 1819701 h 3496101"/>
                    <a:gd name="connsiteX5" fmla="*/ 999698 w 1012398"/>
                    <a:gd name="connsiteY5" fmla="*/ 2505501 h 3496101"/>
                    <a:gd name="connsiteX6" fmla="*/ 847298 w 1012398"/>
                    <a:gd name="connsiteY6" fmla="*/ 3115101 h 3496101"/>
                    <a:gd name="connsiteX7" fmla="*/ 847298 w 1012398"/>
                    <a:gd name="connsiteY7" fmla="*/ 3496101 h 3496101"/>
                    <a:gd name="connsiteX0" fmla="*/ 243385 w 1012398"/>
                    <a:gd name="connsiteY0" fmla="*/ 0 h 3496101"/>
                    <a:gd name="connsiteX1" fmla="*/ 243385 w 1012398"/>
                    <a:gd name="connsiteY1" fmla="*/ 627797 h 3496101"/>
                    <a:gd name="connsiteX2" fmla="*/ 9098 w 1012398"/>
                    <a:gd name="connsiteY2" fmla="*/ 1057701 h 3496101"/>
                    <a:gd name="connsiteX3" fmla="*/ 188794 w 1012398"/>
                    <a:gd name="connsiteY3" fmla="*/ 1392071 h 3496101"/>
                    <a:gd name="connsiteX4" fmla="*/ 771098 w 1012398"/>
                    <a:gd name="connsiteY4" fmla="*/ 1819701 h 3496101"/>
                    <a:gd name="connsiteX5" fmla="*/ 999698 w 1012398"/>
                    <a:gd name="connsiteY5" fmla="*/ 2505501 h 3496101"/>
                    <a:gd name="connsiteX6" fmla="*/ 847298 w 1012398"/>
                    <a:gd name="connsiteY6" fmla="*/ 3115101 h 3496101"/>
                    <a:gd name="connsiteX7" fmla="*/ 847298 w 1012398"/>
                    <a:gd name="connsiteY7" fmla="*/ 3496101 h 3496101"/>
                    <a:gd name="connsiteX0" fmla="*/ 243385 w 1012398"/>
                    <a:gd name="connsiteY0" fmla="*/ 0 h 3496101"/>
                    <a:gd name="connsiteX1" fmla="*/ 243385 w 1012398"/>
                    <a:gd name="connsiteY1" fmla="*/ 627797 h 3496101"/>
                    <a:gd name="connsiteX2" fmla="*/ 9098 w 1012398"/>
                    <a:gd name="connsiteY2" fmla="*/ 1057701 h 3496101"/>
                    <a:gd name="connsiteX3" fmla="*/ 188794 w 1012398"/>
                    <a:gd name="connsiteY3" fmla="*/ 1392071 h 3496101"/>
                    <a:gd name="connsiteX4" fmla="*/ 771098 w 1012398"/>
                    <a:gd name="connsiteY4" fmla="*/ 1819701 h 3496101"/>
                    <a:gd name="connsiteX5" fmla="*/ 999698 w 1012398"/>
                    <a:gd name="connsiteY5" fmla="*/ 2505501 h 3496101"/>
                    <a:gd name="connsiteX6" fmla="*/ 847298 w 1012398"/>
                    <a:gd name="connsiteY6" fmla="*/ 3115101 h 3496101"/>
                    <a:gd name="connsiteX7" fmla="*/ 847298 w 1012398"/>
                    <a:gd name="connsiteY7" fmla="*/ 3496101 h 3496101"/>
                    <a:gd name="connsiteX0" fmla="*/ 243385 w 1012398"/>
                    <a:gd name="connsiteY0" fmla="*/ 0 h 3572301"/>
                    <a:gd name="connsiteX1" fmla="*/ 243385 w 1012398"/>
                    <a:gd name="connsiteY1" fmla="*/ 627797 h 3572301"/>
                    <a:gd name="connsiteX2" fmla="*/ 9098 w 1012398"/>
                    <a:gd name="connsiteY2" fmla="*/ 1057701 h 3572301"/>
                    <a:gd name="connsiteX3" fmla="*/ 188794 w 1012398"/>
                    <a:gd name="connsiteY3" fmla="*/ 1392071 h 3572301"/>
                    <a:gd name="connsiteX4" fmla="*/ 771098 w 1012398"/>
                    <a:gd name="connsiteY4" fmla="*/ 1819701 h 3572301"/>
                    <a:gd name="connsiteX5" fmla="*/ 999698 w 1012398"/>
                    <a:gd name="connsiteY5" fmla="*/ 2505501 h 3572301"/>
                    <a:gd name="connsiteX6" fmla="*/ 847298 w 1012398"/>
                    <a:gd name="connsiteY6" fmla="*/ 3115101 h 3572301"/>
                    <a:gd name="connsiteX7" fmla="*/ 771098 w 1012398"/>
                    <a:gd name="connsiteY7" fmla="*/ 3572301 h 3572301"/>
                    <a:gd name="connsiteX0" fmla="*/ 243385 w 1012398"/>
                    <a:gd name="connsiteY0" fmla="*/ 0 h 3572301"/>
                    <a:gd name="connsiteX1" fmla="*/ 243385 w 1012398"/>
                    <a:gd name="connsiteY1" fmla="*/ 627797 h 3572301"/>
                    <a:gd name="connsiteX2" fmla="*/ 9098 w 1012398"/>
                    <a:gd name="connsiteY2" fmla="*/ 1057701 h 3572301"/>
                    <a:gd name="connsiteX3" fmla="*/ 188794 w 1012398"/>
                    <a:gd name="connsiteY3" fmla="*/ 1392071 h 3572301"/>
                    <a:gd name="connsiteX4" fmla="*/ 771098 w 1012398"/>
                    <a:gd name="connsiteY4" fmla="*/ 1895901 h 3572301"/>
                    <a:gd name="connsiteX5" fmla="*/ 999698 w 1012398"/>
                    <a:gd name="connsiteY5" fmla="*/ 2505501 h 3572301"/>
                    <a:gd name="connsiteX6" fmla="*/ 847298 w 1012398"/>
                    <a:gd name="connsiteY6" fmla="*/ 3115101 h 3572301"/>
                    <a:gd name="connsiteX7" fmla="*/ 771098 w 1012398"/>
                    <a:gd name="connsiteY7" fmla="*/ 3572301 h 35723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12398" h="3572301">
                      <a:moveTo>
                        <a:pt x="243385" y="0"/>
                      </a:moveTo>
                      <a:cubicBezTo>
                        <a:pt x="258170" y="232012"/>
                        <a:pt x="282433" y="451514"/>
                        <a:pt x="243385" y="627797"/>
                      </a:cubicBezTo>
                      <a:cubicBezTo>
                        <a:pt x="204337" y="804080"/>
                        <a:pt x="18196" y="930322"/>
                        <a:pt x="9098" y="1057701"/>
                      </a:cubicBezTo>
                      <a:cubicBezTo>
                        <a:pt x="0" y="1185080"/>
                        <a:pt x="61794" y="1252371"/>
                        <a:pt x="188794" y="1392071"/>
                      </a:cubicBezTo>
                      <a:cubicBezTo>
                        <a:pt x="315794" y="1531771"/>
                        <a:pt x="635947" y="1710329"/>
                        <a:pt x="771098" y="1895901"/>
                      </a:cubicBezTo>
                      <a:cubicBezTo>
                        <a:pt x="906249" y="2081473"/>
                        <a:pt x="986998" y="2302301"/>
                        <a:pt x="999698" y="2505501"/>
                      </a:cubicBezTo>
                      <a:cubicBezTo>
                        <a:pt x="1012398" y="2708701"/>
                        <a:pt x="872698" y="2950001"/>
                        <a:pt x="847298" y="3115101"/>
                      </a:cubicBezTo>
                      <a:cubicBezTo>
                        <a:pt x="721814" y="3280201"/>
                        <a:pt x="768634" y="3523207"/>
                        <a:pt x="771098" y="3572301"/>
                      </a:cubicBezTo>
                    </a:path>
                  </a:pathLst>
                </a:custGeom>
                <a:ln w="25400">
                  <a:solidFill>
                    <a:schemeClr val="accent4">
                      <a:lumMod val="75000"/>
                    </a:schemeClr>
                  </a:solidFill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Freeform 35"/>
                <p:cNvSpPr/>
                <p:nvPr/>
              </p:nvSpPr>
              <p:spPr>
                <a:xfrm>
                  <a:off x="4428381" y="1295400"/>
                  <a:ext cx="1018464" cy="3581399"/>
                </a:xfrm>
                <a:custGeom>
                  <a:avLst/>
                  <a:gdLst>
                    <a:gd name="connsiteX0" fmla="*/ 186519 w 1171432"/>
                    <a:gd name="connsiteY0" fmla="*/ 0 h 3343701"/>
                    <a:gd name="connsiteX1" fmla="*/ 186519 w 1171432"/>
                    <a:gd name="connsiteY1" fmla="*/ 627797 h 3343701"/>
                    <a:gd name="connsiteX2" fmla="*/ 9098 w 1171432"/>
                    <a:gd name="connsiteY2" fmla="*/ 982639 h 3343701"/>
                    <a:gd name="connsiteX3" fmla="*/ 131928 w 1171432"/>
                    <a:gd name="connsiteY3" fmla="*/ 1392071 h 3343701"/>
                    <a:gd name="connsiteX4" fmla="*/ 787020 w 1171432"/>
                    <a:gd name="connsiteY4" fmla="*/ 1774209 h 3343701"/>
                    <a:gd name="connsiteX5" fmla="*/ 1114566 w 1171432"/>
                    <a:gd name="connsiteY5" fmla="*/ 2197289 h 3343701"/>
                    <a:gd name="connsiteX6" fmla="*/ 1128214 w 1171432"/>
                    <a:gd name="connsiteY6" fmla="*/ 3343701 h 3343701"/>
                    <a:gd name="connsiteX0" fmla="*/ 186519 w 1183563"/>
                    <a:gd name="connsiteY0" fmla="*/ 0 h 3343701"/>
                    <a:gd name="connsiteX1" fmla="*/ 186519 w 1183563"/>
                    <a:gd name="connsiteY1" fmla="*/ 627797 h 3343701"/>
                    <a:gd name="connsiteX2" fmla="*/ 9098 w 1183563"/>
                    <a:gd name="connsiteY2" fmla="*/ 982639 h 3343701"/>
                    <a:gd name="connsiteX3" fmla="*/ 131928 w 1183563"/>
                    <a:gd name="connsiteY3" fmla="*/ 1392071 h 3343701"/>
                    <a:gd name="connsiteX4" fmla="*/ 714232 w 1183563"/>
                    <a:gd name="connsiteY4" fmla="*/ 1819701 h 3343701"/>
                    <a:gd name="connsiteX5" fmla="*/ 1114566 w 1183563"/>
                    <a:gd name="connsiteY5" fmla="*/ 2197289 h 3343701"/>
                    <a:gd name="connsiteX6" fmla="*/ 1128214 w 118356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1019032 w 1149823"/>
                    <a:gd name="connsiteY5" fmla="*/ 2353101 h 3343701"/>
                    <a:gd name="connsiteX6" fmla="*/ 1128214 w 114982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942832 w 1149823"/>
                    <a:gd name="connsiteY5" fmla="*/ 2429301 h 3343701"/>
                    <a:gd name="connsiteX6" fmla="*/ 1128214 w 114982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942832 w 1149823"/>
                    <a:gd name="connsiteY5" fmla="*/ 2429301 h 3343701"/>
                    <a:gd name="connsiteX6" fmla="*/ 1128214 w 1149823"/>
                    <a:gd name="connsiteY6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10190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10190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9428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019032"/>
                    <a:gd name="connsiteY0" fmla="*/ 0 h 3419901"/>
                    <a:gd name="connsiteX1" fmla="*/ 186519 w 1019032"/>
                    <a:gd name="connsiteY1" fmla="*/ 627797 h 3419901"/>
                    <a:gd name="connsiteX2" fmla="*/ 9098 w 1019032"/>
                    <a:gd name="connsiteY2" fmla="*/ 982639 h 3419901"/>
                    <a:gd name="connsiteX3" fmla="*/ 131928 w 1019032"/>
                    <a:gd name="connsiteY3" fmla="*/ 1392071 h 3419901"/>
                    <a:gd name="connsiteX4" fmla="*/ 714232 w 1019032"/>
                    <a:gd name="connsiteY4" fmla="*/ 1819701 h 3419901"/>
                    <a:gd name="connsiteX5" fmla="*/ 942832 w 1019032"/>
                    <a:gd name="connsiteY5" fmla="*/ 2429301 h 3419901"/>
                    <a:gd name="connsiteX6" fmla="*/ 942832 w 1019032"/>
                    <a:gd name="connsiteY6" fmla="*/ 3115101 h 3419901"/>
                    <a:gd name="connsiteX7" fmla="*/ 1019032 w 1019032"/>
                    <a:gd name="connsiteY7" fmla="*/ 3419901 h 3419901"/>
                    <a:gd name="connsiteX0" fmla="*/ 186519 w 980932"/>
                    <a:gd name="connsiteY0" fmla="*/ 0 h 3419901"/>
                    <a:gd name="connsiteX1" fmla="*/ 186519 w 980932"/>
                    <a:gd name="connsiteY1" fmla="*/ 627797 h 3419901"/>
                    <a:gd name="connsiteX2" fmla="*/ 9098 w 980932"/>
                    <a:gd name="connsiteY2" fmla="*/ 982639 h 3419901"/>
                    <a:gd name="connsiteX3" fmla="*/ 131928 w 980932"/>
                    <a:gd name="connsiteY3" fmla="*/ 1392071 h 3419901"/>
                    <a:gd name="connsiteX4" fmla="*/ 714232 w 980932"/>
                    <a:gd name="connsiteY4" fmla="*/ 1819701 h 3419901"/>
                    <a:gd name="connsiteX5" fmla="*/ 942832 w 980932"/>
                    <a:gd name="connsiteY5" fmla="*/ 2429301 h 3419901"/>
                    <a:gd name="connsiteX6" fmla="*/ 942832 w 980932"/>
                    <a:gd name="connsiteY6" fmla="*/ 3115101 h 3419901"/>
                    <a:gd name="connsiteX7" fmla="*/ 942832 w 980932"/>
                    <a:gd name="connsiteY7" fmla="*/ 3419901 h 3419901"/>
                    <a:gd name="connsiteX0" fmla="*/ 186519 w 980932"/>
                    <a:gd name="connsiteY0" fmla="*/ 0 h 3419901"/>
                    <a:gd name="connsiteX1" fmla="*/ 186519 w 980932"/>
                    <a:gd name="connsiteY1" fmla="*/ 627797 h 3419901"/>
                    <a:gd name="connsiteX2" fmla="*/ 9098 w 980932"/>
                    <a:gd name="connsiteY2" fmla="*/ 982639 h 3419901"/>
                    <a:gd name="connsiteX3" fmla="*/ 131928 w 980932"/>
                    <a:gd name="connsiteY3" fmla="*/ 1392071 h 3419901"/>
                    <a:gd name="connsiteX4" fmla="*/ 714232 w 980932"/>
                    <a:gd name="connsiteY4" fmla="*/ 1819701 h 3419901"/>
                    <a:gd name="connsiteX5" fmla="*/ 942832 w 980932"/>
                    <a:gd name="connsiteY5" fmla="*/ 2505501 h 3419901"/>
                    <a:gd name="connsiteX6" fmla="*/ 942832 w 980932"/>
                    <a:gd name="connsiteY6" fmla="*/ 3115101 h 3419901"/>
                    <a:gd name="connsiteX7" fmla="*/ 942832 w 980932"/>
                    <a:gd name="connsiteY7" fmla="*/ 3419901 h 3419901"/>
                    <a:gd name="connsiteX0" fmla="*/ 186519 w 955532"/>
                    <a:gd name="connsiteY0" fmla="*/ 0 h 3419901"/>
                    <a:gd name="connsiteX1" fmla="*/ 186519 w 955532"/>
                    <a:gd name="connsiteY1" fmla="*/ 627797 h 3419901"/>
                    <a:gd name="connsiteX2" fmla="*/ 9098 w 955532"/>
                    <a:gd name="connsiteY2" fmla="*/ 982639 h 3419901"/>
                    <a:gd name="connsiteX3" fmla="*/ 131928 w 955532"/>
                    <a:gd name="connsiteY3" fmla="*/ 1392071 h 3419901"/>
                    <a:gd name="connsiteX4" fmla="*/ 714232 w 955532"/>
                    <a:gd name="connsiteY4" fmla="*/ 1819701 h 3419901"/>
                    <a:gd name="connsiteX5" fmla="*/ 942832 w 955532"/>
                    <a:gd name="connsiteY5" fmla="*/ 2505501 h 3419901"/>
                    <a:gd name="connsiteX6" fmla="*/ 790432 w 955532"/>
                    <a:gd name="connsiteY6" fmla="*/ 3115101 h 3419901"/>
                    <a:gd name="connsiteX7" fmla="*/ 942832 w 955532"/>
                    <a:gd name="connsiteY7" fmla="*/ 3419901 h 3419901"/>
                    <a:gd name="connsiteX0" fmla="*/ 186519 w 955532"/>
                    <a:gd name="connsiteY0" fmla="*/ 0 h 3496101"/>
                    <a:gd name="connsiteX1" fmla="*/ 186519 w 955532"/>
                    <a:gd name="connsiteY1" fmla="*/ 627797 h 3496101"/>
                    <a:gd name="connsiteX2" fmla="*/ 9098 w 955532"/>
                    <a:gd name="connsiteY2" fmla="*/ 982639 h 3496101"/>
                    <a:gd name="connsiteX3" fmla="*/ 131928 w 955532"/>
                    <a:gd name="connsiteY3" fmla="*/ 1392071 h 3496101"/>
                    <a:gd name="connsiteX4" fmla="*/ 714232 w 955532"/>
                    <a:gd name="connsiteY4" fmla="*/ 1819701 h 3496101"/>
                    <a:gd name="connsiteX5" fmla="*/ 942832 w 955532"/>
                    <a:gd name="connsiteY5" fmla="*/ 2505501 h 3496101"/>
                    <a:gd name="connsiteX6" fmla="*/ 790432 w 955532"/>
                    <a:gd name="connsiteY6" fmla="*/ 3115101 h 3496101"/>
                    <a:gd name="connsiteX7" fmla="*/ 790432 w 955532"/>
                    <a:gd name="connsiteY7" fmla="*/ 3496101 h 3496101"/>
                    <a:gd name="connsiteX0" fmla="*/ 319585 w 1088598"/>
                    <a:gd name="connsiteY0" fmla="*/ 0 h 3496101"/>
                    <a:gd name="connsiteX1" fmla="*/ 319585 w 1088598"/>
                    <a:gd name="connsiteY1" fmla="*/ 627797 h 3496101"/>
                    <a:gd name="connsiteX2" fmla="*/ 9098 w 1088598"/>
                    <a:gd name="connsiteY2" fmla="*/ 981501 h 3496101"/>
                    <a:gd name="connsiteX3" fmla="*/ 264994 w 1088598"/>
                    <a:gd name="connsiteY3" fmla="*/ 1392071 h 3496101"/>
                    <a:gd name="connsiteX4" fmla="*/ 847298 w 1088598"/>
                    <a:gd name="connsiteY4" fmla="*/ 1819701 h 3496101"/>
                    <a:gd name="connsiteX5" fmla="*/ 1075898 w 1088598"/>
                    <a:gd name="connsiteY5" fmla="*/ 2505501 h 3496101"/>
                    <a:gd name="connsiteX6" fmla="*/ 923498 w 1088598"/>
                    <a:gd name="connsiteY6" fmla="*/ 3115101 h 3496101"/>
                    <a:gd name="connsiteX7" fmla="*/ 923498 w 1088598"/>
                    <a:gd name="connsiteY7" fmla="*/ 3496101 h 3496101"/>
                    <a:gd name="connsiteX0" fmla="*/ 168891 w 937904"/>
                    <a:gd name="connsiteY0" fmla="*/ 0 h 3496101"/>
                    <a:gd name="connsiteX1" fmla="*/ 168891 w 937904"/>
                    <a:gd name="connsiteY1" fmla="*/ 627797 h 3496101"/>
                    <a:gd name="connsiteX2" fmla="*/ 10804 w 937904"/>
                    <a:gd name="connsiteY2" fmla="*/ 1057701 h 3496101"/>
                    <a:gd name="connsiteX3" fmla="*/ 114300 w 937904"/>
                    <a:gd name="connsiteY3" fmla="*/ 1392071 h 3496101"/>
                    <a:gd name="connsiteX4" fmla="*/ 696604 w 937904"/>
                    <a:gd name="connsiteY4" fmla="*/ 1819701 h 3496101"/>
                    <a:gd name="connsiteX5" fmla="*/ 925204 w 937904"/>
                    <a:gd name="connsiteY5" fmla="*/ 2505501 h 3496101"/>
                    <a:gd name="connsiteX6" fmla="*/ 772804 w 937904"/>
                    <a:gd name="connsiteY6" fmla="*/ 3115101 h 3496101"/>
                    <a:gd name="connsiteX7" fmla="*/ 772804 w 937904"/>
                    <a:gd name="connsiteY7" fmla="*/ 3496101 h 3496101"/>
                    <a:gd name="connsiteX0" fmla="*/ 243385 w 1012398"/>
                    <a:gd name="connsiteY0" fmla="*/ 0 h 3496101"/>
                    <a:gd name="connsiteX1" fmla="*/ 243385 w 1012398"/>
                    <a:gd name="connsiteY1" fmla="*/ 627797 h 3496101"/>
                    <a:gd name="connsiteX2" fmla="*/ 9098 w 1012398"/>
                    <a:gd name="connsiteY2" fmla="*/ 1057701 h 3496101"/>
                    <a:gd name="connsiteX3" fmla="*/ 188794 w 1012398"/>
                    <a:gd name="connsiteY3" fmla="*/ 1392071 h 3496101"/>
                    <a:gd name="connsiteX4" fmla="*/ 771098 w 1012398"/>
                    <a:gd name="connsiteY4" fmla="*/ 1819701 h 3496101"/>
                    <a:gd name="connsiteX5" fmla="*/ 999698 w 1012398"/>
                    <a:gd name="connsiteY5" fmla="*/ 2505501 h 3496101"/>
                    <a:gd name="connsiteX6" fmla="*/ 847298 w 1012398"/>
                    <a:gd name="connsiteY6" fmla="*/ 3115101 h 3496101"/>
                    <a:gd name="connsiteX7" fmla="*/ 847298 w 1012398"/>
                    <a:gd name="connsiteY7" fmla="*/ 3496101 h 3496101"/>
                    <a:gd name="connsiteX0" fmla="*/ 249451 w 1018464"/>
                    <a:gd name="connsiteY0" fmla="*/ 0 h 3496101"/>
                    <a:gd name="connsiteX1" fmla="*/ 249451 w 1018464"/>
                    <a:gd name="connsiteY1" fmla="*/ 627797 h 3496101"/>
                    <a:gd name="connsiteX2" fmla="*/ 15164 w 1018464"/>
                    <a:gd name="connsiteY2" fmla="*/ 1057701 h 3496101"/>
                    <a:gd name="connsiteX3" fmla="*/ 158466 w 1018464"/>
                    <a:gd name="connsiteY3" fmla="*/ 1447800 h 3496101"/>
                    <a:gd name="connsiteX4" fmla="*/ 777164 w 1018464"/>
                    <a:gd name="connsiteY4" fmla="*/ 1819701 h 3496101"/>
                    <a:gd name="connsiteX5" fmla="*/ 1005764 w 1018464"/>
                    <a:gd name="connsiteY5" fmla="*/ 2505501 h 3496101"/>
                    <a:gd name="connsiteX6" fmla="*/ 853364 w 1018464"/>
                    <a:gd name="connsiteY6" fmla="*/ 3115101 h 3496101"/>
                    <a:gd name="connsiteX7" fmla="*/ 853364 w 1018464"/>
                    <a:gd name="connsiteY7" fmla="*/ 3496101 h 3496101"/>
                    <a:gd name="connsiteX0" fmla="*/ 249451 w 1019980"/>
                    <a:gd name="connsiteY0" fmla="*/ 0 h 3496101"/>
                    <a:gd name="connsiteX1" fmla="*/ 249451 w 1019980"/>
                    <a:gd name="connsiteY1" fmla="*/ 627797 h 3496101"/>
                    <a:gd name="connsiteX2" fmla="*/ 15164 w 1019980"/>
                    <a:gd name="connsiteY2" fmla="*/ 1057701 h 3496101"/>
                    <a:gd name="connsiteX3" fmla="*/ 158466 w 1019980"/>
                    <a:gd name="connsiteY3" fmla="*/ 1447800 h 3496101"/>
                    <a:gd name="connsiteX4" fmla="*/ 768066 w 1019980"/>
                    <a:gd name="connsiteY4" fmla="*/ 1828800 h 3496101"/>
                    <a:gd name="connsiteX5" fmla="*/ 1005764 w 1019980"/>
                    <a:gd name="connsiteY5" fmla="*/ 2505501 h 3496101"/>
                    <a:gd name="connsiteX6" fmla="*/ 853364 w 1019980"/>
                    <a:gd name="connsiteY6" fmla="*/ 3115101 h 3496101"/>
                    <a:gd name="connsiteX7" fmla="*/ 853364 w 1019980"/>
                    <a:gd name="connsiteY7" fmla="*/ 3496101 h 3496101"/>
                    <a:gd name="connsiteX0" fmla="*/ 249451 w 1032680"/>
                    <a:gd name="connsiteY0" fmla="*/ 0 h 3496101"/>
                    <a:gd name="connsiteX1" fmla="*/ 249451 w 1032680"/>
                    <a:gd name="connsiteY1" fmla="*/ 627797 h 3496101"/>
                    <a:gd name="connsiteX2" fmla="*/ 15164 w 1032680"/>
                    <a:gd name="connsiteY2" fmla="*/ 1057701 h 3496101"/>
                    <a:gd name="connsiteX3" fmla="*/ 158466 w 1032680"/>
                    <a:gd name="connsiteY3" fmla="*/ 1447800 h 3496101"/>
                    <a:gd name="connsiteX4" fmla="*/ 691866 w 1032680"/>
                    <a:gd name="connsiteY4" fmla="*/ 1828800 h 3496101"/>
                    <a:gd name="connsiteX5" fmla="*/ 1005764 w 1032680"/>
                    <a:gd name="connsiteY5" fmla="*/ 2505501 h 3496101"/>
                    <a:gd name="connsiteX6" fmla="*/ 853364 w 1032680"/>
                    <a:gd name="connsiteY6" fmla="*/ 3115101 h 3496101"/>
                    <a:gd name="connsiteX7" fmla="*/ 853364 w 1032680"/>
                    <a:gd name="connsiteY7" fmla="*/ 3496101 h 3496101"/>
                    <a:gd name="connsiteX0" fmla="*/ 249451 w 1018464"/>
                    <a:gd name="connsiteY0" fmla="*/ 0 h 3496101"/>
                    <a:gd name="connsiteX1" fmla="*/ 249451 w 1018464"/>
                    <a:gd name="connsiteY1" fmla="*/ 627797 h 3496101"/>
                    <a:gd name="connsiteX2" fmla="*/ 15164 w 1018464"/>
                    <a:gd name="connsiteY2" fmla="*/ 1057701 h 3496101"/>
                    <a:gd name="connsiteX3" fmla="*/ 158466 w 1018464"/>
                    <a:gd name="connsiteY3" fmla="*/ 1447800 h 3496101"/>
                    <a:gd name="connsiteX4" fmla="*/ 691866 w 1018464"/>
                    <a:gd name="connsiteY4" fmla="*/ 1828800 h 3496101"/>
                    <a:gd name="connsiteX5" fmla="*/ 1005764 w 1018464"/>
                    <a:gd name="connsiteY5" fmla="*/ 2505501 h 3496101"/>
                    <a:gd name="connsiteX6" fmla="*/ 768066 w 1018464"/>
                    <a:gd name="connsiteY6" fmla="*/ 3200400 h 3496101"/>
                    <a:gd name="connsiteX7" fmla="*/ 853364 w 1018464"/>
                    <a:gd name="connsiteY7" fmla="*/ 3496101 h 3496101"/>
                    <a:gd name="connsiteX0" fmla="*/ 249451 w 1018464"/>
                    <a:gd name="connsiteY0" fmla="*/ 0 h 3505200"/>
                    <a:gd name="connsiteX1" fmla="*/ 249451 w 1018464"/>
                    <a:gd name="connsiteY1" fmla="*/ 627797 h 3505200"/>
                    <a:gd name="connsiteX2" fmla="*/ 15164 w 1018464"/>
                    <a:gd name="connsiteY2" fmla="*/ 1057701 h 3505200"/>
                    <a:gd name="connsiteX3" fmla="*/ 158466 w 1018464"/>
                    <a:gd name="connsiteY3" fmla="*/ 1447800 h 3505200"/>
                    <a:gd name="connsiteX4" fmla="*/ 691866 w 1018464"/>
                    <a:gd name="connsiteY4" fmla="*/ 1828800 h 3505200"/>
                    <a:gd name="connsiteX5" fmla="*/ 1005764 w 1018464"/>
                    <a:gd name="connsiteY5" fmla="*/ 2505501 h 3505200"/>
                    <a:gd name="connsiteX6" fmla="*/ 768066 w 1018464"/>
                    <a:gd name="connsiteY6" fmla="*/ 3200400 h 3505200"/>
                    <a:gd name="connsiteX7" fmla="*/ 768066 w 1018464"/>
                    <a:gd name="connsiteY7" fmla="*/ 3505200 h 3505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18464" h="3505200">
                      <a:moveTo>
                        <a:pt x="249451" y="0"/>
                      </a:moveTo>
                      <a:cubicBezTo>
                        <a:pt x="264236" y="232012"/>
                        <a:pt x="288499" y="451514"/>
                        <a:pt x="249451" y="627797"/>
                      </a:cubicBezTo>
                      <a:cubicBezTo>
                        <a:pt x="210403" y="804080"/>
                        <a:pt x="30328" y="921034"/>
                        <a:pt x="15164" y="1057701"/>
                      </a:cubicBezTo>
                      <a:cubicBezTo>
                        <a:pt x="0" y="1194368"/>
                        <a:pt x="45682" y="1319284"/>
                        <a:pt x="158466" y="1447800"/>
                      </a:cubicBezTo>
                      <a:cubicBezTo>
                        <a:pt x="271250" y="1576317"/>
                        <a:pt x="550650" y="1652517"/>
                        <a:pt x="691866" y="1828800"/>
                      </a:cubicBezTo>
                      <a:cubicBezTo>
                        <a:pt x="833082" y="2005084"/>
                        <a:pt x="993064" y="2276901"/>
                        <a:pt x="1005764" y="2505501"/>
                      </a:cubicBezTo>
                      <a:cubicBezTo>
                        <a:pt x="1018464" y="2734101"/>
                        <a:pt x="807682" y="3033783"/>
                        <a:pt x="768066" y="3200400"/>
                      </a:cubicBezTo>
                      <a:cubicBezTo>
                        <a:pt x="728450" y="3367017"/>
                        <a:pt x="765602" y="3456106"/>
                        <a:pt x="768066" y="3505200"/>
                      </a:cubicBezTo>
                    </a:path>
                  </a:pathLst>
                </a:custGeom>
                <a:ln w="25400">
                  <a:solidFill>
                    <a:schemeClr val="accent4">
                      <a:lumMod val="75000"/>
                    </a:schemeClr>
                  </a:solidFill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Freeform 36"/>
                <p:cNvSpPr/>
                <p:nvPr/>
              </p:nvSpPr>
              <p:spPr>
                <a:xfrm>
                  <a:off x="4254183" y="1295400"/>
                  <a:ext cx="1018464" cy="3581400"/>
                </a:xfrm>
                <a:custGeom>
                  <a:avLst/>
                  <a:gdLst>
                    <a:gd name="connsiteX0" fmla="*/ 186519 w 1171432"/>
                    <a:gd name="connsiteY0" fmla="*/ 0 h 3343701"/>
                    <a:gd name="connsiteX1" fmla="*/ 186519 w 1171432"/>
                    <a:gd name="connsiteY1" fmla="*/ 627797 h 3343701"/>
                    <a:gd name="connsiteX2" fmla="*/ 9098 w 1171432"/>
                    <a:gd name="connsiteY2" fmla="*/ 982639 h 3343701"/>
                    <a:gd name="connsiteX3" fmla="*/ 131928 w 1171432"/>
                    <a:gd name="connsiteY3" fmla="*/ 1392071 h 3343701"/>
                    <a:gd name="connsiteX4" fmla="*/ 787020 w 1171432"/>
                    <a:gd name="connsiteY4" fmla="*/ 1774209 h 3343701"/>
                    <a:gd name="connsiteX5" fmla="*/ 1114566 w 1171432"/>
                    <a:gd name="connsiteY5" fmla="*/ 2197289 h 3343701"/>
                    <a:gd name="connsiteX6" fmla="*/ 1128214 w 1171432"/>
                    <a:gd name="connsiteY6" fmla="*/ 3343701 h 3343701"/>
                    <a:gd name="connsiteX0" fmla="*/ 186519 w 1183563"/>
                    <a:gd name="connsiteY0" fmla="*/ 0 h 3343701"/>
                    <a:gd name="connsiteX1" fmla="*/ 186519 w 1183563"/>
                    <a:gd name="connsiteY1" fmla="*/ 627797 h 3343701"/>
                    <a:gd name="connsiteX2" fmla="*/ 9098 w 1183563"/>
                    <a:gd name="connsiteY2" fmla="*/ 982639 h 3343701"/>
                    <a:gd name="connsiteX3" fmla="*/ 131928 w 1183563"/>
                    <a:gd name="connsiteY3" fmla="*/ 1392071 h 3343701"/>
                    <a:gd name="connsiteX4" fmla="*/ 714232 w 1183563"/>
                    <a:gd name="connsiteY4" fmla="*/ 1819701 h 3343701"/>
                    <a:gd name="connsiteX5" fmla="*/ 1114566 w 1183563"/>
                    <a:gd name="connsiteY5" fmla="*/ 2197289 h 3343701"/>
                    <a:gd name="connsiteX6" fmla="*/ 1128214 w 118356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1019032 w 1149823"/>
                    <a:gd name="connsiteY5" fmla="*/ 2353101 h 3343701"/>
                    <a:gd name="connsiteX6" fmla="*/ 1128214 w 114982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942832 w 1149823"/>
                    <a:gd name="connsiteY5" fmla="*/ 2429301 h 3343701"/>
                    <a:gd name="connsiteX6" fmla="*/ 1128214 w 114982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942832 w 1149823"/>
                    <a:gd name="connsiteY5" fmla="*/ 2429301 h 3343701"/>
                    <a:gd name="connsiteX6" fmla="*/ 1128214 w 1149823"/>
                    <a:gd name="connsiteY6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10190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10190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9428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019032"/>
                    <a:gd name="connsiteY0" fmla="*/ 0 h 3419901"/>
                    <a:gd name="connsiteX1" fmla="*/ 186519 w 1019032"/>
                    <a:gd name="connsiteY1" fmla="*/ 627797 h 3419901"/>
                    <a:gd name="connsiteX2" fmla="*/ 9098 w 1019032"/>
                    <a:gd name="connsiteY2" fmla="*/ 982639 h 3419901"/>
                    <a:gd name="connsiteX3" fmla="*/ 131928 w 1019032"/>
                    <a:gd name="connsiteY3" fmla="*/ 1392071 h 3419901"/>
                    <a:gd name="connsiteX4" fmla="*/ 714232 w 1019032"/>
                    <a:gd name="connsiteY4" fmla="*/ 1819701 h 3419901"/>
                    <a:gd name="connsiteX5" fmla="*/ 942832 w 1019032"/>
                    <a:gd name="connsiteY5" fmla="*/ 2429301 h 3419901"/>
                    <a:gd name="connsiteX6" fmla="*/ 942832 w 1019032"/>
                    <a:gd name="connsiteY6" fmla="*/ 3115101 h 3419901"/>
                    <a:gd name="connsiteX7" fmla="*/ 1019032 w 1019032"/>
                    <a:gd name="connsiteY7" fmla="*/ 3419901 h 3419901"/>
                    <a:gd name="connsiteX0" fmla="*/ 186519 w 980932"/>
                    <a:gd name="connsiteY0" fmla="*/ 0 h 3419901"/>
                    <a:gd name="connsiteX1" fmla="*/ 186519 w 980932"/>
                    <a:gd name="connsiteY1" fmla="*/ 627797 h 3419901"/>
                    <a:gd name="connsiteX2" fmla="*/ 9098 w 980932"/>
                    <a:gd name="connsiteY2" fmla="*/ 982639 h 3419901"/>
                    <a:gd name="connsiteX3" fmla="*/ 131928 w 980932"/>
                    <a:gd name="connsiteY3" fmla="*/ 1392071 h 3419901"/>
                    <a:gd name="connsiteX4" fmla="*/ 714232 w 980932"/>
                    <a:gd name="connsiteY4" fmla="*/ 1819701 h 3419901"/>
                    <a:gd name="connsiteX5" fmla="*/ 942832 w 980932"/>
                    <a:gd name="connsiteY5" fmla="*/ 2429301 h 3419901"/>
                    <a:gd name="connsiteX6" fmla="*/ 942832 w 980932"/>
                    <a:gd name="connsiteY6" fmla="*/ 3115101 h 3419901"/>
                    <a:gd name="connsiteX7" fmla="*/ 942832 w 980932"/>
                    <a:gd name="connsiteY7" fmla="*/ 3419901 h 3419901"/>
                    <a:gd name="connsiteX0" fmla="*/ 186519 w 980932"/>
                    <a:gd name="connsiteY0" fmla="*/ 0 h 3419901"/>
                    <a:gd name="connsiteX1" fmla="*/ 186519 w 980932"/>
                    <a:gd name="connsiteY1" fmla="*/ 627797 h 3419901"/>
                    <a:gd name="connsiteX2" fmla="*/ 9098 w 980932"/>
                    <a:gd name="connsiteY2" fmla="*/ 982639 h 3419901"/>
                    <a:gd name="connsiteX3" fmla="*/ 131928 w 980932"/>
                    <a:gd name="connsiteY3" fmla="*/ 1392071 h 3419901"/>
                    <a:gd name="connsiteX4" fmla="*/ 714232 w 980932"/>
                    <a:gd name="connsiteY4" fmla="*/ 1819701 h 3419901"/>
                    <a:gd name="connsiteX5" fmla="*/ 942832 w 980932"/>
                    <a:gd name="connsiteY5" fmla="*/ 2505501 h 3419901"/>
                    <a:gd name="connsiteX6" fmla="*/ 942832 w 980932"/>
                    <a:gd name="connsiteY6" fmla="*/ 3115101 h 3419901"/>
                    <a:gd name="connsiteX7" fmla="*/ 942832 w 980932"/>
                    <a:gd name="connsiteY7" fmla="*/ 3419901 h 3419901"/>
                    <a:gd name="connsiteX0" fmla="*/ 186519 w 955532"/>
                    <a:gd name="connsiteY0" fmla="*/ 0 h 3419901"/>
                    <a:gd name="connsiteX1" fmla="*/ 186519 w 955532"/>
                    <a:gd name="connsiteY1" fmla="*/ 627797 h 3419901"/>
                    <a:gd name="connsiteX2" fmla="*/ 9098 w 955532"/>
                    <a:gd name="connsiteY2" fmla="*/ 982639 h 3419901"/>
                    <a:gd name="connsiteX3" fmla="*/ 131928 w 955532"/>
                    <a:gd name="connsiteY3" fmla="*/ 1392071 h 3419901"/>
                    <a:gd name="connsiteX4" fmla="*/ 714232 w 955532"/>
                    <a:gd name="connsiteY4" fmla="*/ 1819701 h 3419901"/>
                    <a:gd name="connsiteX5" fmla="*/ 942832 w 955532"/>
                    <a:gd name="connsiteY5" fmla="*/ 2505501 h 3419901"/>
                    <a:gd name="connsiteX6" fmla="*/ 790432 w 955532"/>
                    <a:gd name="connsiteY6" fmla="*/ 3115101 h 3419901"/>
                    <a:gd name="connsiteX7" fmla="*/ 942832 w 955532"/>
                    <a:gd name="connsiteY7" fmla="*/ 3419901 h 3419901"/>
                    <a:gd name="connsiteX0" fmla="*/ 186519 w 955532"/>
                    <a:gd name="connsiteY0" fmla="*/ 0 h 3496101"/>
                    <a:gd name="connsiteX1" fmla="*/ 186519 w 955532"/>
                    <a:gd name="connsiteY1" fmla="*/ 627797 h 3496101"/>
                    <a:gd name="connsiteX2" fmla="*/ 9098 w 955532"/>
                    <a:gd name="connsiteY2" fmla="*/ 982639 h 3496101"/>
                    <a:gd name="connsiteX3" fmla="*/ 131928 w 955532"/>
                    <a:gd name="connsiteY3" fmla="*/ 1392071 h 3496101"/>
                    <a:gd name="connsiteX4" fmla="*/ 714232 w 955532"/>
                    <a:gd name="connsiteY4" fmla="*/ 1819701 h 3496101"/>
                    <a:gd name="connsiteX5" fmla="*/ 942832 w 955532"/>
                    <a:gd name="connsiteY5" fmla="*/ 2505501 h 3496101"/>
                    <a:gd name="connsiteX6" fmla="*/ 790432 w 955532"/>
                    <a:gd name="connsiteY6" fmla="*/ 3115101 h 3496101"/>
                    <a:gd name="connsiteX7" fmla="*/ 790432 w 955532"/>
                    <a:gd name="connsiteY7" fmla="*/ 3496101 h 3496101"/>
                    <a:gd name="connsiteX0" fmla="*/ 319585 w 1088598"/>
                    <a:gd name="connsiteY0" fmla="*/ 0 h 3496101"/>
                    <a:gd name="connsiteX1" fmla="*/ 319585 w 1088598"/>
                    <a:gd name="connsiteY1" fmla="*/ 627797 h 3496101"/>
                    <a:gd name="connsiteX2" fmla="*/ 9098 w 1088598"/>
                    <a:gd name="connsiteY2" fmla="*/ 981501 h 3496101"/>
                    <a:gd name="connsiteX3" fmla="*/ 264994 w 1088598"/>
                    <a:gd name="connsiteY3" fmla="*/ 1392071 h 3496101"/>
                    <a:gd name="connsiteX4" fmla="*/ 847298 w 1088598"/>
                    <a:gd name="connsiteY4" fmla="*/ 1819701 h 3496101"/>
                    <a:gd name="connsiteX5" fmla="*/ 1075898 w 1088598"/>
                    <a:gd name="connsiteY5" fmla="*/ 2505501 h 3496101"/>
                    <a:gd name="connsiteX6" fmla="*/ 923498 w 1088598"/>
                    <a:gd name="connsiteY6" fmla="*/ 3115101 h 3496101"/>
                    <a:gd name="connsiteX7" fmla="*/ 923498 w 1088598"/>
                    <a:gd name="connsiteY7" fmla="*/ 3496101 h 3496101"/>
                    <a:gd name="connsiteX0" fmla="*/ 168891 w 937904"/>
                    <a:gd name="connsiteY0" fmla="*/ 0 h 3496101"/>
                    <a:gd name="connsiteX1" fmla="*/ 168891 w 937904"/>
                    <a:gd name="connsiteY1" fmla="*/ 627797 h 3496101"/>
                    <a:gd name="connsiteX2" fmla="*/ 10804 w 937904"/>
                    <a:gd name="connsiteY2" fmla="*/ 1057701 h 3496101"/>
                    <a:gd name="connsiteX3" fmla="*/ 114300 w 937904"/>
                    <a:gd name="connsiteY3" fmla="*/ 1392071 h 3496101"/>
                    <a:gd name="connsiteX4" fmla="*/ 696604 w 937904"/>
                    <a:gd name="connsiteY4" fmla="*/ 1819701 h 3496101"/>
                    <a:gd name="connsiteX5" fmla="*/ 925204 w 937904"/>
                    <a:gd name="connsiteY5" fmla="*/ 2505501 h 3496101"/>
                    <a:gd name="connsiteX6" fmla="*/ 772804 w 937904"/>
                    <a:gd name="connsiteY6" fmla="*/ 3115101 h 3496101"/>
                    <a:gd name="connsiteX7" fmla="*/ 772804 w 937904"/>
                    <a:gd name="connsiteY7" fmla="*/ 3496101 h 3496101"/>
                    <a:gd name="connsiteX0" fmla="*/ 243385 w 1012398"/>
                    <a:gd name="connsiteY0" fmla="*/ 0 h 3496101"/>
                    <a:gd name="connsiteX1" fmla="*/ 243385 w 1012398"/>
                    <a:gd name="connsiteY1" fmla="*/ 627797 h 3496101"/>
                    <a:gd name="connsiteX2" fmla="*/ 9098 w 1012398"/>
                    <a:gd name="connsiteY2" fmla="*/ 1057701 h 3496101"/>
                    <a:gd name="connsiteX3" fmla="*/ 188794 w 1012398"/>
                    <a:gd name="connsiteY3" fmla="*/ 1392071 h 3496101"/>
                    <a:gd name="connsiteX4" fmla="*/ 771098 w 1012398"/>
                    <a:gd name="connsiteY4" fmla="*/ 1819701 h 3496101"/>
                    <a:gd name="connsiteX5" fmla="*/ 999698 w 1012398"/>
                    <a:gd name="connsiteY5" fmla="*/ 2505501 h 3496101"/>
                    <a:gd name="connsiteX6" fmla="*/ 847298 w 1012398"/>
                    <a:gd name="connsiteY6" fmla="*/ 3115101 h 3496101"/>
                    <a:gd name="connsiteX7" fmla="*/ 847298 w 1012398"/>
                    <a:gd name="connsiteY7" fmla="*/ 3496101 h 3496101"/>
                    <a:gd name="connsiteX0" fmla="*/ 249451 w 1018464"/>
                    <a:gd name="connsiteY0" fmla="*/ 0 h 3496101"/>
                    <a:gd name="connsiteX1" fmla="*/ 249451 w 1018464"/>
                    <a:gd name="connsiteY1" fmla="*/ 627797 h 3496101"/>
                    <a:gd name="connsiteX2" fmla="*/ 15164 w 1018464"/>
                    <a:gd name="connsiteY2" fmla="*/ 1057701 h 3496101"/>
                    <a:gd name="connsiteX3" fmla="*/ 158466 w 1018464"/>
                    <a:gd name="connsiteY3" fmla="*/ 1447800 h 3496101"/>
                    <a:gd name="connsiteX4" fmla="*/ 777164 w 1018464"/>
                    <a:gd name="connsiteY4" fmla="*/ 1819701 h 3496101"/>
                    <a:gd name="connsiteX5" fmla="*/ 1005764 w 1018464"/>
                    <a:gd name="connsiteY5" fmla="*/ 2505501 h 3496101"/>
                    <a:gd name="connsiteX6" fmla="*/ 853364 w 1018464"/>
                    <a:gd name="connsiteY6" fmla="*/ 3115101 h 3496101"/>
                    <a:gd name="connsiteX7" fmla="*/ 853364 w 1018464"/>
                    <a:gd name="connsiteY7" fmla="*/ 3496101 h 3496101"/>
                    <a:gd name="connsiteX0" fmla="*/ 249451 w 1019980"/>
                    <a:gd name="connsiteY0" fmla="*/ 0 h 3496101"/>
                    <a:gd name="connsiteX1" fmla="*/ 249451 w 1019980"/>
                    <a:gd name="connsiteY1" fmla="*/ 627797 h 3496101"/>
                    <a:gd name="connsiteX2" fmla="*/ 15164 w 1019980"/>
                    <a:gd name="connsiteY2" fmla="*/ 1057701 h 3496101"/>
                    <a:gd name="connsiteX3" fmla="*/ 158466 w 1019980"/>
                    <a:gd name="connsiteY3" fmla="*/ 1447800 h 3496101"/>
                    <a:gd name="connsiteX4" fmla="*/ 768066 w 1019980"/>
                    <a:gd name="connsiteY4" fmla="*/ 1828800 h 3496101"/>
                    <a:gd name="connsiteX5" fmla="*/ 1005764 w 1019980"/>
                    <a:gd name="connsiteY5" fmla="*/ 2505501 h 3496101"/>
                    <a:gd name="connsiteX6" fmla="*/ 853364 w 1019980"/>
                    <a:gd name="connsiteY6" fmla="*/ 3115101 h 3496101"/>
                    <a:gd name="connsiteX7" fmla="*/ 853364 w 1019980"/>
                    <a:gd name="connsiteY7" fmla="*/ 3496101 h 3496101"/>
                    <a:gd name="connsiteX0" fmla="*/ 249451 w 1032680"/>
                    <a:gd name="connsiteY0" fmla="*/ 0 h 3496101"/>
                    <a:gd name="connsiteX1" fmla="*/ 249451 w 1032680"/>
                    <a:gd name="connsiteY1" fmla="*/ 627797 h 3496101"/>
                    <a:gd name="connsiteX2" fmla="*/ 15164 w 1032680"/>
                    <a:gd name="connsiteY2" fmla="*/ 1057701 h 3496101"/>
                    <a:gd name="connsiteX3" fmla="*/ 158466 w 1032680"/>
                    <a:gd name="connsiteY3" fmla="*/ 1447800 h 3496101"/>
                    <a:gd name="connsiteX4" fmla="*/ 691866 w 1032680"/>
                    <a:gd name="connsiteY4" fmla="*/ 1828800 h 3496101"/>
                    <a:gd name="connsiteX5" fmla="*/ 1005764 w 1032680"/>
                    <a:gd name="connsiteY5" fmla="*/ 2505501 h 3496101"/>
                    <a:gd name="connsiteX6" fmla="*/ 853364 w 1032680"/>
                    <a:gd name="connsiteY6" fmla="*/ 3115101 h 3496101"/>
                    <a:gd name="connsiteX7" fmla="*/ 853364 w 1032680"/>
                    <a:gd name="connsiteY7" fmla="*/ 3496101 h 3496101"/>
                    <a:gd name="connsiteX0" fmla="*/ 249451 w 1018464"/>
                    <a:gd name="connsiteY0" fmla="*/ 0 h 3496101"/>
                    <a:gd name="connsiteX1" fmla="*/ 249451 w 1018464"/>
                    <a:gd name="connsiteY1" fmla="*/ 627797 h 3496101"/>
                    <a:gd name="connsiteX2" fmla="*/ 15164 w 1018464"/>
                    <a:gd name="connsiteY2" fmla="*/ 1057701 h 3496101"/>
                    <a:gd name="connsiteX3" fmla="*/ 158466 w 1018464"/>
                    <a:gd name="connsiteY3" fmla="*/ 1447800 h 3496101"/>
                    <a:gd name="connsiteX4" fmla="*/ 691866 w 1018464"/>
                    <a:gd name="connsiteY4" fmla="*/ 1828800 h 3496101"/>
                    <a:gd name="connsiteX5" fmla="*/ 1005764 w 1018464"/>
                    <a:gd name="connsiteY5" fmla="*/ 2505501 h 3496101"/>
                    <a:gd name="connsiteX6" fmla="*/ 768066 w 1018464"/>
                    <a:gd name="connsiteY6" fmla="*/ 3200400 h 3496101"/>
                    <a:gd name="connsiteX7" fmla="*/ 853364 w 1018464"/>
                    <a:gd name="connsiteY7" fmla="*/ 3496101 h 3496101"/>
                    <a:gd name="connsiteX0" fmla="*/ 249451 w 1018464"/>
                    <a:gd name="connsiteY0" fmla="*/ 0 h 3505200"/>
                    <a:gd name="connsiteX1" fmla="*/ 249451 w 1018464"/>
                    <a:gd name="connsiteY1" fmla="*/ 627797 h 3505200"/>
                    <a:gd name="connsiteX2" fmla="*/ 15164 w 1018464"/>
                    <a:gd name="connsiteY2" fmla="*/ 1057701 h 3505200"/>
                    <a:gd name="connsiteX3" fmla="*/ 158466 w 1018464"/>
                    <a:gd name="connsiteY3" fmla="*/ 1447800 h 3505200"/>
                    <a:gd name="connsiteX4" fmla="*/ 691866 w 1018464"/>
                    <a:gd name="connsiteY4" fmla="*/ 1828800 h 3505200"/>
                    <a:gd name="connsiteX5" fmla="*/ 1005764 w 1018464"/>
                    <a:gd name="connsiteY5" fmla="*/ 2505501 h 3505200"/>
                    <a:gd name="connsiteX6" fmla="*/ 768066 w 1018464"/>
                    <a:gd name="connsiteY6" fmla="*/ 3200400 h 3505200"/>
                    <a:gd name="connsiteX7" fmla="*/ 768066 w 1018464"/>
                    <a:gd name="connsiteY7" fmla="*/ 3505200 h 3505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18464" h="3505200">
                      <a:moveTo>
                        <a:pt x="249451" y="0"/>
                      </a:moveTo>
                      <a:cubicBezTo>
                        <a:pt x="264236" y="232012"/>
                        <a:pt x="288499" y="451514"/>
                        <a:pt x="249451" y="627797"/>
                      </a:cubicBezTo>
                      <a:cubicBezTo>
                        <a:pt x="210403" y="804080"/>
                        <a:pt x="30328" y="921034"/>
                        <a:pt x="15164" y="1057701"/>
                      </a:cubicBezTo>
                      <a:cubicBezTo>
                        <a:pt x="0" y="1194368"/>
                        <a:pt x="45682" y="1319284"/>
                        <a:pt x="158466" y="1447800"/>
                      </a:cubicBezTo>
                      <a:cubicBezTo>
                        <a:pt x="271250" y="1576317"/>
                        <a:pt x="550650" y="1652517"/>
                        <a:pt x="691866" y="1828800"/>
                      </a:cubicBezTo>
                      <a:cubicBezTo>
                        <a:pt x="833082" y="2005084"/>
                        <a:pt x="993064" y="2276901"/>
                        <a:pt x="1005764" y="2505501"/>
                      </a:cubicBezTo>
                      <a:cubicBezTo>
                        <a:pt x="1018464" y="2734101"/>
                        <a:pt x="807682" y="3033783"/>
                        <a:pt x="768066" y="3200400"/>
                      </a:cubicBezTo>
                      <a:cubicBezTo>
                        <a:pt x="728450" y="3367017"/>
                        <a:pt x="765602" y="3456106"/>
                        <a:pt x="768066" y="3505200"/>
                      </a:cubicBezTo>
                    </a:path>
                  </a:pathLst>
                </a:custGeom>
                <a:ln w="25400">
                  <a:solidFill>
                    <a:schemeClr val="accent4">
                      <a:lumMod val="75000"/>
                    </a:schemeClr>
                  </a:solidFill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Freeform 37"/>
                <p:cNvSpPr/>
                <p:nvPr/>
              </p:nvSpPr>
              <p:spPr>
                <a:xfrm>
                  <a:off x="4136249" y="1295400"/>
                  <a:ext cx="1060198" cy="3657600"/>
                </a:xfrm>
                <a:custGeom>
                  <a:avLst/>
                  <a:gdLst>
                    <a:gd name="connsiteX0" fmla="*/ 186519 w 1171432"/>
                    <a:gd name="connsiteY0" fmla="*/ 0 h 3343701"/>
                    <a:gd name="connsiteX1" fmla="*/ 186519 w 1171432"/>
                    <a:gd name="connsiteY1" fmla="*/ 627797 h 3343701"/>
                    <a:gd name="connsiteX2" fmla="*/ 9098 w 1171432"/>
                    <a:gd name="connsiteY2" fmla="*/ 982639 h 3343701"/>
                    <a:gd name="connsiteX3" fmla="*/ 131928 w 1171432"/>
                    <a:gd name="connsiteY3" fmla="*/ 1392071 h 3343701"/>
                    <a:gd name="connsiteX4" fmla="*/ 787020 w 1171432"/>
                    <a:gd name="connsiteY4" fmla="*/ 1774209 h 3343701"/>
                    <a:gd name="connsiteX5" fmla="*/ 1114566 w 1171432"/>
                    <a:gd name="connsiteY5" fmla="*/ 2197289 h 3343701"/>
                    <a:gd name="connsiteX6" fmla="*/ 1128214 w 1171432"/>
                    <a:gd name="connsiteY6" fmla="*/ 3343701 h 3343701"/>
                    <a:gd name="connsiteX0" fmla="*/ 186519 w 1183563"/>
                    <a:gd name="connsiteY0" fmla="*/ 0 h 3343701"/>
                    <a:gd name="connsiteX1" fmla="*/ 186519 w 1183563"/>
                    <a:gd name="connsiteY1" fmla="*/ 627797 h 3343701"/>
                    <a:gd name="connsiteX2" fmla="*/ 9098 w 1183563"/>
                    <a:gd name="connsiteY2" fmla="*/ 982639 h 3343701"/>
                    <a:gd name="connsiteX3" fmla="*/ 131928 w 1183563"/>
                    <a:gd name="connsiteY3" fmla="*/ 1392071 h 3343701"/>
                    <a:gd name="connsiteX4" fmla="*/ 714232 w 1183563"/>
                    <a:gd name="connsiteY4" fmla="*/ 1819701 h 3343701"/>
                    <a:gd name="connsiteX5" fmla="*/ 1114566 w 1183563"/>
                    <a:gd name="connsiteY5" fmla="*/ 2197289 h 3343701"/>
                    <a:gd name="connsiteX6" fmla="*/ 1128214 w 118356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1019032 w 1149823"/>
                    <a:gd name="connsiteY5" fmla="*/ 2353101 h 3343701"/>
                    <a:gd name="connsiteX6" fmla="*/ 1128214 w 114982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942832 w 1149823"/>
                    <a:gd name="connsiteY5" fmla="*/ 2429301 h 3343701"/>
                    <a:gd name="connsiteX6" fmla="*/ 1128214 w 114982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942832 w 1149823"/>
                    <a:gd name="connsiteY5" fmla="*/ 2429301 h 3343701"/>
                    <a:gd name="connsiteX6" fmla="*/ 1128214 w 1149823"/>
                    <a:gd name="connsiteY6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10190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10190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9428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019032"/>
                    <a:gd name="connsiteY0" fmla="*/ 0 h 3419901"/>
                    <a:gd name="connsiteX1" fmla="*/ 186519 w 1019032"/>
                    <a:gd name="connsiteY1" fmla="*/ 627797 h 3419901"/>
                    <a:gd name="connsiteX2" fmla="*/ 9098 w 1019032"/>
                    <a:gd name="connsiteY2" fmla="*/ 982639 h 3419901"/>
                    <a:gd name="connsiteX3" fmla="*/ 131928 w 1019032"/>
                    <a:gd name="connsiteY3" fmla="*/ 1392071 h 3419901"/>
                    <a:gd name="connsiteX4" fmla="*/ 714232 w 1019032"/>
                    <a:gd name="connsiteY4" fmla="*/ 1819701 h 3419901"/>
                    <a:gd name="connsiteX5" fmla="*/ 942832 w 1019032"/>
                    <a:gd name="connsiteY5" fmla="*/ 2429301 h 3419901"/>
                    <a:gd name="connsiteX6" fmla="*/ 942832 w 1019032"/>
                    <a:gd name="connsiteY6" fmla="*/ 3115101 h 3419901"/>
                    <a:gd name="connsiteX7" fmla="*/ 1019032 w 1019032"/>
                    <a:gd name="connsiteY7" fmla="*/ 3419901 h 3419901"/>
                    <a:gd name="connsiteX0" fmla="*/ 186519 w 980932"/>
                    <a:gd name="connsiteY0" fmla="*/ 0 h 3419901"/>
                    <a:gd name="connsiteX1" fmla="*/ 186519 w 980932"/>
                    <a:gd name="connsiteY1" fmla="*/ 627797 h 3419901"/>
                    <a:gd name="connsiteX2" fmla="*/ 9098 w 980932"/>
                    <a:gd name="connsiteY2" fmla="*/ 982639 h 3419901"/>
                    <a:gd name="connsiteX3" fmla="*/ 131928 w 980932"/>
                    <a:gd name="connsiteY3" fmla="*/ 1392071 h 3419901"/>
                    <a:gd name="connsiteX4" fmla="*/ 714232 w 980932"/>
                    <a:gd name="connsiteY4" fmla="*/ 1819701 h 3419901"/>
                    <a:gd name="connsiteX5" fmla="*/ 942832 w 980932"/>
                    <a:gd name="connsiteY5" fmla="*/ 2429301 h 3419901"/>
                    <a:gd name="connsiteX6" fmla="*/ 942832 w 980932"/>
                    <a:gd name="connsiteY6" fmla="*/ 3115101 h 3419901"/>
                    <a:gd name="connsiteX7" fmla="*/ 942832 w 980932"/>
                    <a:gd name="connsiteY7" fmla="*/ 3419901 h 3419901"/>
                    <a:gd name="connsiteX0" fmla="*/ 186519 w 980932"/>
                    <a:gd name="connsiteY0" fmla="*/ 0 h 3419901"/>
                    <a:gd name="connsiteX1" fmla="*/ 186519 w 980932"/>
                    <a:gd name="connsiteY1" fmla="*/ 627797 h 3419901"/>
                    <a:gd name="connsiteX2" fmla="*/ 9098 w 980932"/>
                    <a:gd name="connsiteY2" fmla="*/ 982639 h 3419901"/>
                    <a:gd name="connsiteX3" fmla="*/ 131928 w 980932"/>
                    <a:gd name="connsiteY3" fmla="*/ 1392071 h 3419901"/>
                    <a:gd name="connsiteX4" fmla="*/ 714232 w 980932"/>
                    <a:gd name="connsiteY4" fmla="*/ 1819701 h 3419901"/>
                    <a:gd name="connsiteX5" fmla="*/ 942832 w 980932"/>
                    <a:gd name="connsiteY5" fmla="*/ 2505501 h 3419901"/>
                    <a:gd name="connsiteX6" fmla="*/ 942832 w 980932"/>
                    <a:gd name="connsiteY6" fmla="*/ 3115101 h 3419901"/>
                    <a:gd name="connsiteX7" fmla="*/ 942832 w 980932"/>
                    <a:gd name="connsiteY7" fmla="*/ 3419901 h 3419901"/>
                    <a:gd name="connsiteX0" fmla="*/ 186519 w 955532"/>
                    <a:gd name="connsiteY0" fmla="*/ 0 h 3419901"/>
                    <a:gd name="connsiteX1" fmla="*/ 186519 w 955532"/>
                    <a:gd name="connsiteY1" fmla="*/ 627797 h 3419901"/>
                    <a:gd name="connsiteX2" fmla="*/ 9098 w 955532"/>
                    <a:gd name="connsiteY2" fmla="*/ 982639 h 3419901"/>
                    <a:gd name="connsiteX3" fmla="*/ 131928 w 955532"/>
                    <a:gd name="connsiteY3" fmla="*/ 1392071 h 3419901"/>
                    <a:gd name="connsiteX4" fmla="*/ 714232 w 955532"/>
                    <a:gd name="connsiteY4" fmla="*/ 1819701 h 3419901"/>
                    <a:gd name="connsiteX5" fmla="*/ 942832 w 955532"/>
                    <a:gd name="connsiteY5" fmla="*/ 2505501 h 3419901"/>
                    <a:gd name="connsiteX6" fmla="*/ 790432 w 955532"/>
                    <a:gd name="connsiteY6" fmla="*/ 3115101 h 3419901"/>
                    <a:gd name="connsiteX7" fmla="*/ 942832 w 955532"/>
                    <a:gd name="connsiteY7" fmla="*/ 3419901 h 3419901"/>
                    <a:gd name="connsiteX0" fmla="*/ 186519 w 955532"/>
                    <a:gd name="connsiteY0" fmla="*/ 0 h 3496101"/>
                    <a:gd name="connsiteX1" fmla="*/ 186519 w 955532"/>
                    <a:gd name="connsiteY1" fmla="*/ 627797 h 3496101"/>
                    <a:gd name="connsiteX2" fmla="*/ 9098 w 955532"/>
                    <a:gd name="connsiteY2" fmla="*/ 982639 h 3496101"/>
                    <a:gd name="connsiteX3" fmla="*/ 131928 w 955532"/>
                    <a:gd name="connsiteY3" fmla="*/ 1392071 h 3496101"/>
                    <a:gd name="connsiteX4" fmla="*/ 714232 w 955532"/>
                    <a:gd name="connsiteY4" fmla="*/ 1819701 h 3496101"/>
                    <a:gd name="connsiteX5" fmla="*/ 942832 w 955532"/>
                    <a:gd name="connsiteY5" fmla="*/ 2505501 h 3496101"/>
                    <a:gd name="connsiteX6" fmla="*/ 790432 w 955532"/>
                    <a:gd name="connsiteY6" fmla="*/ 3115101 h 3496101"/>
                    <a:gd name="connsiteX7" fmla="*/ 790432 w 955532"/>
                    <a:gd name="connsiteY7" fmla="*/ 3496101 h 3496101"/>
                    <a:gd name="connsiteX0" fmla="*/ 319585 w 1088598"/>
                    <a:gd name="connsiteY0" fmla="*/ 0 h 3496101"/>
                    <a:gd name="connsiteX1" fmla="*/ 319585 w 1088598"/>
                    <a:gd name="connsiteY1" fmla="*/ 627797 h 3496101"/>
                    <a:gd name="connsiteX2" fmla="*/ 9098 w 1088598"/>
                    <a:gd name="connsiteY2" fmla="*/ 981501 h 3496101"/>
                    <a:gd name="connsiteX3" fmla="*/ 264994 w 1088598"/>
                    <a:gd name="connsiteY3" fmla="*/ 1392071 h 3496101"/>
                    <a:gd name="connsiteX4" fmla="*/ 847298 w 1088598"/>
                    <a:gd name="connsiteY4" fmla="*/ 1819701 h 3496101"/>
                    <a:gd name="connsiteX5" fmla="*/ 1075898 w 1088598"/>
                    <a:gd name="connsiteY5" fmla="*/ 2505501 h 3496101"/>
                    <a:gd name="connsiteX6" fmla="*/ 923498 w 1088598"/>
                    <a:gd name="connsiteY6" fmla="*/ 3115101 h 3496101"/>
                    <a:gd name="connsiteX7" fmla="*/ 923498 w 1088598"/>
                    <a:gd name="connsiteY7" fmla="*/ 3496101 h 3496101"/>
                    <a:gd name="connsiteX0" fmla="*/ 168891 w 937904"/>
                    <a:gd name="connsiteY0" fmla="*/ 0 h 3496101"/>
                    <a:gd name="connsiteX1" fmla="*/ 168891 w 937904"/>
                    <a:gd name="connsiteY1" fmla="*/ 627797 h 3496101"/>
                    <a:gd name="connsiteX2" fmla="*/ 10804 w 937904"/>
                    <a:gd name="connsiteY2" fmla="*/ 1057701 h 3496101"/>
                    <a:gd name="connsiteX3" fmla="*/ 114300 w 937904"/>
                    <a:gd name="connsiteY3" fmla="*/ 1392071 h 3496101"/>
                    <a:gd name="connsiteX4" fmla="*/ 696604 w 937904"/>
                    <a:gd name="connsiteY4" fmla="*/ 1819701 h 3496101"/>
                    <a:gd name="connsiteX5" fmla="*/ 925204 w 937904"/>
                    <a:gd name="connsiteY5" fmla="*/ 2505501 h 3496101"/>
                    <a:gd name="connsiteX6" fmla="*/ 772804 w 937904"/>
                    <a:gd name="connsiteY6" fmla="*/ 3115101 h 3496101"/>
                    <a:gd name="connsiteX7" fmla="*/ 772804 w 937904"/>
                    <a:gd name="connsiteY7" fmla="*/ 3496101 h 3496101"/>
                    <a:gd name="connsiteX0" fmla="*/ 243385 w 1012398"/>
                    <a:gd name="connsiteY0" fmla="*/ 0 h 3496101"/>
                    <a:gd name="connsiteX1" fmla="*/ 243385 w 1012398"/>
                    <a:gd name="connsiteY1" fmla="*/ 627797 h 3496101"/>
                    <a:gd name="connsiteX2" fmla="*/ 9098 w 1012398"/>
                    <a:gd name="connsiteY2" fmla="*/ 1057701 h 3496101"/>
                    <a:gd name="connsiteX3" fmla="*/ 188794 w 1012398"/>
                    <a:gd name="connsiteY3" fmla="*/ 1392071 h 3496101"/>
                    <a:gd name="connsiteX4" fmla="*/ 771098 w 1012398"/>
                    <a:gd name="connsiteY4" fmla="*/ 1819701 h 3496101"/>
                    <a:gd name="connsiteX5" fmla="*/ 999698 w 1012398"/>
                    <a:gd name="connsiteY5" fmla="*/ 2505501 h 3496101"/>
                    <a:gd name="connsiteX6" fmla="*/ 847298 w 1012398"/>
                    <a:gd name="connsiteY6" fmla="*/ 3115101 h 3496101"/>
                    <a:gd name="connsiteX7" fmla="*/ 847298 w 1012398"/>
                    <a:gd name="connsiteY7" fmla="*/ 3496101 h 3496101"/>
                    <a:gd name="connsiteX0" fmla="*/ 249451 w 1018464"/>
                    <a:gd name="connsiteY0" fmla="*/ 0 h 3496101"/>
                    <a:gd name="connsiteX1" fmla="*/ 249451 w 1018464"/>
                    <a:gd name="connsiteY1" fmla="*/ 627797 h 3496101"/>
                    <a:gd name="connsiteX2" fmla="*/ 15164 w 1018464"/>
                    <a:gd name="connsiteY2" fmla="*/ 1057701 h 3496101"/>
                    <a:gd name="connsiteX3" fmla="*/ 158466 w 1018464"/>
                    <a:gd name="connsiteY3" fmla="*/ 1447800 h 3496101"/>
                    <a:gd name="connsiteX4" fmla="*/ 777164 w 1018464"/>
                    <a:gd name="connsiteY4" fmla="*/ 1819701 h 3496101"/>
                    <a:gd name="connsiteX5" fmla="*/ 1005764 w 1018464"/>
                    <a:gd name="connsiteY5" fmla="*/ 2505501 h 3496101"/>
                    <a:gd name="connsiteX6" fmla="*/ 853364 w 1018464"/>
                    <a:gd name="connsiteY6" fmla="*/ 3115101 h 3496101"/>
                    <a:gd name="connsiteX7" fmla="*/ 853364 w 1018464"/>
                    <a:gd name="connsiteY7" fmla="*/ 3496101 h 3496101"/>
                    <a:gd name="connsiteX0" fmla="*/ 249451 w 1019980"/>
                    <a:gd name="connsiteY0" fmla="*/ 0 h 3496101"/>
                    <a:gd name="connsiteX1" fmla="*/ 249451 w 1019980"/>
                    <a:gd name="connsiteY1" fmla="*/ 627797 h 3496101"/>
                    <a:gd name="connsiteX2" fmla="*/ 15164 w 1019980"/>
                    <a:gd name="connsiteY2" fmla="*/ 1057701 h 3496101"/>
                    <a:gd name="connsiteX3" fmla="*/ 158466 w 1019980"/>
                    <a:gd name="connsiteY3" fmla="*/ 1447800 h 3496101"/>
                    <a:gd name="connsiteX4" fmla="*/ 768066 w 1019980"/>
                    <a:gd name="connsiteY4" fmla="*/ 1828800 h 3496101"/>
                    <a:gd name="connsiteX5" fmla="*/ 1005764 w 1019980"/>
                    <a:gd name="connsiteY5" fmla="*/ 2505501 h 3496101"/>
                    <a:gd name="connsiteX6" fmla="*/ 853364 w 1019980"/>
                    <a:gd name="connsiteY6" fmla="*/ 3115101 h 3496101"/>
                    <a:gd name="connsiteX7" fmla="*/ 853364 w 1019980"/>
                    <a:gd name="connsiteY7" fmla="*/ 3496101 h 3496101"/>
                    <a:gd name="connsiteX0" fmla="*/ 249451 w 1032680"/>
                    <a:gd name="connsiteY0" fmla="*/ 0 h 3496101"/>
                    <a:gd name="connsiteX1" fmla="*/ 249451 w 1032680"/>
                    <a:gd name="connsiteY1" fmla="*/ 627797 h 3496101"/>
                    <a:gd name="connsiteX2" fmla="*/ 15164 w 1032680"/>
                    <a:gd name="connsiteY2" fmla="*/ 1057701 h 3496101"/>
                    <a:gd name="connsiteX3" fmla="*/ 158466 w 1032680"/>
                    <a:gd name="connsiteY3" fmla="*/ 1447800 h 3496101"/>
                    <a:gd name="connsiteX4" fmla="*/ 691866 w 1032680"/>
                    <a:gd name="connsiteY4" fmla="*/ 1828800 h 3496101"/>
                    <a:gd name="connsiteX5" fmla="*/ 1005764 w 1032680"/>
                    <a:gd name="connsiteY5" fmla="*/ 2505501 h 3496101"/>
                    <a:gd name="connsiteX6" fmla="*/ 853364 w 1032680"/>
                    <a:gd name="connsiteY6" fmla="*/ 3115101 h 3496101"/>
                    <a:gd name="connsiteX7" fmla="*/ 853364 w 1032680"/>
                    <a:gd name="connsiteY7" fmla="*/ 3496101 h 3496101"/>
                    <a:gd name="connsiteX0" fmla="*/ 249451 w 1018464"/>
                    <a:gd name="connsiteY0" fmla="*/ 0 h 3496101"/>
                    <a:gd name="connsiteX1" fmla="*/ 249451 w 1018464"/>
                    <a:gd name="connsiteY1" fmla="*/ 627797 h 3496101"/>
                    <a:gd name="connsiteX2" fmla="*/ 15164 w 1018464"/>
                    <a:gd name="connsiteY2" fmla="*/ 1057701 h 3496101"/>
                    <a:gd name="connsiteX3" fmla="*/ 158466 w 1018464"/>
                    <a:gd name="connsiteY3" fmla="*/ 1447800 h 3496101"/>
                    <a:gd name="connsiteX4" fmla="*/ 691866 w 1018464"/>
                    <a:gd name="connsiteY4" fmla="*/ 1828800 h 3496101"/>
                    <a:gd name="connsiteX5" fmla="*/ 1005764 w 1018464"/>
                    <a:gd name="connsiteY5" fmla="*/ 2505501 h 3496101"/>
                    <a:gd name="connsiteX6" fmla="*/ 768066 w 1018464"/>
                    <a:gd name="connsiteY6" fmla="*/ 3200400 h 3496101"/>
                    <a:gd name="connsiteX7" fmla="*/ 853364 w 1018464"/>
                    <a:gd name="connsiteY7" fmla="*/ 3496101 h 3496101"/>
                    <a:gd name="connsiteX0" fmla="*/ 249451 w 1018464"/>
                    <a:gd name="connsiteY0" fmla="*/ 0 h 3505200"/>
                    <a:gd name="connsiteX1" fmla="*/ 249451 w 1018464"/>
                    <a:gd name="connsiteY1" fmla="*/ 627797 h 3505200"/>
                    <a:gd name="connsiteX2" fmla="*/ 15164 w 1018464"/>
                    <a:gd name="connsiteY2" fmla="*/ 1057701 h 3505200"/>
                    <a:gd name="connsiteX3" fmla="*/ 158466 w 1018464"/>
                    <a:gd name="connsiteY3" fmla="*/ 1447800 h 3505200"/>
                    <a:gd name="connsiteX4" fmla="*/ 691866 w 1018464"/>
                    <a:gd name="connsiteY4" fmla="*/ 1828800 h 3505200"/>
                    <a:gd name="connsiteX5" fmla="*/ 1005764 w 1018464"/>
                    <a:gd name="connsiteY5" fmla="*/ 2505501 h 3505200"/>
                    <a:gd name="connsiteX6" fmla="*/ 768066 w 1018464"/>
                    <a:gd name="connsiteY6" fmla="*/ 3200400 h 3505200"/>
                    <a:gd name="connsiteX7" fmla="*/ 768066 w 1018464"/>
                    <a:gd name="connsiteY7" fmla="*/ 3505200 h 3505200"/>
                    <a:gd name="connsiteX0" fmla="*/ 249451 w 1014831"/>
                    <a:gd name="connsiteY0" fmla="*/ 0 h 3505200"/>
                    <a:gd name="connsiteX1" fmla="*/ 249451 w 1014831"/>
                    <a:gd name="connsiteY1" fmla="*/ 627797 h 3505200"/>
                    <a:gd name="connsiteX2" fmla="*/ 15164 w 1014831"/>
                    <a:gd name="connsiteY2" fmla="*/ 1057701 h 3505200"/>
                    <a:gd name="connsiteX3" fmla="*/ 158466 w 1014831"/>
                    <a:gd name="connsiteY3" fmla="*/ 1447800 h 3505200"/>
                    <a:gd name="connsiteX4" fmla="*/ 713664 w 1014831"/>
                    <a:gd name="connsiteY4" fmla="*/ 1828800 h 3505200"/>
                    <a:gd name="connsiteX5" fmla="*/ 1005764 w 1014831"/>
                    <a:gd name="connsiteY5" fmla="*/ 2505501 h 3505200"/>
                    <a:gd name="connsiteX6" fmla="*/ 768066 w 1014831"/>
                    <a:gd name="connsiteY6" fmla="*/ 3200400 h 3505200"/>
                    <a:gd name="connsiteX7" fmla="*/ 768066 w 1014831"/>
                    <a:gd name="connsiteY7" fmla="*/ 3505200 h 3505200"/>
                    <a:gd name="connsiteX0" fmla="*/ 249451 w 1143348"/>
                    <a:gd name="connsiteY0" fmla="*/ 0 h 3505200"/>
                    <a:gd name="connsiteX1" fmla="*/ 249451 w 1143348"/>
                    <a:gd name="connsiteY1" fmla="*/ 627797 h 3505200"/>
                    <a:gd name="connsiteX2" fmla="*/ 15164 w 1143348"/>
                    <a:gd name="connsiteY2" fmla="*/ 1057701 h 3505200"/>
                    <a:gd name="connsiteX3" fmla="*/ 158466 w 1143348"/>
                    <a:gd name="connsiteY3" fmla="*/ 1447800 h 3505200"/>
                    <a:gd name="connsiteX4" fmla="*/ 713664 w 1143348"/>
                    <a:gd name="connsiteY4" fmla="*/ 1828800 h 3505200"/>
                    <a:gd name="connsiteX5" fmla="*/ 1094665 w 1143348"/>
                    <a:gd name="connsiteY5" fmla="*/ 2286000 h 3505200"/>
                    <a:gd name="connsiteX6" fmla="*/ 1005764 w 1143348"/>
                    <a:gd name="connsiteY6" fmla="*/ 2505501 h 3505200"/>
                    <a:gd name="connsiteX7" fmla="*/ 768066 w 1143348"/>
                    <a:gd name="connsiteY7" fmla="*/ 3200400 h 3505200"/>
                    <a:gd name="connsiteX8" fmla="*/ 768066 w 1143348"/>
                    <a:gd name="connsiteY8" fmla="*/ 3505200 h 3505200"/>
                    <a:gd name="connsiteX0" fmla="*/ 249451 w 1067147"/>
                    <a:gd name="connsiteY0" fmla="*/ 0 h 3505200"/>
                    <a:gd name="connsiteX1" fmla="*/ 249451 w 1067147"/>
                    <a:gd name="connsiteY1" fmla="*/ 627797 h 3505200"/>
                    <a:gd name="connsiteX2" fmla="*/ 15164 w 1067147"/>
                    <a:gd name="connsiteY2" fmla="*/ 1057701 h 3505200"/>
                    <a:gd name="connsiteX3" fmla="*/ 158466 w 1067147"/>
                    <a:gd name="connsiteY3" fmla="*/ 1447800 h 3505200"/>
                    <a:gd name="connsiteX4" fmla="*/ 713664 w 1067147"/>
                    <a:gd name="connsiteY4" fmla="*/ 1828800 h 3505200"/>
                    <a:gd name="connsiteX5" fmla="*/ 1018464 w 1067147"/>
                    <a:gd name="connsiteY5" fmla="*/ 2286000 h 3505200"/>
                    <a:gd name="connsiteX6" fmla="*/ 1005764 w 1067147"/>
                    <a:gd name="connsiteY6" fmla="*/ 2505501 h 3505200"/>
                    <a:gd name="connsiteX7" fmla="*/ 768066 w 1067147"/>
                    <a:gd name="connsiteY7" fmla="*/ 3200400 h 3505200"/>
                    <a:gd name="connsiteX8" fmla="*/ 768066 w 1067147"/>
                    <a:gd name="connsiteY8" fmla="*/ 3505200 h 3505200"/>
                    <a:gd name="connsiteX0" fmla="*/ 249451 w 1047497"/>
                    <a:gd name="connsiteY0" fmla="*/ 0 h 3505200"/>
                    <a:gd name="connsiteX1" fmla="*/ 249451 w 1047497"/>
                    <a:gd name="connsiteY1" fmla="*/ 627797 h 3505200"/>
                    <a:gd name="connsiteX2" fmla="*/ 15164 w 1047497"/>
                    <a:gd name="connsiteY2" fmla="*/ 1057701 h 3505200"/>
                    <a:gd name="connsiteX3" fmla="*/ 158466 w 1047497"/>
                    <a:gd name="connsiteY3" fmla="*/ 1447800 h 3505200"/>
                    <a:gd name="connsiteX4" fmla="*/ 713664 w 1047497"/>
                    <a:gd name="connsiteY4" fmla="*/ 1828800 h 3505200"/>
                    <a:gd name="connsiteX5" fmla="*/ 866065 w 1047497"/>
                    <a:gd name="connsiteY5" fmla="*/ 1981200 h 3505200"/>
                    <a:gd name="connsiteX6" fmla="*/ 1018464 w 1047497"/>
                    <a:gd name="connsiteY6" fmla="*/ 2286000 h 3505200"/>
                    <a:gd name="connsiteX7" fmla="*/ 1005764 w 1047497"/>
                    <a:gd name="connsiteY7" fmla="*/ 2505501 h 3505200"/>
                    <a:gd name="connsiteX8" fmla="*/ 768066 w 1047497"/>
                    <a:gd name="connsiteY8" fmla="*/ 3200400 h 3505200"/>
                    <a:gd name="connsiteX9" fmla="*/ 768066 w 1047497"/>
                    <a:gd name="connsiteY9" fmla="*/ 3505200 h 3505200"/>
                    <a:gd name="connsiteX0" fmla="*/ 249451 w 1060198"/>
                    <a:gd name="connsiteY0" fmla="*/ 0 h 3505200"/>
                    <a:gd name="connsiteX1" fmla="*/ 249451 w 1060198"/>
                    <a:gd name="connsiteY1" fmla="*/ 627797 h 3505200"/>
                    <a:gd name="connsiteX2" fmla="*/ 15164 w 1060198"/>
                    <a:gd name="connsiteY2" fmla="*/ 1057701 h 3505200"/>
                    <a:gd name="connsiteX3" fmla="*/ 158466 w 1060198"/>
                    <a:gd name="connsiteY3" fmla="*/ 1447800 h 3505200"/>
                    <a:gd name="connsiteX4" fmla="*/ 713664 w 1060198"/>
                    <a:gd name="connsiteY4" fmla="*/ 1828800 h 3505200"/>
                    <a:gd name="connsiteX5" fmla="*/ 866065 w 1060198"/>
                    <a:gd name="connsiteY5" fmla="*/ 1981200 h 3505200"/>
                    <a:gd name="connsiteX6" fmla="*/ 1018464 w 1060198"/>
                    <a:gd name="connsiteY6" fmla="*/ 2286000 h 3505200"/>
                    <a:gd name="connsiteX7" fmla="*/ 1018465 w 1060198"/>
                    <a:gd name="connsiteY7" fmla="*/ 2514600 h 3505200"/>
                    <a:gd name="connsiteX8" fmla="*/ 768066 w 1060198"/>
                    <a:gd name="connsiteY8" fmla="*/ 3200400 h 3505200"/>
                    <a:gd name="connsiteX9" fmla="*/ 768066 w 1060198"/>
                    <a:gd name="connsiteY9" fmla="*/ 3505200 h 3505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60198" h="3505200">
                      <a:moveTo>
                        <a:pt x="249451" y="0"/>
                      </a:moveTo>
                      <a:cubicBezTo>
                        <a:pt x="264236" y="232012"/>
                        <a:pt x="288499" y="451514"/>
                        <a:pt x="249451" y="627797"/>
                      </a:cubicBezTo>
                      <a:cubicBezTo>
                        <a:pt x="210403" y="804080"/>
                        <a:pt x="30328" y="921034"/>
                        <a:pt x="15164" y="1057701"/>
                      </a:cubicBezTo>
                      <a:cubicBezTo>
                        <a:pt x="0" y="1194368"/>
                        <a:pt x="42049" y="1319283"/>
                        <a:pt x="158466" y="1447800"/>
                      </a:cubicBezTo>
                      <a:cubicBezTo>
                        <a:pt x="274883" y="1576317"/>
                        <a:pt x="595731" y="1739900"/>
                        <a:pt x="713664" y="1828800"/>
                      </a:cubicBezTo>
                      <a:cubicBezTo>
                        <a:pt x="831597" y="1917700"/>
                        <a:pt x="815265" y="1905000"/>
                        <a:pt x="866065" y="1981200"/>
                      </a:cubicBezTo>
                      <a:cubicBezTo>
                        <a:pt x="916865" y="2057400"/>
                        <a:pt x="993064" y="2197100"/>
                        <a:pt x="1018464" y="2286000"/>
                      </a:cubicBezTo>
                      <a:cubicBezTo>
                        <a:pt x="1043864" y="2374900"/>
                        <a:pt x="1060198" y="2362200"/>
                        <a:pt x="1018465" y="2514600"/>
                      </a:cubicBezTo>
                      <a:cubicBezTo>
                        <a:pt x="976732" y="2667000"/>
                        <a:pt x="809799" y="3035300"/>
                        <a:pt x="768066" y="3200400"/>
                      </a:cubicBezTo>
                      <a:cubicBezTo>
                        <a:pt x="726333" y="3365500"/>
                        <a:pt x="765602" y="3456106"/>
                        <a:pt x="768066" y="3505200"/>
                      </a:cubicBezTo>
                    </a:path>
                  </a:pathLst>
                </a:custGeom>
                <a:ln w="25400">
                  <a:solidFill>
                    <a:schemeClr val="accent4">
                      <a:lumMod val="75000"/>
                    </a:schemeClr>
                  </a:solidFill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Freeform 38"/>
                <p:cNvSpPr/>
                <p:nvPr/>
              </p:nvSpPr>
              <p:spPr>
                <a:xfrm>
                  <a:off x="5196447" y="1295400"/>
                  <a:ext cx="445131" cy="3581400"/>
                </a:xfrm>
                <a:custGeom>
                  <a:avLst/>
                  <a:gdLst>
                    <a:gd name="connsiteX0" fmla="*/ 186519 w 1171432"/>
                    <a:gd name="connsiteY0" fmla="*/ 0 h 3343701"/>
                    <a:gd name="connsiteX1" fmla="*/ 186519 w 1171432"/>
                    <a:gd name="connsiteY1" fmla="*/ 627797 h 3343701"/>
                    <a:gd name="connsiteX2" fmla="*/ 9098 w 1171432"/>
                    <a:gd name="connsiteY2" fmla="*/ 982639 h 3343701"/>
                    <a:gd name="connsiteX3" fmla="*/ 131928 w 1171432"/>
                    <a:gd name="connsiteY3" fmla="*/ 1392071 h 3343701"/>
                    <a:gd name="connsiteX4" fmla="*/ 787020 w 1171432"/>
                    <a:gd name="connsiteY4" fmla="*/ 1774209 h 3343701"/>
                    <a:gd name="connsiteX5" fmla="*/ 1114566 w 1171432"/>
                    <a:gd name="connsiteY5" fmla="*/ 2197289 h 3343701"/>
                    <a:gd name="connsiteX6" fmla="*/ 1128214 w 1171432"/>
                    <a:gd name="connsiteY6" fmla="*/ 3343701 h 3343701"/>
                    <a:gd name="connsiteX0" fmla="*/ 186519 w 1183563"/>
                    <a:gd name="connsiteY0" fmla="*/ 0 h 3343701"/>
                    <a:gd name="connsiteX1" fmla="*/ 186519 w 1183563"/>
                    <a:gd name="connsiteY1" fmla="*/ 627797 h 3343701"/>
                    <a:gd name="connsiteX2" fmla="*/ 9098 w 1183563"/>
                    <a:gd name="connsiteY2" fmla="*/ 982639 h 3343701"/>
                    <a:gd name="connsiteX3" fmla="*/ 131928 w 1183563"/>
                    <a:gd name="connsiteY3" fmla="*/ 1392071 h 3343701"/>
                    <a:gd name="connsiteX4" fmla="*/ 714232 w 1183563"/>
                    <a:gd name="connsiteY4" fmla="*/ 1819701 h 3343701"/>
                    <a:gd name="connsiteX5" fmla="*/ 1114566 w 1183563"/>
                    <a:gd name="connsiteY5" fmla="*/ 2197289 h 3343701"/>
                    <a:gd name="connsiteX6" fmla="*/ 1128214 w 118356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1019032 w 1149823"/>
                    <a:gd name="connsiteY5" fmla="*/ 2353101 h 3343701"/>
                    <a:gd name="connsiteX6" fmla="*/ 1128214 w 114982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942832 w 1149823"/>
                    <a:gd name="connsiteY5" fmla="*/ 2429301 h 3343701"/>
                    <a:gd name="connsiteX6" fmla="*/ 1128214 w 114982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942832 w 1149823"/>
                    <a:gd name="connsiteY5" fmla="*/ 2429301 h 3343701"/>
                    <a:gd name="connsiteX6" fmla="*/ 1128214 w 1149823"/>
                    <a:gd name="connsiteY6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10190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10190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9428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019032"/>
                    <a:gd name="connsiteY0" fmla="*/ 0 h 3419901"/>
                    <a:gd name="connsiteX1" fmla="*/ 186519 w 1019032"/>
                    <a:gd name="connsiteY1" fmla="*/ 627797 h 3419901"/>
                    <a:gd name="connsiteX2" fmla="*/ 9098 w 1019032"/>
                    <a:gd name="connsiteY2" fmla="*/ 982639 h 3419901"/>
                    <a:gd name="connsiteX3" fmla="*/ 131928 w 1019032"/>
                    <a:gd name="connsiteY3" fmla="*/ 1392071 h 3419901"/>
                    <a:gd name="connsiteX4" fmla="*/ 714232 w 1019032"/>
                    <a:gd name="connsiteY4" fmla="*/ 1819701 h 3419901"/>
                    <a:gd name="connsiteX5" fmla="*/ 942832 w 1019032"/>
                    <a:gd name="connsiteY5" fmla="*/ 2429301 h 3419901"/>
                    <a:gd name="connsiteX6" fmla="*/ 942832 w 1019032"/>
                    <a:gd name="connsiteY6" fmla="*/ 3115101 h 3419901"/>
                    <a:gd name="connsiteX7" fmla="*/ 1019032 w 1019032"/>
                    <a:gd name="connsiteY7" fmla="*/ 3419901 h 3419901"/>
                    <a:gd name="connsiteX0" fmla="*/ 186519 w 980932"/>
                    <a:gd name="connsiteY0" fmla="*/ 0 h 3419901"/>
                    <a:gd name="connsiteX1" fmla="*/ 186519 w 980932"/>
                    <a:gd name="connsiteY1" fmla="*/ 627797 h 3419901"/>
                    <a:gd name="connsiteX2" fmla="*/ 9098 w 980932"/>
                    <a:gd name="connsiteY2" fmla="*/ 982639 h 3419901"/>
                    <a:gd name="connsiteX3" fmla="*/ 131928 w 980932"/>
                    <a:gd name="connsiteY3" fmla="*/ 1392071 h 3419901"/>
                    <a:gd name="connsiteX4" fmla="*/ 714232 w 980932"/>
                    <a:gd name="connsiteY4" fmla="*/ 1819701 h 3419901"/>
                    <a:gd name="connsiteX5" fmla="*/ 942832 w 980932"/>
                    <a:gd name="connsiteY5" fmla="*/ 2429301 h 3419901"/>
                    <a:gd name="connsiteX6" fmla="*/ 942832 w 980932"/>
                    <a:gd name="connsiteY6" fmla="*/ 3115101 h 3419901"/>
                    <a:gd name="connsiteX7" fmla="*/ 942832 w 980932"/>
                    <a:gd name="connsiteY7" fmla="*/ 3419901 h 3419901"/>
                    <a:gd name="connsiteX0" fmla="*/ 186519 w 980932"/>
                    <a:gd name="connsiteY0" fmla="*/ 0 h 3419901"/>
                    <a:gd name="connsiteX1" fmla="*/ 186519 w 980932"/>
                    <a:gd name="connsiteY1" fmla="*/ 627797 h 3419901"/>
                    <a:gd name="connsiteX2" fmla="*/ 9098 w 980932"/>
                    <a:gd name="connsiteY2" fmla="*/ 982639 h 3419901"/>
                    <a:gd name="connsiteX3" fmla="*/ 131928 w 980932"/>
                    <a:gd name="connsiteY3" fmla="*/ 1392071 h 3419901"/>
                    <a:gd name="connsiteX4" fmla="*/ 714232 w 980932"/>
                    <a:gd name="connsiteY4" fmla="*/ 1819701 h 3419901"/>
                    <a:gd name="connsiteX5" fmla="*/ 942832 w 980932"/>
                    <a:gd name="connsiteY5" fmla="*/ 2505501 h 3419901"/>
                    <a:gd name="connsiteX6" fmla="*/ 942832 w 980932"/>
                    <a:gd name="connsiteY6" fmla="*/ 3115101 h 3419901"/>
                    <a:gd name="connsiteX7" fmla="*/ 942832 w 980932"/>
                    <a:gd name="connsiteY7" fmla="*/ 3419901 h 3419901"/>
                    <a:gd name="connsiteX0" fmla="*/ 186519 w 955532"/>
                    <a:gd name="connsiteY0" fmla="*/ 0 h 3419901"/>
                    <a:gd name="connsiteX1" fmla="*/ 186519 w 955532"/>
                    <a:gd name="connsiteY1" fmla="*/ 627797 h 3419901"/>
                    <a:gd name="connsiteX2" fmla="*/ 9098 w 955532"/>
                    <a:gd name="connsiteY2" fmla="*/ 982639 h 3419901"/>
                    <a:gd name="connsiteX3" fmla="*/ 131928 w 955532"/>
                    <a:gd name="connsiteY3" fmla="*/ 1392071 h 3419901"/>
                    <a:gd name="connsiteX4" fmla="*/ 714232 w 955532"/>
                    <a:gd name="connsiteY4" fmla="*/ 1819701 h 3419901"/>
                    <a:gd name="connsiteX5" fmla="*/ 942832 w 955532"/>
                    <a:gd name="connsiteY5" fmla="*/ 2505501 h 3419901"/>
                    <a:gd name="connsiteX6" fmla="*/ 790432 w 955532"/>
                    <a:gd name="connsiteY6" fmla="*/ 3115101 h 3419901"/>
                    <a:gd name="connsiteX7" fmla="*/ 942832 w 955532"/>
                    <a:gd name="connsiteY7" fmla="*/ 3419901 h 3419901"/>
                    <a:gd name="connsiteX0" fmla="*/ 186519 w 955532"/>
                    <a:gd name="connsiteY0" fmla="*/ 0 h 3496101"/>
                    <a:gd name="connsiteX1" fmla="*/ 186519 w 955532"/>
                    <a:gd name="connsiteY1" fmla="*/ 627797 h 3496101"/>
                    <a:gd name="connsiteX2" fmla="*/ 9098 w 955532"/>
                    <a:gd name="connsiteY2" fmla="*/ 982639 h 3496101"/>
                    <a:gd name="connsiteX3" fmla="*/ 131928 w 955532"/>
                    <a:gd name="connsiteY3" fmla="*/ 1392071 h 3496101"/>
                    <a:gd name="connsiteX4" fmla="*/ 714232 w 955532"/>
                    <a:gd name="connsiteY4" fmla="*/ 1819701 h 3496101"/>
                    <a:gd name="connsiteX5" fmla="*/ 942832 w 955532"/>
                    <a:gd name="connsiteY5" fmla="*/ 2505501 h 3496101"/>
                    <a:gd name="connsiteX6" fmla="*/ 790432 w 955532"/>
                    <a:gd name="connsiteY6" fmla="*/ 3115101 h 3496101"/>
                    <a:gd name="connsiteX7" fmla="*/ 790432 w 955532"/>
                    <a:gd name="connsiteY7" fmla="*/ 3496101 h 3496101"/>
                    <a:gd name="connsiteX0" fmla="*/ 319585 w 1088598"/>
                    <a:gd name="connsiteY0" fmla="*/ 0 h 3496101"/>
                    <a:gd name="connsiteX1" fmla="*/ 319585 w 1088598"/>
                    <a:gd name="connsiteY1" fmla="*/ 627797 h 3496101"/>
                    <a:gd name="connsiteX2" fmla="*/ 9098 w 1088598"/>
                    <a:gd name="connsiteY2" fmla="*/ 981501 h 3496101"/>
                    <a:gd name="connsiteX3" fmla="*/ 264994 w 1088598"/>
                    <a:gd name="connsiteY3" fmla="*/ 1392071 h 3496101"/>
                    <a:gd name="connsiteX4" fmla="*/ 847298 w 1088598"/>
                    <a:gd name="connsiteY4" fmla="*/ 1819701 h 3496101"/>
                    <a:gd name="connsiteX5" fmla="*/ 1075898 w 1088598"/>
                    <a:gd name="connsiteY5" fmla="*/ 2505501 h 3496101"/>
                    <a:gd name="connsiteX6" fmla="*/ 923498 w 1088598"/>
                    <a:gd name="connsiteY6" fmla="*/ 3115101 h 3496101"/>
                    <a:gd name="connsiteX7" fmla="*/ 923498 w 1088598"/>
                    <a:gd name="connsiteY7" fmla="*/ 3496101 h 3496101"/>
                    <a:gd name="connsiteX0" fmla="*/ 168891 w 937904"/>
                    <a:gd name="connsiteY0" fmla="*/ 0 h 3496101"/>
                    <a:gd name="connsiteX1" fmla="*/ 168891 w 937904"/>
                    <a:gd name="connsiteY1" fmla="*/ 627797 h 3496101"/>
                    <a:gd name="connsiteX2" fmla="*/ 10804 w 937904"/>
                    <a:gd name="connsiteY2" fmla="*/ 1057701 h 3496101"/>
                    <a:gd name="connsiteX3" fmla="*/ 114300 w 937904"/>
                    <a:gd name="connsiteY3" fmla="*/ 1392071 h 3496101"/>
                    <a:gd name="connsiteX4" fmla="*/ 696604 w 937904"/>
                    <a:gd name="connsiteY4" fmla="*/ 1819701 h 3496101"/>
                    <a:gd name="connsiteX5" fmla="*/ 925204 w 937904"/>
                    <a:gd name="connsiteY5" fmla="*/ 2505501 h 3496101"/>
                    <a:gd name="connsiteX6" fmla="*/ 772804 w 937904"/>
                    <a:gd name="connsiteY6" fmla="*/ 3115101 h 3496101"/>
                    <a:gd name="connsiteX7" fmla="*/ 772804 w 937904"/>
                    <a:gd name="connsiteY7" fmla="*/ 3496101 h 3496101"/>
                    <a:gd name="connsiteX0" fmla="*/ 243385 w 1012398"/>
                    <a:gd name="connsiteY0" fmla="*/ 0 h 3496101"/>
                    <a:gd name="connsiteX1" fmla="*/ 243385 w 1012398"/>
                    <a:gd name="connsiteY1" fmla="*/ 627797 h 3496101"/>
                    <a:gd name="connsiteX2" fmla="*/ 9098 w 1012398"/>
                    <a:gd name="connsiteY2" fmla="*/ 1057701 h 3496101"/>
                    <a:gd name="connsiteX3" fmla="*/ 188794 w 1012398"/>
                    <a:gd name="connsiteY3" fmla="*/ 1392071 h 3496101"/>
                    <a:gd name="connsiteX4" fmla="*/ 771098 w 1012398"/>
                    <a:gd name="connsiteY4" fmla="*/ 1819701 h 3496101"/>
                    <a:gd name="connsiteX5" fmla="*/ 999698 w 1012398"/>
                    <a:gd name="connsiteY5" fmla="*/ 2505501 h 3496101"/>
                    <a:gd name="connsiteX6" fmla="*/ 847298 w 1012398"/>
                    <a:gd name="connsiteY6" fmla="*/ 3115101 h 3496101"/>
                    <a:gd name="connsiteX7" fmla="*/ 847298 w 1012398"/>
                    <a:gd name="connsiteY7" fmla="*/ 3496101 h 3496101"/>
                    <a:gd name="connsiteX0" fmla="*/ 243385 w 1012398"/>
                    <a:gd name="connsiteY0" fmla="*/ 0 h 3496101"/>
                    <a:gd name="connsiteX1" fmla="*/ 243385 w 1012398"/>
                    <a:gd name="connsiteY1" fmla="*/ 627797 h 3496101"/>
                    <a:gd name="connsiteX2" fmla="*/ 9098 w 1012398"/>
                    <a:gd name="connsiteY2" fmla="*/ 1057701 h 3496101"/>
                    <a:gd name="connsiteX3" fmla="*/ 188794 w 1012398"/>
                    <a:gd name="connsiteY3" fmla="*/ 1392071 h 3496101"/>
                    <a:gd name="connsiteX4" fmla="*/ 771098 w 1012398"/>
                    <a:gd name="connsiteY4" fmla="*/ 1819701 h 3496101"/>
                    <a:gd name="connsiteX5" fmla="*/ 999698 w 1012398"/>
                    <a:gd name="connsiteY5" fmla="*/ 2505501 h 3496101"/>
                    <a:gd name="connsiteX6" fmla="*/ 847298 w 1012398"/>
                    <a:gd name="connsiteY6" fmla="*/ 3115101 h 3496101"/>
                    <a:gd name="connsiteX7" fmla="*/ 847298 w 1012398"/>
                    <a:gd name="connsiteY7" fmla="*/ 3496101 h 3496101"/>
                    <a:gd name="connsiteX0" fmla="*/ 243385 w 1012398"/>
                    <a:gd name="connsiteY0" fmla="*/ 0 h 3496101"/>
                    <a:gd name="connsiteX1" fmla="*/ 243385 w 1012398"/>
                    <a:gd name="connsiteY1" fmla="*/ 627797 h 3496101"/>
                    <a:gd name="connsiteX2" fmla="*/ 9098 w 1012398"/>
                    <a:gd name="connsiteY2" fmla="*/ 1057701 h 3496101"/>
                    <a:gd name="connsiteX3" fmla="*/ 188794 w 1012398"/>
                    <a:gd name="connsiteY3" fmla="*/ 1392071 h 3496101"/>
                    <a:gd name="connsiteX4" fmla="*/ 771098 w 1012398"/>
                    <a:gd name="connsiteY4" fmla="*/ 1819701 h 3496101"/>
                    <a:gd name="connsiteX5" fmla="*/ 999698 w 1012398"/>
                    <a:gd name="connsiteY5" fmla="*/ 2505501 h 3496101"/>
                    <a:gd name="connsiteX6" fmla="*/ 847298 w 1012398"/>
                    <a:gd name="connsiteY6" fmla="*/ 3115101 h 3496101"/>
                    <a:gd name="connsiteX7" fmla="*/ 847298 w 1012398"/>
                    <a:gd name="connsiteY7" fmla="*/ 3496101 h 3496101"/>
                    <a:gd name="connsiteX0" fmla="*/ 243385 w 1012398"/>
                    <a:gd name="connsiteY0" fmla="*/ 0 h 3572301"/>
                    <a:gd name="connsiteX1" fmla="*/ 243385 w 1012398"/>
                    <a:gd name="connsiteY1" fmla="*/ 627797 h 3572301"/>
                    <a:gd name="connsiteX2" fmla="*/ 9098 w 1012398"/>
                    <a:gd name="connsiteY2" fmla="*/ 1057701 h 3572301"/>
                    <a:gd name="connsiteX3" fmla="*/ 188794 w 1012398"/>
                    <a:gd name="connsiteY3" fmla="*/ 1392071 h 3572301"/>
                    <a:gd name="connsiteX4" fmla="*/ 771098 w 1012398"/>
                    <a:gd name="connsiteY4" fmla="*/ 1819701 h 3572301"/>
                    <a:gd name="connsiteX5" fmla="*/ 999698 w 1012398"/>
                    <a:gd name="connsiteY5" fmla="*/ 2505501 h 3572301"/>
                    <a:gd name="connsiteX6" fmla="*/ 847298 w 1012398"/>
                    <a:gd name="connsiteY6" fmla="*/ 3115101 h 3572301"/>
                    <a:gd name="connsiteX7" fmla="*/ 771098 w 1012398"/>
                    <a:gd name="connsiteY7" fmla="*/ 3572301 h 3572301"/>
                    <a:gd name="connsiteX0" fmla="*/ 243385 w 1012398"/>
                    <a:gd name="connsiteY0" fmla="*/ 0 h 3572301"/>
                    <a:gd name="connsiteX1" fmla="*/ 243385 w 1012398"/>
                    <a:gd name="connsiteY1" fmla="*/ 627797 h 3572301"/>
                    <a:gd name="connsiteX2" fmla="*/ 9098 w 1012398"/>
                    <a:gd name="connsiteY2" fmla="*/ 1057701 h 3572301"/>
                    <a:gd name="connsiteX3" fmla="*/ 188794 w 1012398"/>
                    <a:gd name="connsiteY3" fmla="*/ 1392071 h 3572301"/>
                    <a:gd name="connsiteX4" fmla="*/ 771098 w 1012398"/>
                    <a:gd name="connsiteY4" fmla="*/ 1895901 h 3572301"/>
                    <a:gd name="connsiteX5" fmla="*/ 999698 w 1012398"/>
                    <a:gd name="connsiteY5" fmla="*/ 2505501 h 3572301"/>
                    <a:gd name="connsiteX6" fmla="*/ 847298 w 1012398"/>
                    <a:gd name="connsiteY6" fmla="*/ 3115101 h 3572301"/>
                    <a:gd name="connsiteX7" fmla="*/ 771098 w 1012398"/>
                    <a:gd name="connsiteY7" fmla="*/ 3572301 h 3572301"/>
                    <a:gd name="connsiteX0" fmla="*/ 243385 w 1052014"/>
                    <a:gd name="connsiteY0" fmla="*/ 0 h 3572301"/>
                    <a:gd name="connsiteX1" fmla="*/ 243385 w 1052014"/>
                    <a:gd name="connsiteY1" fmla="*/ 627797 h 3572301"/>
                    <a:gd name="connsiteX2" fmla="*/ 9098 w 1052014"/>
                    <a:gd name="connsiteY2" fmla="*/ 1057701 h 3572301"/>
                    <a:gd name="connsiteX3" fmla="*/ 188794 w 1052014"/>
                    <a:gd name="connsiteY3" fmla="*/ 1392071 h 3572301"/>
                    <a:gd name="connsiteX4" fmla="*/ 533400 w 1052014"/>
                    <a:gd name="connsiteY4" fmla="*/ 2057400 h 3572301"/>
                    <a:gd name="connsiteX5" fmla="*/ 999698 w 1052014"/>
                    <a:gd name="connsiteY5" fmla="*/ 2505501 h 3572301"/>
                    <a:gd name="connsiteX6" fmla="*/ 847298 w 1052014"/>
                    <a:gd name="connsiteY6" fmla="*/ 3115101 h 3572301"/>
                    <a:gd name="connsiteX7" fmla="*/ 771098 w 1052014"/>
                    <a:gd name="connsiteY7" fmla="*/ 3572301 h 3572301"/>
                    <a:gd name="connsiteX0" fmla="*/ 243385 w 872698"/>
                    <a:gd name="connsiteY0" fmla="*/ 0 h 3572301"/>
                    <a:gd name="connsiteX1" fmla="*/ 243385 w 872698"/>
                    <a:gd name="connsiteY1" fmla="*/ 627797 h 3572301"/>
                    <a:gd name="connsiteX2" fmla="*/ 9098 w 872698"/>
                    <a:gd name="connsiteY2" fmla="*/ 1057701 h 3572301"/>
                    <a:gd name="connsiteX3" fmla="*/ 188794 w 872698"/>
                    <a:gd name="connsiteY3" fmla="*/ 1392071 h 3572301"/>
                    <a:gd name="connsiteX4" fmla="*/ 533400 w 872698"/>
                    <a:gd name="connsiteY4" fmla="*/ 2057400 h 3572301"/>
                    <a:gd name="connsiteX5" fmla="*/ 533400 w 872698"/>
                    <a:gd name="connsiteY5" fmla="*/ 2743200 h 3572301"/>
                    <a:gd name="connsiteX6" fmla="*/ 847298 w 872698"/>
                    <a:gd name="connsiteY6" fmla="*/ 3115101 h 3572301"/>
                    <a:gd name="connsiteX7" fmla="*/ 771098 w 872698"/>
                    <a:gd name="connsiteY7" fmla="*/ 3572301 h 3572301"/>
                    <a:gd name="connsiteX0" fmla="*/ 243385 w 771098"/>
                    <a:gd name="connsiteY0" fmla="*/ 0 h 3572301"/>
                    <a:gd name="connsiteX1" fmla="*/ 243385 w 771098"/>
                    <a:gd name="connsiteY1" fmla="*/ 627797 h 3572301"/>
                    <a:gd name="connsiteX2" fmla="*/ 9098 w 771098"/>
                    <a:gd name="connsiteY2" fmla="*/ 1057701 h 3572301"/>
                    <a:gd name="connsiteX3" fmla="*/ 188794 w 771098"/>
                    <a:gd name="connsiteY3" fmla="*/ 1392071 h 3572301"/>
                    <a:gd name="connsiteX4" fmla="*/ 533400 w 771098"/>
                    <a:gd name="connsiteY4" fmla="*/ 2057400 h 3572301"/>
                    <a:gd name="connsiteX5" fmla="*/ 533400 w 771098"/>
                    <a:gd name="connsiteY5" fmla="*/ 2743200 h 3572301"/>
                    <a:gd name="connsiteX6" fmla="*/ 533400 w 771098"/>
                    <a:gd name="connsiteY6" fmla="*/ 3200400 h 3572301"/>
                    <a:gd name="connsiteX7" fmla="*/ 771098 w 771098"/>
                    <a:gd name="connsiteY7" fmla="*/ 3572301 h 3572301"/>
                    <a:gd name="connsiteX0" fmla="*/ 243385 w 590834"/>
                    <a:gd name="connsiteY0" fmla="*/ 0 h 3733800"/>
                    <a:gd name="connsiteX1" fmla="*/ 243385 w 590834"/>
                    <a:gd name="connsiteY1" fmla="*/ 627797 h 3733800"/>
                    <a:gd name="connsiteX2" fmla="*/ 9098 w 590834"/>
                    <a:gd name="connsiteY2" fmla="*/ 1057701 h 3733800"/>
                    <a:gd name="connsiteX3" fmla="*/ 188794 w 590834"/>
                    <a:gd name="connsiteY3" fmla="*/ 1392071 h 3733800"/>
                    <a:gd name="connsiteX4" fmla="*/ 533400 w 590834"/>
                    <a:gd name="connsiteY4" fmla="*/ 2057400 h 3733800"/>
                    <a:gd name="connsiteX5" fmla="*/ 533400 w 590834"/>
                    <a:gd name="connsiteY5" fmla="*/ 2743200 h 3733800"/>
                    <a:gd name="connsiteX6" fmla="*/ 533400 w 590834"/>
                    <a:gd name="connsiteY6" fmla="*/ 3200400 h 3733800"/>
                    <a:gd name="connsiteX7" fmla="*/ 381000 w 590834"/>
                    <a:gd name="connsiteY7" fmla="*/ 3733800 h 3733800"/>
                    <a:gd name="connsiteX0" fmla="*/ 118091 w 465540"/>
                    <a:gd name="connsiteY0" fmla="*/ 0 h 3733800"/>
                    <a:gd name="connsiteX1" fmla="*/ 118091 w 465540"/>
                    <a:gd name="connsiteY1" fmla="*/ 627797 h 3733800"/>
                    <a:gd name="connsiteX2" fmla="*/ 27106 w 465540"/>
                    <a:gd name="connsiteY2" fmla="*/ 1219199 h 3733800"/>
                    <a:gd name="connsiteX3" fmla="*/ 63500 w 465540"/>
                    <a:gd name="connsiteY3" fmla="*/ 1392071 h 3733800"/>
                    <a:gd name="connsiteX4" fmla="*/ 408106 w 465540"/>
                    <a:gd name="connsiteY4" fmla="*/ 2057400 h 3733800"/>
                    <a:gd name="connsiteX5" fmla="*/ 408106 w 465540"/>
                    <a:gd name="connsiteY5" fmla="*/ 2743200 h 3733800"/>
                    <a:gd name="connsiteX6" fmla="*/ 408106 w 465540"/>
                    <a:gd name="connsiteY6" fmla="*/ 3200400 h 3733800"/>
                    <a:gd name="connsiteX7" fmla="*/ 255706 w 465540"/>
                    <a:gd name="connsiteY7" fmla="*/ 3733800 h 3733800"/>
                    <a:gd name="connsiteX0" fmla="*/ 100083 w 415498"/>
                    <a:gd name="connsiteY0" fmla="*/ 0 h 3733800"/>
                    <a:gd name="connsiteX1" fmla="*/ 100083 w 415498"/>
                    <a:gd name="connsiteY1" fmla="*/ 627797 h 3733800"/>
                    <a:gd name="connsiteX2" fmla="*/ 9098 w 415498"/>
                    <a:gd name="connsiteY2" fmla="*/ 1219199 h 3733800"/>
                    <a:gd name="connsiteX3" fmla="*/ 45492 w 415498"/>
                    <a:gd name="connsiteY3" fmla="*/ 1392071 h 3733800"/>
                    <a:gd name="connsiteX4" fmla="*/ 237698 w 415498"/>
                    <a:gd name="connsiteY4" fmla="*/ 1752599 h 3733800"/>
                    <a:gd name="connsiteX5" fmla="*/ 390098 w 415498"/>
                    <a:gd name="connsiteY5" fmla="*/ 2057400 h 3733800"/>
                    <a:gd name="connsiteX6" fmla="*/ 390098 w 415498"/>
                    <a:gd name="connsiteY6" fmla="*/ 2743200 h 3733800"/>
                    <a:gd name="connsiteX7" fmla="*/ 390098 w 415498"/>
                    <a:gd name="connsiteY7" fmla="*/ 3200400 h 3733800"/>
                    <a:gd name="connsiteX8" fmla="*/ 237698 w 415498"/>
                    <a:gd name="connsiteY8" fmla="*/ 3733800 h 3733800"/>
                    <a:gd name="connsiteX0" fmla="*/ 100083 w 491698"/>
                    <a:gd name="connsiteY0" fmla="*/ 0 h 3733800"/>
                    <a:gd name="connsiteX1" fmla="*/ 100083 w 491698"/>
                    <a:gd name="connsiteY1" fmla="*/ 627797 h 3733800"/>
                    <a:gd name="connsiteX2" fmla="*/ 9098 w 491698"/>
                    <a:gd name="connsiteY2" fmla="*/ 1219199 h 3733800"/>
                    <a:gd name="connsiteX3" fmla="*/ 45492 w 491698"/>
                    <a:gd name="connsiteY3" fmla="*/ 1392071 h 3733800"/>
                    <a:gd name="connsiteX4" fmla="*/ 237698 w 491698"/>
                    <a:gd name="connsiteY4" fmla="*/ 1752599 h 3733800"/>
                    <a:gd name="connsiteX5" fmla="*/ 390098 w 491698"/>
                    <a:gd name="connsiteY5" fmla="*/ 2057400 h 3733800"/>
                    <a:gd name="connsiteX6" fmla="*/ 491698 w 491698"/>
                    <a:gd name="connsiteY6" fmla="*/ 2743200 h 3733800"/>
                    <a:gd name="connsiteX7" fmla="*/ 390098 w 491698"/>
                    <a:gd name="connsiteY7" fmla="*/ 3200400 h 3733800"/>
                    <a:gd name="connsiteX8" fmla="*/ 237698 w 491698"/>
                    <a:gd name="connsiteY8" fmla="*/ 3733800 h 3733800"/>
                    <a:gd name="connsiteX0" fmla="*/ 100083 w 491698"/>
                    <a:gd name="connsiteY0" fmla="*/ 0 h 3733800"/>
                    <a:gd name="connsiteX1" fmla="*/ 100083 w 491698"/>
                    <a:gd name="connsiteY1" fmla="*/ 627797 h 3733800"/>
                    <a:gd name="connsiteX2" fmla="*/ 9098 w 491698"/>
                    <a:gd name="connsiteY2" fmla="*/ 1219199 h 3733800"/>
                    <a:gd name="connsiteX3" fmla="*/ 45492 w 491698"/>
                    <a:gd name="connsiteY3" fmla="*/ 1392071 h 3733800"/>
                    <a:gd name="connsiteX4" fmla="*/ 237698 w 491698"/>
                    <a:gd name="connsiteY4" fmla="*/ 1752599 h 3733800"/>
                    <a:gd name="connsiteX5" fmla="*/ 390098 w 491698"/>
                    <a:gd name="connsiteY5" fmla="*/ 2057400 h 3733800"/>
                    <a:gd name="connsiteX6" fmla="*/ 491698 w 491698"/>
                    <a:gd name="connsiteY6" fmla="*/ 2743200 h 3733800"/>
                    <a:gd name="connsiteX7" fmla="*/ 390098 w 491698"/>
                    <a:gd name="connsiteY7" fmla="*/ 3200400 h 3733800"/>
                    <a:gd name="connsiteX8" fmla="*/ 339298 w 491698"/>
                    <a:gd name="connsiteY8" fmla="*/ 3733800 h 3733800"/>
                    <a:gd name="connsiteX0" fmla="*/ 100083 w 517098"/>
                    <a:gd name="connsiteY0" fmla="*/ 0 h 3733800"/>
                    <a:gd name="connsiteX1" fmla="*/ 100083 w 517098"/>
                    <a:gd name="connsiteY1" fmla="*/ 627797 h 3733800"/>
                    <a:gd name="connsiteX2" fmla="*/ 9098 w 517098"/>
                    <a:gd name="connsiteY2" fmla="*/ 1219199 h 3733800"/>
                    <a:gd name="connsiteX3" fmla="*/ 45492 w 517098"/>
                    <a:gd name="connsiteY3" fmla="*/ 1392071 h 3733800"/>
                    <a:gd name="connsiteX4" fmla="*/ 237698 w 517098"/>
                    <a:gd name="connsiteY4" fmla="*/ 1752599 h 3733800"/>
                    <a:gd name="connsiteX5" fmla="*/ 390098 w 517098"/>
                    <a:gd name="connsiteY5" fmla="*/ 2057400 h 3733800"/>
                    <a:gd name="connsiteX6" fmla="*/ 491698 w 517098"/>
                    <a:gd name="connsiteY6" fmla="*/ 2743200 h 3733800"/>
                    <a:gd name="connsiteX7" fmla="*/ 491698 w 517098"/>
                    <a:gd name="connsiteY7" fmla="*/ 3200400 h 3733800"/>
                    <a:gd name="connsiteX8" fmla="*/ 339298 w 517098"/>
                    <a:gd name="connsiteY8" fmla="*/ 3733800 h 3733800"/>
                    <a:gd name="connsiteX0" fmla="*/ 100083 w 500165"/>
                    <a:gd name="connsiteY0" fmla="*/ 0 h 3733800"/>
                    <a:gd name="connsiteX1" fmla="*/ 100083 w 500165"/>
                    <a:gd name="connsiteY1" fmla="*/ 627797 h 3733800"/>
                    <a:gd name="connsiteX2" fmla="*/ 9098 w 500165"/>
                    <a:gd name="connsiteY2" fmla="*/ 1219199 h 3733800"/>
                    <a:gd name="connsiteX3" fmla="*/ 45492 w 500165"/>
                    <a:gd name="connsiteY3" fmla="*/ 1392071 h 3733800"/>
                    <a:gd name="connsiteX4" fmla="*/ 237698 w 500165"/>
                    <a:gd name="connsiteY4" fmla="*/ 1752599 h 3733800"/>
                    <a:gd name="connsiteX5" fmla="*/ 390098 w 500165"/>
                    <a:gd name="connsiteY5" fmla="*/ 2057400 h 3733800"/>
                    <a:gd name="connsiteX6" fmla="*/ 491698 w 500165"/>
                    <a:gd name="connsiteY6" fmla="*/ 2743200 h 3733800"/>
                    <a:gd name="connsiteX7" fmla="*/ 440898 w 500165"/>
                    <a:gd name="connsiteY7" fmla="*/ 3276600 h 3733800"/>
                    <a:gd name="connsiteX8" fmla="*/ 339298 w 500165"/>
                    <a:gd name="connsiteY8" fmla="*/ 3733800 h 3733800"/>
                    <a:gd name="connsiteX0" fmla="*/ 100083 w 525566"/>
                    <a:gd name="connsiteY0" fmla="*/ 0 h 3733800"/>
                    <a:gd name="connsiteX1" fmla="*/ 100083 w 525566"/>
                    <a:gd name="connsiteY1" fmla="*/ 627797 h 3733800"/>
                    <a:gd name="connsiteX2" fmla="*/ 9098 w 525566"/>
                    <a:gd name="connsiteY2" fmla="*/ 1219199 h 3733800"/>
                    <a:gd name="connsiteX3" fmla="*/ 45492 w 525566"/>
                    <a:gd name="connsiteY3" fmla="*/ 1392071 h 3733800"/>
                    <a:gd name="connsiteX4" fmla="*/ 237698 w 525566"/>
                    <a:gd name="connsiteY4" fmla="*/ 1752599 h 3733800"/>
                    <a:gd name="connsiteX5" fmla="*/ 390098 w 525566"/>
                    <a:gd name="connsiteY5" fmla="*/ 2057400 h 3733800"/>
                    <a:gd name="connsiteX6" fmla="*/ 517099 w 525566"/>
                    <a:gd name="connsiteY6" fmla="*/ 2743200 h 3733800"/>
                    <a:gd name="connsiteX7" fmla="*/ 440898 w 525566"/>
                    <a:gd name="connsiteY7" fmla="*/ 3276600 h 3733800"/>
                    <a:gd name="connsiteX8" fmla="*/ 339298 w 525566"/>
                    <a:gd name="connsiteY8" fmla="*/ 3733800 h 3733800"/>
                    <a:gd name="connsiteX0" fmla="*/ 100083 w 466298"/>
                    <a:gd name="connsiteY0" fmla="*/ 0 h 3733800"/>
                    <a:gd name="connsiteX1" fmla="*/ 100083 w 466298"/>
                    <a:gd name="connsiteY1" fmla="*/ 627797 h 3733800"/>
                    <a:gd name="connsiteX2" fmla="*/ 9098 w 466298"/>
                    <a:gd name="connsiteY2" fmla="*/ 1219199 h 3733800"/>
                    <a:gd name="connsiteX3" fmla="*/ 45492 w 466298"/>
                    <a:gd name="connsiteY3" fmla="*/ 1392071 h 3733800"/>
                    <a:gd name="connsiteX4" fmla="*/ 237698 w 466298"/>
                    <a:gd name="connsiteY4" fmla="*/ 1752599 h 3733800"/>
                    <a:gd name="connsiteX5" fmla="*/ 390098 w 466298"/>
                    <a:gd name="connsiteY5" fmla="*/ 2057400 h 3733800"/>
                    <a:gd name="connsiteX6" fmla="*/ 440898 w 466298"/>
                    <a:gd name="connsiteY6" fmla="*/ 2743200 h 3733800"/>
                    <a:gd name="connsiteX7" fmla="*/ 440898 w 466298"/>
                    <a:gd name="connsiteY7" fmla="*/ 3276600 h 3733800"/>
                    <a:gd name="connsiteX8" fmla="*/ 339298 w 466298"/>
                    <a:gd name="connsiteY8" fmla="*/ 3733800 h 3733800"/>
                    <a:gd name="connsiteX0" fmla="*/ 100083 w 445131"/>
                    <a:gd name="connsiteY0" fmla="*/ 0 h 3733800"/>
                    <a:gd name="connsiteX1" fmla="*/ 100083 w 445131"/>
                    <a:gd name="connsiteY1" fmla="*/ 627797 h 3733800"/>
                    <a:gd name="connsiteX2" fmla="*/ 9098 w 445131"/>
                    <a:gd name="connsiteY2" fmla="*/ 1219199 h 3733800"/>
                    <a:gd name="connsiteX3" fmla="*/ 45492 w 445131"/>
                    <a:gd name="connsiteY3" fmla="*/ 1392071 h 3733800"/>
                    <a:gd name="connsiteX4" fmla="*/ 237698 w 445131"/>
                    <a:gd name="connsiteY4" fmla="*/ 1752599 h 3733800"/>
                    <a:gd name="connsiteX5" fmla="*/ 390098 w 445131"/>
                    <a:gd name="connsiteY5" fmla="*/ 2057400 h 3733800"/>
                    <a:gd name="connsiteX6" fmla="*/ 440898 w 445131"/>
                    <a:gd name="connsiteY6" fmla="*/ 2743200 h 3733800"/>
                    <a:gd name="connsiteX7" fmla="*/ 364698 w 445131"/>
                    <a:gd name="connsiteY7" fmla="*/ 3276600 h 3733800"/>
                    <a:gd name="connsiteX8" fmla="*/ 339298 w 445131"/>
                    <a:gd name="connsiteY8" fmla="*/ 3733800 h 3733800"/>
                    <a:gd name="connsiteX0" fmla="*/ 100083 w 445131"/>
                    <a:gd name="connsiteY0" fmla="*/ 0 h 3733800"/>
                    <a:gd name="connsiteX1" fmla="*/ 100083 w 445131"/>
                    <a:gd name="connsiteY1" fmla="*/ 627797 h 3733800"/>
                    <a:gd name="connsiteX2" fmla="*/ 9098 w 445131"/>
                    <a:gd name="connsiteY2" fmla="*/ 1219199 h 3733800"/>
                    <a:gd name="connsiteX3" fmla="*/ 45492 w 445131"/>
                    <a:gd name="connsiteY3" fmla="*/ 1392071 h 3733800"/>
                    <a:gd name="connsiteX4" fmla="*/ 237698 w 445131"/>
                    <a:gd name="connsiteY4" fmla="*/ 1752599 h 3733800"/>
                    <a:gd name="connsiteX5" fmla="*/ 390098 w 445131"/>
                    <a:gd name="connsiteY5" fmla="*/ 2057400 h 3733800"/>
                    <a:gd name="connsiteX6" fmla="*/ 440898 w 445131"/>
                    <a:gd name="connsiteY6" fmla="*/ 2743200 h 3733800"/>
                    <a:gd name="connsiteX7" fmla="*/ 364698 w 445131"/>
                    <a:gd name="connsiteY7" fmla="*/ 3276600 h 3733800"/>
                    <a:gd name="connsiteX8" fmla="*/ 288499 w 445131"/>
                    <a:gd name="connsiteY8" fmla="*/ 3733800 h 3733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45131" h="3733800">
                      <a:moveTo>
                        <a:pt x="100083" y="0"/>
                      </a:moveTo>
                      <a:cubicBezTo>
                        <a:pt x="114868" y="232012"/>
                        <a:pt x="115247" y="424597"/>
                        <a:pt x="100083" y="627797"/>
                      </a:cubicBezTo>
                      <a:cubicBezTo>
                        <a:pt x="84919" y="830997"/>
                        <a:pt x="18196" y="1091820"/>
                        <a:pt x="9098" y="1219199"/>
                      </a:cubicBezTo>
                      <a:cubicBezTo>
                        <a:pt x="0" y="1346578"/>
                        <a:pt x="7392" y="1303171"/>
                        <a:pt x="45492" y="1392071"/>
                      </a:cubicBezTo>
                      <a:cubicBezTo>
                        <a:pt x="83592" y="1480971"/>
                        <a:pt x="180264" y="1641711"/>
                        <a:pt x="237698" y="1752599"/>
                      </a:cubicBezTo>
                      <a:cubicBezTo>
                        <a:pt x="295132" y="1863487"/>
                        <a:pt x="356231" y="1892300"/>
                        <a:pt x="390098" y="2057400"/>
                      </a:cubicBezTo>
                      <a:cubicBezTo>
                        <a:pt x="423965" y="2222500"/>
                        <a:pt x="445131" y="2540000"/>
                        <a:pt x="440898" y="2743200"/>
                      </a:cubicBezTo>
                      <a:cubicBezTo>
                        <a:pt x="436665" y="2946400"/>
                        <a:pt x="390098" y="3111500"/>
                        <a:pt x="364698" y="3276600"/>
                      </a:cubicBezTo>
                      <a:cubicBezTo>
                        <a:pt x="239214" y="3441700"/>
                        <a:pt x="286035" y="3684706"/>
                        <a:pt x="288499" y="3733800"/>
                      </a:cubicBezTo>
                    </a:path>
                  </a:pathLst>
                </a:custGeom>
                <a:ln w="25400">
                  <a:solidFill>
                    <a:schemeClr val="accent4">
                      <a:lumMod val="75000"/>
                    </a:schemeClr>
                  </a:solidFill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Freeform 39"/>
                <p:cNvSpPr/>
                <p:nvPr/>
              </p:nvSpPr>
              <p:spPr>
                <a:xfrm>
                  <a:off x="4038600" y="1295400"/>
                  <a:ext cx="395847" cy="3657600"/>
                </a:xfrm>
                <a:custGeom>
                  <a:avLst/>
                  <a:gdLst>
                    <a:gd name="connsiteX0" fmla="*/ 186519 w 1171432"/>
                    <a:gd name="connsiteY0" fmla="*/ 0 h 3343701"/>
                    <a:gd name="connsiteX1" fmla="*/ 186519 w 1171432"/>
                    <a:gd name="connsiteY1" fmla="*/ 627797 h 3343701"/>
                    <a:gd name="connsiteX2" fmla="*/ 9098 w 1171432"/>
                    <a:gd name="connsiteY2" fmla="*/ 982639 h 3343701"/>
                    <a:gd name="connsiteX3" fmla="*/ 131928 w 1171432"/>
                    <a:gd name="connsiteY3" fmla="*/ 1392071 h 3343701"/>
                    <a:gd name="connsiteX4" fmla="*/ 787020 w 1171432"/>
                    <a:gd name="connsiteY4" fmla="*/ 1774209 h 3343701"/>
                    <a:gd name="connsiteX5" fmla="*/ 1114566 w 1171432"/>
                    <a:gd name="connsiteY5" fmla="*/ 2197289 h 3343701"/>
                    <a:gd name="connsiteX6" fmla="*/ 1128214 w 1171432"/>
                    <a:gd name="connsiteY6" fmla="*/ 3343701 h 3343701"/>
                    <a:gd name="connsiteX0" fmla="*/ 186519 w 1183563"/>
                    <a:gd name="connsiteY0" fmla="*/ 0 h 3343701"/>
                    <a:gd name="connsiteX1" fmla="*/ 186519 w 1183563"/>
                    <a:gd name="connsiteY1" fmla="*/ 627797 h 3343701"/>
                    <a:gd name="connsiteX2" fmla="*/ 9098 w 1183563"/>
                    <a:gd name="connsiteY2" fmla="*/ 982639 h 3343701"/>
                    <a:gd name="connsiteX3" fmla="*/ 131928 w 1183563"/>
                    <a:gd name="connsiteY3" fmla="*/ 1392071 h 3343701"/>
                    <a:gd name="connsiteX4" fmla="*/ 714232 w 1183563"/>
                    <a:gd name="connsiteY4" fmla="*/ 1819701 h 3343701"/>
                    <a:gd name="connsiteX5" fmla="*/ 1114566 w 1183563"/>
                    <a:gd name="connsiteY5" fmla="*/ 2197289 h 3343701"/>
                    <a:gd name="connsiteX6" fmla="*/ 1128214 w 118356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1019032 w 1149823"/>
                    <a:gd name="connsiteY5" fmla="*/ 2353101 h 3343701"/>
                    <a:gd name="connsiteX6" fmla="*/ 1128214 w 114982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942832 w 1149823"/>
                    <a:gd name="connsiteY5" fmla="*/ 2429301 h 3343701"/>
                    <a:gd name="connsiteX6" fmla="*/ 1128214 w 1149823"/>
                    <a:gd name="connsiteY6" fmla="*/ 3343701 h 3343701"/>
                    <a:gd name="connsiteX0" fmla="*/ 186519 w 1149823"/>
                    <a:gd name="connsiteY0" fmla="*/ 0 h 3343701"/>
                    <a:gd name="connsiteX1" fmla="*/ 186519 w 1149823"/>
                    <a:gd name="connsiteY1" fmla="*/ 627797 h 3343701"/>
                    <a:gd name="connsiteX2" fmla="*/ 9098 w 1149823"/>
                    <a:gd name="connsiteY2" fmla="*/ 982639 h 3343701"/>
                    <a:gd name="connsiteX3" fmla="*/ 131928 w 1149823"/>
                    <a:gd name="connsiteY3" fmla="*/ 1392071 h 3343701"/>
                    <a:gd name="connsiteX4" fmla="*/ 714232 w 1149823"/>
                    <a:gd name="connsiteY4" fmla="*/ 1819701 h 3343701"/>
                    <a:gd name="connsiteX5" fmla="*/ 942832 w 1149823"/>
                    <a:gd name="connsiteY5" fmla="*/ 2429301 h 3343701"/>
                    <a:gd name="connsiteX6" fmla="*/ 1128214 w 1149823"/>
                    <a:gd name="connsiteY6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10190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10190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128214"/>
                    <a:gd name="connsiteY0" fmla="*/ 0 h 3343701"/>
                    <a:gd name="connsiteX1" fmla="*/ 186519 w 1128214"/>
                    <a:gd name="connsiteY1" fmla="*/ 627797 h 3343701"/>
                    <a:gd name="connsiteX2" fmla="*/ 9098 w 1128214"/>
                    <a:gd name="connsiteY2" fmla="*/ 982639 h 3343701"/>
                    <a:gd name="connsiteX3" fmla="*/ 131928 w 1128214"/>
                    <a:gd name="connsiteY3" fmla="*/ 1392071 h 3343701"/>
                    <a:gd name="connsiteX4" fmla="*/ 714232 w 1128214"/>
                    <a:gd name="connsiteY4" fmla="*/ 1819701 h 3343701"/>
                    <a:gd name="connsiteX5" fmla="*/ 942832 w 1128214"/>
                    <a:gd name="connsiteY5" fmla="*/ 2429301 h 3343701"/>
                    <a:gd name="connsiteX6" fmla="*/ 942832 w 1128214"/>
                    <a:gd name="connsiteY6" fmla="*/ 3115101 h 3343701"/>
                    <a:gd name="connsiteX7" fmla="*/ 1128214 w 1128214"/>
                    <a:gd name="connsiteY7" fmla="*/ 3343701 h 3343701"/>
                    <a:gd name="connsiteX0" fmla="*/ 186519 w 1019032"/>
                    <a:gd name="connsiteY0" fmla="*/ 0 h 3419901"/>
                    <a:gd name="connsiteX1" fmla="*/ 186519 w 1019032"/>
                    <a:gd name="connsiteY1" fmla="*/ 627797 h 3419901"/>
                    <a:gd name="connsiteX2" fmla="*/ 9098 w 1019032"/>
                    <a:gd name="connsiteY2" fmla="*/ 982639 h 3419901"/>
                    <a:gd name="connsiteX3" fmla="*/ 131928 w 1019032"/>
                    <a:gd name="connsiteY3" fmla="*/ 1392071 h 3419901"/>
                    <a:gd name="connsiteX4" fmla="*/ 714232 w 1019032"/>
                    <a:gd name="connsiteY4" fmla="*/ 1819701 h 3419901"/>
                    <a:gd name="connsiteX5" fmla="*/ 942832 w 1019032"/>
                    <a:gd name="connsiteY5" fmla="*/ 2429301 h 3419901"/>
                    <a:gd name="connsiteX6" fmla="*/ 942832 w 1019032"/>
                    <a:gd name="connsiteY6" fmla="*/ 3115101 h 3419901"/>
                    <a:gd name="connsiteX7" fmla="*/ 1019032 w 1019032"/>
                    <a:gd name="connsiteY7" fmla="*/ 3419901 h 3419901"/>
                    <a:gd name="connsiteX0" fmla="*/ 186519 w 980932"/>
                    <a:gd name="connsiteY0" fmla="*/ 0 h 3419901"/>
                    <a:gd name="connsiteX1" fmla="*/ 186519 w 980932"/>
                    <a:gd name="connsiteY1" fmla="*/ 627797 h 3419901"/>
                    <a:gd name="connsiteX2" fmla="*/ 9098 w 980932"/>
                    <a:gd name="connsiteY2" fmla="*/ 982639 h 3419901"/>
                    <a:gd name="connsiteX3" fmla="*/ 131928 w 980932"/>
                    <a:gd name="connsiteY3" fmla="*/ 1392071 h 3419901"/>
                    <a:gd name="connsiteX4" fmla="*/ 714232 w 980932"/>
                    <a:gd name="connsiteY4" fmla="*/ 1819701 h 3419901"/>
                    <a:gd name="connsiteX5" fmla="*/ 942832 w 980932"/>
                    <a:gd name="connsiteY5" fmla="*/ 2429301 h 3419901"/>
                    <a:gd name="connsiteX6" fmla="*/ 942832 w 980932"/>
                    <a:gd name="connsiteY6" fmla="*/ 3115101 h 3419901"/>
                    <a:gd name="connsiteX7" fmla="*/ 942832 w 980932"/>
                    <a:gd name="connsiteY7" fmla="*/ 3419901 h 3419901"/>
                    <a:gd name="connsiteX0" fmla="*/ 186519 w 980932"/>
                    <a:gd name="connsiteY0" fmla="*/ 0 h 3419901"/>
                    <a:gd name="connsiteX1" fmla="*/ 186519 w 980932"/>
                    <a:gd name="connsiteY1" fmla="*/ 627797 h 3419901"/>
                    <a:gd name="connsiteX2" fmla="*/ 9098 w 980932"/>
                    <a:gd name="connsiteY2" fmla="*/ 982639 h 3419901"/>
                    <a:gd name="connsiteX3" fmla="*/ 131928 w 980932"/>
                    <a:gd name="connsiteY3" fmla="*/ 1392071 h 3419901"/>
                    <a:gd name="connsiteX4" fmla="*/ 714232 w 980932"/>
                    <a:gd name="connsiteY4" fmla="*/ 1819701 h 3419901"/>
                    <a:gd name="connsiteX5" fmla="*/ 942832 w 980932"/>
                    <a:gd name="connsiteY5" fmla="*/ 2505501 h 3419901"/>
                    <a:gd name="connsiteX6" fmla="*/ 942832 w 980932"/>
                    <a:gd name="connsiteY6" fmla="*/ 3115101 h 3419901"/>
                    <a:gd name="connsiteX7" fmla="*/ 942832 w 980932"/>
                    <a:gd name="connsiteY7" fmla="*/ 3419901 h 3419901"/>
                    <a:gd name="connsiteX0" fmla="*/ 186519 w 955532"/>
                    <a:gd name="connsiteY0" fmla="*/ 0 h 3419901"/>
                    <a:gd name="connsiteX1" fmla="*/ 186519 w 955532"/>
                    <a:gd name="connsiteY1" fmla="*/ 627797 h 3419901"/>
                    <a:gd name="connsiteX2" fmla="*/ 9098 w 955532"/>
                    <a:gd name="connsiteY2" fmla="*/ 982639 h 3419901"/>
                    <a:gd name="connsiteX3" fmla="*/ 131928 w 955532"/>
                    <a:gd name="connsiteY3" fmla="*/ 1392071 h 3419901"/>
                    <a:gd name="connsiteX4" fmla="*/ 714232 w 955532"/>
                    <a:gd name="connsiteY4" fmla="*/ 1819701 h 3419901"/>
                    <a:gd name="connsiteX5" fmla="*/ 942832 w 955532"/>
                    <a:gd name="connsiteY5" fmla="*/ 2505501 h 3419901"/>
                    <a:gd name="connsiteX6" fmla="*/ 790432 w 955532"/>
                    <a:gd name="connsiteY6" fmla="*/ 3115101 h 3419901"/>
                    <a:gd name="connsiteX7" fmla="*/ 942832 w 955532"/>
                    <a:gd name="connsiteY7" fmla="*/ 3419901 h 3419901"/>
                    <a:gd name="connsiteX0" fmla="*/ 186519 w 955532"/>
                    <a:gd name="connsiteY0" fmla="*/ 0 h 3496101"/>
                    <a:gd name="connsiteX1" fmla="*/ 186519 w 955532"/>
                    <a:gd name="connsiteY1" fmla="*/ 627797 h 3496101"/>
                    <a:gd name="connsiteX2" fmla="*/ 9098 w 955532"/>
                    <a:gd name="connsiteY2" fmla="*/ 982639 h 3496101"/>
                    <a:gd name="connsiteX3" fmla="*/ 131928 w 955532"/>
                    <a:gd name="connsiteY3" fmla="*/ 1392071 h 3496101"/>
                    <a:gd name="connsiteX4" fmla="*/ 714232 w 955532"/>
                    <a:gd name="connsiteY4" fmla="*/ 1819701 h 3496101"/>
                    <a:gd name="connsiteX5" fmla="*/ 942832 w 955532"/>
                    <a:gd name="connsiteY5" fmla="*/ 2505501 h 3496101"/>
                    <a:gd name="connsiteX6" fmla="*/ 790432 w 955532"/>
                    <a:gd name="connsiteY6" fmla="*/ 3115101 h 3496101"/>
                    <a:gd name="connsiteX7" fmla="*/ 790432 w 955532"/>
                    <a:gd name="connsiteY7" fmla="*/ 3496101 h 3496101"/>
                    <a:gd name="connsiteX0" fmla="*/ 319585 w 1088598"/>
                    <a:gd name="connsiteY0" fmla="*/ 0 h 3496101"/>
                    <a:gd name="connsiteX1" fmla="*/ 319585 w 1088598"/>
                    <a:gd name="connsiteY1" fmla="*/ 627797 h 3496101"/>
                    <a:gd name="connsiteX2" fmla="*/ 9098 w 1088598"/>
                    <a:gd name="connsiteY2" fmla="*/ 981501 h 3496101"/>
                    <a:gd name="connsiteX3" fmla="*/ 264994 w 1088598"/>
                    <a:gd name="connsiteY3" fmla="*/ 1392071 h 3496101"/>
                    <a:gd name="connsiteX4" fmla="*/ 847298 w 1088598"/>
                    <a:gd name="connsiteY4" fmla="*/ 1819701 h 3496101"/>
                    <a:gd name="connsiteX5" fmla="*/ 1075898 w 1088598"/>
                    <a:gd name="connsiteY5" fmla="*/ 2505501 h 3496101"/>
                    <a:gd name="connsiteX6" fmla="*/ 923498 w 1088598"/>
                    <a:gd name="connsiteY6" fmla="*/ 3115101 h 3496101"/>
                    <a:gd name="connsiteX7" fmla="*/ 923498 w 1088598"/>
                    <a:gd name="connsiteY7" fmla="*/ 3496101 h 3496101"/>
                    <a:gd name="connsiteX0" fmla="*/ 168891 w 937904"/>
                    <a:gd name="connsiteY0" fmla="*/ 0 h 3496101"/>
                    <a:gd name="connsiteX1" fmla="*/ 168891 w 937904"/>
                    <a:gd name="connsiteY1" fmla="*/ 627797 h 3496101"/>
                    <a:gd name="connsiteX2" fmla="*/ 10804 w 937904"/>
                    <a:gd name="connsiteY2" fmla="*/ 1057701 h 3496101"/>
                    <a:gd name="connsiteX3" fmla="*/ 114300 w 937904"/>
                    <a:gd name="connsiteY3" fmla="*/ 1392071 h 3496101"/>
                    <a:gd name="connsiteX4" fmla="*/ 696604 w 937904"/>
                    <a:gd name="connsiteY4" fmla="*/ 1819701 h 3496101"/>
                    <a:gd name="connsiteX5" fmla="*/ 925204 w 937904"/>
                    <a:gd name="connsiteY5" fmla="*/ 2505501 h 3496101"/>
                    <a:gd name="connsiteX6" fmla="*/ 772804 w 937904"/>
                    <a:gd name="connsiteY6" fmla="*/ 3115101 h 3496101"/>
                    <a:gd name="connsiteX7" fmla="*/ 772804 w 937904"/>
                    <a:gd name="connsiteY7" fmla="*/ 3496101 h 3496101"/>
                    <a:gd name="connsiteX0" fmla="*/ 243385 w 1012398"/>
                    <a:gd name="connsiteY0" fmla="*/ 0 h 3496101"/>
                    <a:gd name="connsiteX1" fmla="*/ 243385 w 1012398"/>
                    <a:gd name="connsiteY1" fmla="*/ 627797 h 3496101"/>
                    <a:gd name="connsiteX2" fmla="*/ 9098 w 1012398"/>
                    <a:gd name="connsiteY2" fmla="*/ 1057701 h 3496101"/>
                    <a:gd name="connsiteX3" fmla="*/ 188794 w 1012398"/>
                    <a:gd name="connsiteY3" fmla="*/ 1392071 h 3496101"/>
                    <a:gd name="connsiteX4" fmla="*/ 771098 w 1012398"/>
                    <a:gd name="connsiteY4" fmla="*/ 1819701 h 3496101"/>
                    <a:gd name="connsiteX5" fmla="*/ 999698 w 1012398"/>
                    <a:gd name="connsiteY5" fmla="*/ 2505501 h 3496101"/>
                    <a:gd name="connsiteX6" fmla="*/ 847298 w 1012398"/>
                    <a:gd name="connsiteY6" fmla="*/ 3115101 h 3496101"/>
                    <a:gd name="connsiteX7" fmla="*/ 847298 w 1012398"/>
                    <a:gd name="connsiteY7" fmla="*/ 3496101 h 3496101"/>
                    <a:gd name="connsiteX0" fmla="*/ 243385 w 1012398"/>
                    <a:gd name="connsiteY0" fmla="*/ 0 h 3496101"/>
                    <a:gd name="connsiteX1" fmla="*/ 243385 w 1012398"/>
                    <a:gd name="connsiteY1" fmla="*/ 627797 h 3496101"/>
                    <a:gd name="connsiteX2" fmla="*/ 9098 w 1012398"/>
                    <a:gd name="connsiteY2" fmla="*/ 1057701 h 3496101"/>
                    <a:gd name="connsiteX3" fmla="*/ 188794 w 1012398"/>
                    <a:gd name="connsiteY3" fmla="*/ 1392071 h 3496101"/>
                    <a:gd name="connsiteX4" fmla="*/ 771098 w 1012398"/>
                    <a:gd name="connsiteY4" fmla="*/ 1819701 h 3496101"/>
                    <a:gd name="connsiteX5" fmla="*/ 999698 w 1012398"/>
                    <a:gd name="connsiteY5" fmla="*/ 2505501 h 3496101"/>
                    <a:gd name="connsiteX6" fmla="*/ 847298 w 1012398"/>
                    <a:gd name="connsiteY6" fmla="*/ 3115101 h 3496101"/>
                    <a:gd name="connsiteX7" fmla="*/ 847298 w 1012398"/>
                    <a:gd name="connsiteY7" fmla="*/ 3496101 h 3496101"/>
                    <a:gd name="connsiteX0" fmla="*/ 243385 w 1012398"/>
                    <a:gd name="connsiteY0" fmla="*/ 0 h 3496101"/>
                    <a:gd name="connsiteX1" fmla="*/ 243385 w 1012398"/>
                    <a:gd name="connsiteY1" fmla="*/ 627797 h 3496101"/>
                    <a:gd name="connsiteX2" fmla="*/ 9098 w 1012398"/>
                    <a:gd name="connsiteY2" fmla="*/ 1057701 h 3496101"/>
                    <a:gd name="connsiteX3" fmla="*/ 188794 w 1012398"/>
                    <a:gd name="connsiteY3" fmla="*/ 1392071 h 3496101"/>
                    <a:gd name="connsiteX4" fmla="*/ 771098 w 1012398"/>
                    <a:gd name="connsiteY4" fmla="*/ 1819701 h 3496101"/>
                    <a:gd name="connsiteX5" fmla="*/ 999698 w 1012398"/>
                    <a:gd name="connsiteY5" fmla="*/ 2505501 h 3496101"/>
                    <a:gd name="connsiteX6" fmla="*/ 847298 w 1012398"/>
                    <a:gd name="connsiteY6" fmla="*/ 3115101 h 3496101"/>
                    <a:gd name="connsiteX7" fmla="*/ 847298 w 1012398"/>
                    <a:gd name="connsiteY7" fmla="*/ 3496101 h 3496101"/>
                    <a:gd name="connsiteX0" fmla="*/ 243385 w 1012398"/>
                    <a:gd name="connsiteY0" fmla="*/ 0 h 3572301"/>
                    <a:gd name="connsiteX1" fmla="*/ 243385 w 1012398"/>
                    <a:gd name="connsiteY1" fmla="*/ 627797 h 3572301"/>
                    <a:gd name="connsiteX2" fmla="*/ 9098 w 1012398"/>
                    <a:gd name="connsiteY2" fmla="*/ 1057701 h 3572301"/>
                    <a:gd name="connsiteX3" fmla="*/ 188794 w 1012398"/>
                    <a:gd name="connsiteY3" fmla="*/ 1392071 h 3572301"/>
                    <a:gd name="connsiteX4" fmla="*/ 771098 w 1012398"/>
                    <a:gd name="connsiteY4" fmla="*/ 1819701 h 3572301"/>
                    <a:gd name="connsiteX5" fmla="*/ 999698 w 1012398"/>
                    <a:gd name="connsiteY5" fmla="*/ 2505501 h 3572301"/>
                    <a:gd name="connsiteX6" fmla="*/ 847298 w 1012398"/>
                    <a:gd name="connsiteY6" fmla="*/ 3115101 h 3572301"/>
                    <a:gd name="connsiteX7" fmla="*/ 771098 w 1012398"/>
                    <a:gd name="connsiteY7" fmla="*/ 3572301 h 3572301"/>
                    <a:gd name="connsiteX0" fmla="*/ 243385 w 1012398"/>
                    <a:gd name="connsiteY0" fmla="*/ 0 h 3572301"/>
                    <a:gd name="connsiteX1" fmla="*/ 243385 w 1012398"/>
                    <a:gd name="connsiteY1" fmla="*/ 627797 h 3572301"/>
                    <a:gd name="connsiteX2" fmla="*/ 9098 w 1012398"/>
                    <a:gd name="connsiteY2" fmla="*/ 1057701 h 3572301"/>
                    <a:gd name="connsiteX3" fmla="*/ 188794 w 1012398"/>
                    <a:gd name="connsiteY3" fmla="*/ 1392071 h 3572301"/>
                    <a:gd name="connsiteX4" fmla="*/ 771098 w 1012398"/>
                    <a:gd name="connsiteY4" fmla="*/ 1895901 h 3572301"/>
                    <a:gd name="connsiteX5" fmla="*/ 999698 w 1012398"/>
                    <a:gd name="connsiteY5" fmla="*/ 2505501 h 3572301"/>
                    <a:gd name="connsiteX6" fmla="*/ 847298 w 1012398"/>
                    <a:gd name="connsiteY6" fmla="*/ 3115101 h 3572301"/>
                    <a:gd name="connsiteX7" fmla="*/ 771098 w 1012398"/>
                    <a:gd name="connsiteY7" fmla="*/ 3572301 h 3572301"/>
                    <a:gd name="connsiteX0" fmla="*/ 243385 w 1052014"/>
                    <a:gd name="connsiteY0" fmla="*/ 0 h 3572301"/>
                    <a:gd name="connsiteX1" fmla="*/ 243385 w 1052014"/>
                    <a:gd name="connsiteY1" fmla="*/ 627797 h 3572301"/>
                    <a:gd name="connsiteX2" fmla="*/ 9098 w 1052014"/>
                    <a:gd name="connsiteY2" fmla="*/ 1057701 h 3572301"/>
                    <a:gd name="connsiteX3" fmla="*/ 188794 w 1052014"/>
                    <a:gd name="connsiteY3" fmla="*/ 1392071 h 3572301"/>
                    <a:gd name="connsiteX4" fmla="*/ 533400 w 1052014"/>
                    <a:gd name="connsiteY4" fmla="*/ 2057400 h 3572301"/>
                    <a:gd name="connsiteX5" fmla="*/ 999698 w 1052014"/>
                    <a:gd name="connsiteY5" fmla="*/ 2505501 h 3572301"/>
                    <a:gd name="connsiteX6" fmla="*/ 847298 w 1052014"/>
                    <a:gd name="connsiteY6" fmla="*/ 3115101 h 3572301"/>
                    <a:gd name="connsiteX7" fmla="*/ 771098 w 1052014"/>
                    <a:gd name="connsiteY7" fmla="*/ 3572301 h 3572301"/>
                    <a:gd name="connsiteX0" fmla="*/ 243385 w 872698"/>
                    <a:gd name="connsiteY0" fmla="*/ 0 h 3572301"/>
                    <a:gd name="connsiteX1" fmla="*/ 243385 w 872698"/>
                    <a:gd name="connsiteY1" fmla="*/ 627797 h 3572301"/>
                    <a:gd name="connsiteX2" fmla="*/ 9098 w 872698"/>
                    <a:gd name="connsiteY2" fmla="*/ 1057701 h 3572301"/>
                    <a:gd name="connsiteX3" fmla="*/ 188794 w 872698"/>
                    <a:gd name="connsiteY3" fmla="*/ 1392071 h 3572301"/>
                    <a:gd name="connsiteX4" fmla="*/ 533400 w 872698"/>
                    <a:gd name="connsiteY4" fmla="*/ 2057400 h 3572301"/>
                    <a:gd name="connsiteX5" fmla="*/ 533400 w 872698"/>
                    <a:gd name="connsiteY5" fmla="*/ 2743200 h 3572301"/>
                    <a:gd name="connsiteX6" fmla="*/ 847298 w 872698"/>
                    <a:gd name="connsiteY6" fmla="*/ 3115101 h 3572301"/>
                    <a:gd name="connsiteX7" fmla="*/ 771098 w 872698"/>
                    <a:gd name="connsiteY7" fmla="*/ 3572301 h 3572301"/>
                    <a:gd name="connsiteX0" fmla="*/ 243385 w 771098"/>
                    <a:gd name="connsiteY0" fmla="*/ 0 h 3572301"/>
                    <a:gd name="connsiteX1" fmla="*/ 243385 w 771098"/>
                    <a:gd name="connsiteY1" fmla="*/ 627797 h 3572301"/>
                    <a:gd name="connsiteX2" fmla="*/ 9098 w 771098"/>
                    <a:gd name="connsiteY2" fmla="*/ 1057701 h 3572301"/>
                    <a:gd name="connsiteX3" fmla="*/ 188794 w 771098"/>
                    <a:gd name="connsiteY3" fmla="*/ 1392071 h 3572301"/>
                    <a:gd name="connsiteX4" fmla="*/ 533400 w 771098"/>
                    <a:gd name="connsiteY4" fmla="*/ 2057400 h 3572301"/>
                    <a:gd name="connsiteX5" fmla="*/ 533400 w 771098"/>
                    <a:gd name="connsiteY5" fmla="*/ 2743200 h 3572301"/>
                    <a:gd name="connsiteX6" fmla="*/ 533400 w 771098"/>
                    <a:gd name="connsiteY6" fmla="*/ 3200400 h 3572301"/>
                    <a:gd name="connsiteX7" fmla="*/ 771098 w 771098"/>
                    <a:gd name="connsiteY7" fmla="*/ 3572301 h 3572301"/>
                    <a:gd name="connsiteX0" fmla="*/ 243385 w 590834"/>
                    <a:gd name="connsiteY0" fmla="*/ 0 h 3733800"/>
                    <a:gd name="connsiteX1" fmla="*/ 243385 w 590834"/>
                    <a:gd name="connsiteY1" fmla="*/ 627797 h 3733800"/>
                    <a:gd name="connsiteX2" fmla="*/ 9098 w 590834"/>
                    <a:gd name="connsiteY2" fmla="*/ 1057701 h 3733800"/>
                    <a:gd name="connsiteX3" fmla="*/ 188794 w 590834"/>
                    <a:gd name="connsiteY3" fmla="*/ 1392071 h 3733800"/>
                    <a:gd name="connsiteX4" fmla="*/ 533400 w 590834"/>
                    <a:gd name="connsiteY4" fmla="*/ 2057400 h 3733800"/>
                    <a:gd name="connsiteX5" fmla="*/ 533400 w 590834"/>
                    <a:gd name="connsiteY5" fmla="*/ 2743200 h 3733800"/>
                    <a:gd name="connsiteX6" fmla="*/ 533400 w 590834"/>
                    <a:gd name="connsiteY6" fmla="*/ 3200400 h 3733800"/>
                    <a:gd name="connsiteX7" fmla="*/ 381000 w 590834"/>
                    <a:gd name="connsiteY7" fmla="*/ 3733800 h 3733800"/>
                    <a:gd name="connsiteX0" fmla="*/ 118091 w 465540"/>
                    <a:gd name="connsiteY0" fmla="*/ 0 h 3733800"/>
                    <a:gd name="connsiteX1" fmla="*/ 118091 w 465540"/>
                    <a:gd name="connsiteY1" fmla="*/ 627797 h 3733800"/>
                    <a:gd name="connsiteX2" fmla="*/ 27106 w 465540"/>
                    <a:gd name="connsiteY2" fmla="*/ 1219199 h 3733800"/>
                    <a:gd name="connsiteX3" fmla="*/ 63500 w 465540"/>
                    <a:gd name="connsiteY3" fmla="*/ 1392071 h 3733800"/>
                    <a:gd name="connsiteX4" fmla="*/ 408106 w 465540"/>
                    <a:gd name="connsiteY4" fmla="*/ 2057400 h 3733800"/>
                    <a:gd name="connsiteX5" fmla="*/ 408106 w 465540"/>
                    <a:gd name="connsiteY5" fmla="*/ 2743200 h 3733800"/>
                    <a:gd name="connsiteX6" fmla="*/ 408106 w 465540"/>
                    <a:gd name="connsiteY6" fmla="*/ 3200400 h 3733800"/>
                    <a:gd name="connsiteX7" fmla="*/ 255706 w 465540"/>
                    <a:gd name="connsiteY7" fmla="*/ 3733800 h 3733800"/>
                    <a:gd name="connsiteX0" fmla="*/ 100083 w 415498"/>
                    <a:gd name="connsiteY0" fmla="*/ 0 h 3733800"/>
                    <a:gd name="connsiteX1" fmla="*/ 100083 w 415498"/>
                    <a:gd name="connsiteY1" fmla="*/ 627797 h 3733800"/>
                    <a:gd name="connsiteX2" fmla="*/ 9098 w 415498"/>
                    <a:gd name="connsiteY2" fmla="*/ 1219199 h 3733800"/>
                    <a:gd name="connsiteX3" fmla="*/ 45492 w 415498"/>
                    <a:gd name="connsiteY3" fmla="*/ 1392071 h 3733800"/>
                    <a:gd name="connsiteX4" fmla="*/ 237698 w 415498"/>
                    <a:gd name="connsiteY4" fmla="*/ 1752599 h 3733800"/>
                    <a:gd name="connsiteX5" fmla="*/ 390098 w 415498"/>
                    <a:gd name="connsiteY5" fmla="*/ 2057400 h 3733800"/>
                    <a:gd name="connsiteX6" fmla="*/ 390098 w 415498"/>
                    <a:gd name="connsiteY6" fmla="*/ 2743200 h 3733800"/>
                    <a:gd name="connsiteX7" fmla="*/ 390098 w 415498"/>
                    <a:gd name="connsiteY7" fmla="*/ 3200400 h 3733800"/>
                    <a:gd name="connsiteX8" fmla="*/ 237698 w 415498"/>
                    <a:gd name="connsiteY8" fmla="*/ 3733800 h 3733800"/>
                    <a:gd name="connsiteX0" fmla="*/ 100083 w 491698"/>
                    <a:gd name="connsiteY0" fmla="*/ 0 h 3733800"/>
                    <a:gd name="connsiteX1" fmla="*/ 100083 w 491698"/>
                    <a:gd name="connsiteY1" fmla="*/ 627797 h 3733800"/>
                    <a:gd name="connsiteX2" fmla="*/ 9098 w 491698"/>
                    <a:gd name="connsiteY2" fmla="*/ 1219199 h 3733800"/>
                    <a:gd name="connsiteX3" fmla="*/ 45492 w 491698"/>
                    <a:gd name="connsiteY3" fmla="*/ 1392071 h 3733800"/>
                    <a:gd name="connsiteX4" fmla="*/ 237698 w 491698"/>
                    <a:gd name="connsiteY4" fmla="*/ 1752599 h 3733800"/>
                    <a:gd name="connsiteX5" fmla="*/ 390098 w 491698"/>
                    <a:gd name="connsiteY5" fmla="*/ 2057400 h 3733800"/>
                    <a:gd name="connsiteX6" fmla="*/ 491698 w 491698"/>
                    <a:gd name="connsiteY6" fmla="*/ 2743200 h 3733800"/>
                    <a:gd name="connsiteX7" fmla="*/ 390098 w 491698"/>
                    <a:gd name="connsiteY7" fmla="*/ 3200400 h 3733800"/>
                    <a:gd name="connsiteX8" fmla="*/ 237698 w 491698"/>
                    <a:gd name="connsiteY8" fmla="*/ 3733800 h 3733800"/>
                    <a:gd name="connsiteX0" fmla="*/ 100083 w 491698"/>
                    <a:gd name="connsiteY0" fmla="*/ 0 h 3733800"/>
                    <a:gd name="connsiteX1" fmla="*/ 100083 w 491698"/>
                    <a:gd name="connsiteY1" fmla="*/ 627797 h 3733800"/>
                    <a:gd name="connsiteX2" fmla="*/ 9098 w 491698"/>
                    <a:gd name="connsiteY2" fmla="*/ 1219199 h 3733800"/>
                    <a:gd name="connsiteX3" fmla="*/ 45492 w 491698"/>
                    <a:gd name="connsiteY3" fmla="*/ 1392071 h 3733800"/>
                    <a:gd name="connsiteX4" fmla="*/ 237698 w 491698"/>
                    <a:gd name="connsiteY4" fmla="*/ 1752599 h 3733800"/>
                    <a:gd name="connsiteX5" fmla="*/ 390098 w 491698"/>
                    <a:gd name="connsiteY5" fmla="*/ 2057400 h 3733800"/>
                    <a:gd name="connsiteX6" fmla="*/ 491698 w 491698"/>
                    <a:gd name="connsiteY6" fmla="*/ 2743200 h 3733800"/>
                    <a:gd name="connsiteX7" fmla="*/ 390098 w 491698"/>
                    <a:gd name="connsiteY7" fmla="*/ 3200400 h 3733800"/>
                    <a:gd name="connsiteX8" fmla="*/ 339298 w 491698"/>
                    <a:gd name="connsiteY8" fmla="*/ 3733800 h 3733800"/>
                    <a:gd name="connsiteX0" fmla="*/ 100083 w 517098"/>
                    <a:gd name="connsiteY0" fmla="*/ 0 h 3733800"/>
                    <a:gd name="connsiteX1" fmla="*/ 100083 w 517098"/>
                    <a:gd name="connsiteY1" fmla="*/ 627797 h 3733800"/>
                    <a:gd name="connsiteX2" fmla="*/ 9098 w 517098"/>
                    <a:gd name="connsiteY2" fmla="*/ 1219199 h 3733800"/>
                    <a:gd name="connsiteX3" fmla="*/ 45492 w 517098"/>
                    <a:gd name="connsiteY3" fmla="*/ 1392071 h 3733800"/>
                    <a:gd name="connsiteX4" fmla="*/ 237698 w 517098"/>
                    <a:gd name="connsiteY4" fmla="*/ 1752599 h 3733800"/>
                    <a:gd name="connsiteX5" fmla="*/ 390098 w 517098"/>
                    <a:gd name="connsiteY5" fmla="*/ 2057400 h 3733800"/>
                    <a:gd name="connsiteX6" fmla="*/ 491698 w 517098"/>
                    <a:gd name="connsiteY6" fmla="*/ 2743200 h 3733800"/>
                    <a:gd name="connsiteX7" fmla="*/ 491698 w 517098"/>
                    <a:gd name="connsiteY7" fmla="*/ 3200400 h 3733800"/>
                    <a:gd name="connsiteX8" fmla="*/ 339298 w 517098"/>
                    <a:gd name="connsiteY8" fmla="*/ 3733800 h 3733800"/>
                    <a:gd name="connsiteX0" fmla="*/ 100083 w 500165"/>
                    <a:gd name="connsiteY0" fmla="*/ 0 h 3733800"/>
                    <a:gd name="connsiteX1" fmla="*/ 100083 w 500165"/>
                    <a:gd name="connsiteY1" fmla="*/ 627797 h 3733800"/>
                    <a:gd name="connsiteX2" fmla="*/ 9098 w 500165"/>
                    <a:gd name="connsiteY2" fmla="*/ 1219199 h 3733800"/>
                    <a:gd name="connsiteX3" fmla="*/ 45492 w 500165"/>
                    <a:gd name="connsiteY3" fmla="*/ 1392071 h 3733800"/>
                    <a:gd name="connsiteX4" fmla="*/ 237698 w 500165"/>
                    <a:gd name="connsiteY4" fmla="*/ 1752599 h 3733800"/>
                    <a:gd name="connsiteX5" fmla="*/ 390098 w 500165"/>
                    <a:gd name="connsiteY5" fmla="*/ 2057400 h 3733800"/>
                    <a:gd name="connsiteX6" fmla="*/ 491698 w 500165"/>
                    <a:gd name="connsiteY6" fmla="*/ 2743200 h 3733800"/>
                    <a:gd name="connsiteX7" fmla="*/ 440898 w 500165"/>
                    <a:gd name="connsiteY7" fmla="*/ 3276600 h 3733800"/>
                    <a:gd name="connsiteX8" fmla="*/ 339298 w 500165"/>
                    <a:gd name="connsiteY8" fmla="*/ 3733800 h 3733800"/>
                    <a:gd name="connsiteX0" fmla="*/ 100083 w 525566"/>
                    <a:gd name="connsiteY0" fmla="*/ 0 h 3733800"/>
                    <a:gd name="connsiteX1" fmla="*/ 100083 w 525566"/>
                    <a:gd name="connsiteY1" fmla="*/ 627797 h 3733800"/>
                    <a:gd name="connsiteX2" fmla="*/ 9098 w 525566"/>
                    <a:gd name="connsiteY2" fmla="*/ 1219199 h 3733800"/>
                    <a:gd name="connsiteX3" fmla="*/ 45492 w 525566"/>
                    <a:gd name="connsiteY3" fmla="*/ 1392071 h 3733800"/>
                    <a:gd name="connsiteX4" fmla="*/ 237698 w 525566"/>
                    <a:gd name="connsiteY4" fmla="*/ 1752599 h 3733800"/>
                    <a:gd name="connsiteX5" fmla="*/ 390098 w 525566"/>
                    <a:gd name="connsiteY5" fmla="*/ 2057400 h 3733800"/>
                    <a:gd name="connsiteX6" fmla="*/ 517099 w 525566"/>
                    <a:gd name="connsiteY6" fmla="*/ 2743200 h 3733800"/>
                    <a:gd name="connsiteX7" fmla="*/ 440898 w 525566"/>
                    <a:gd name="connsiteY7" fmla="*/ 3276600 h 3733800"/>
                    <a:gd name="connsiteX8" fmla="*/ 339298 w 525566"/>
                    <a:gd name="connsiteY8" fmla="*/ 3733800 h 3733800"/>
                    <a:gd name="connsiteX0" fmla="*/ 100083 w 466298"/>
                    <a:gd name="connsiteY0" fmla="*/ 0 h 3733800"/>
                    <a:gd name="connsiteX1" fmla="*/ 100083 w 466298"/>
                    <a:gd name="connsiteY1" fmla="*/ 627797 h 3733800"/>
                    <a:gd name="connsiteX2" fmla="*/ 9098 w 466298"/>
                    <a:gd name="connsiteY2" fmla="*/ 1219199 h 3733800"/>
                    <a:gd name="connsiteX3" fmla="*/ 45492 w 466298"/>
                    <a:gd name="connsiteY3" fmla="*/ 1392071 h 3733800"/>
                    <a:gd name="connsiteX4" fmla="*/ 237698 w 466298"/>
                    <a:gd name="connsiteY4" fmla="*/ 1752599 h 3733800"/>
                    <a:gd name="connsiteX5" fmla="*/ 390098 w 466298"/>
                    <a:gd name="connsiteY5" fmla="*/ 2057400 h 3733800"/>
                    <a:gd name="connsiteX6" fmla="*/ 440898 w 466298"/>
                    <a:gd name="connsiteY6" fmla="*/ 2743200 h 3733800"/>
                    <a:gd name="connsiteX7" fmla="*/ 440898 w 466298"/>
                    <a:gd name="connsiteY7" fmla="*/ 3276600 h 3733800"/>
                    <a:gd name="connsiteX8" fmla="*/ 339298 w 466298"/>
                    <a:gd name="connsiteY8" fmla="*/ 3733800 h 3733800"/>
                    <a:gd name="connsiteX0" fmla="*/ 100083 w 445131"/>
                    <a:gd name="connsiteY0" fmla="*/ 0 h 3733800"/>
                    <a:gd name="connsiteX1" fmla="*/ 100083 w 445131"/>
                    <a:gd name="connsiteY1" fmla="*/ 627797 h 3733800"/>
                    <a:gd name="connsiteX2" fmla="*/ 9098 w 445131"/>
                    <a:gd name="connsiteY2" fmla="*/ 1219199 h 3733800"/>
                    <a:gd name="connsiteX3" fmla="*/ 45492 w 445131"/>
                    <a:gd name="connsiteY3" fmla="*/ 1392071 h 3733800"/>
                    <a:gd name="connsiteX4" fmla="*/ 237698 w 445131"/>
                    <a:gd name="connsiteY4" fmla="*/ 1752599 h 3733800"/>
                    <a:gd name="connsiteX5" fmla="*/ 390098 w 445131"/>
                    <a:gd name="connsiteY5" fmla="*/ 2057400 h 3733800"/>
                    <a:gd name="connsiteX6" fmla="*/ 440898 w 445131"/>
                    <a:gd name="connsiteY6" fmla="*/ 2743200 h 3733800"/>
                    <a:gd name="connsiteX7" fmla="*/ 364698 w 445131"/>
                    <a:gd name="connsiteY7" fmla="*/ 3276600 h 3733800"/>
                    <a:gd name="connsiteX8" fmla="*/ 339298 w 445131"/>
                    <a:gd name="connsiteY8" fmla="*/ 3733800 h 3733800"/>
                    <a:gd name="connsiteX0" fmla="*/ 100083 w 445131"/>
                    <a:gd name="connsiteY0" fmla="*/ 0 h 3733800"/>
                    <a:gd name="connsiteX1" fmla="*/ 100083 w 445131"/>
                    <a:gd name="connsiteY1" fmla="*/ 627797 h 3733800"/>
                    <a:gd name="connsiteX2" fmla="*/ 9098 w 445131"/>
                    <a:gd name="connsiteY2" fmla="*/ 1219199 h 3733800"/>
                    <a:gd name="connsiteX3" fmla="*/ 45492 w 445131"/>
                    <a:gd name="connsiteY3" fmla="*/ 1392071 h 3733800"/>
                    <a:gd name="connsiteX4" fmla="*/ 237698 w 445131"/>
                    <a:gd name="connsiteY4" fmla="*/ 1752599 h 3733800"/>
                    <a:gd name="connsiteX5" fmla="*/ 390098 w 445131"/>
                    <a:gd name="connsiteY5" fmla="*/ 2057400 h 3733800"/>
                    <a:gd name="connsiteX6" fmla="*/ 440898 w 445131"/>
                    <a:gd name="connsiteY6" fmla="*/ 2743200 h 3733800"/>
                    <a:gd name="connsiteX7" fmla="*/ 364698 w 445131"/>
                    <a:gd name="connsiteY7" fmla="*/ 3276600 h 3733800"/>
                    <a:gd name="connsiteX8" fmla="*/ 288499 w 445131"/>
                    <a:gd name="connsiteY8" fmla="*/ 3733800 h 3733800"/>
                    <a:gd name="connsiteX0" fmla="*/ 81507 w 426555"/>
                    <a:gd name="connsiteY0" fmla="*/ 0 h 3733800"/>
                    <a:gd name="connsiteX1" fmla="*/ 81507 w 426555"/>
                    <a:gd name="connsiteY1" fmla="*/ 627797 h 3733800"/>
                    <a:gd name="connsiteX2" fmla="*/ 57624 w 426555"/>
                    <a:gd name="connsiteY2" fmla="*/ 1219200 h 3733800"/>
                    <a:gd name="connsiteX3" fmla="*/ 26916 w 426555"/>
                    <a:gd name="connsiteY3" fmla="*/ 1392071 h 3733800"/>
                    <a:gd name="connsiteX4" fmla="*/ 219122 w 426555"/>
                    <a:gd name="connsiteY4" fmla="*/ 1752599 h 3733800"/>
                    <a:gd name="connsiteX5" fmla="*/ 371522 w 426555"/>
                    <a:gd name="connsiteY5" fmla="*/ 2057400 h 3733800"/>
                    <a:gd name="connsiteX6" fmla="*/ 422322 w 426555"/>
                    <a:gd name="connsiteY6" fmla="*/ 2743200 h 3733800"/>
                    <a:gd name="connsiteX7" fmla="*/ 346122 w 426555"/>
                    <a:gd name="connsiteY7" fmla="*/ 3276600 h 3733800"/>
                    <a:gd name="connsiteX8" fmla="*/ 269923 w 426555"/>
                    <a:gd name="connsiteY8" fmla="*/ 3733800 h 3733800"/>
                    <a:gd name="connsiteX0" fmla="*/ 50799 w 395847"/>
                    <a:gd name="connsiteY0" fmla="*/ 0 h 3733800"/>
                    <a:gd name="connsiteX1" fmla="*/ 50799 w 395847"/>
                    <a:gd name="connsiteY1" fmla="*/ 627797 h 3733800"/>
                    <a:gd name="connsiteX2" fmla="*/ 26916 w 395847"/>
                    <a:gd name="connsiteY2" fmla="*/ 1219200 h 3733800"/>
                    <a:gd name="connsiteX3" fmla="*/ 26916 w 395847"/>
                    <a:gd name="connsiteY3" fmla="*/ 1447800 h 3733800"/>
                    <a:gd name="connsiteX4" fmla="*/ 188414 w 395847"/>
                    <a:gd name="connsiteY4" fmla="*/ 1752599 h 3733800"/>
                    <a:gd name="connsiteX5" fmla="*/ 340814 w 395847"/>
                    <a:gd name="connsiteY5" fmla="*/ 2057400 h 3733800"/>
                    <a:gd name="connsiteX6" fmla="*/ 391614 w 395847"/>
                    <a:gd name="connsiteY6" fmla="*/ 2743200 h 3733800"/>
                    <a:gd name="connsiteX7" fmla="*/ 315414 w 395847"/>
                    <a:gd name="connsiteY7" fmla="*/ 3276600 h 3733800"/>
                    <a:gd name="connsiteX8" fmla="*/ 239215 w 395847"/>
                    <a:gd name="connsiteY8" fmla="*/ 3733800 h 3733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95847" h="3733800">
                      <a:moveTo>
                        <a:pt x="50799" y="0"/>
                      </a:moveTo>
                      <a:cubicBezTo>
                        <a:pt x="65584" y="232012"/>
                        <a:pt x="54780" y="424597"/>
                        <a:pt x="50799" y="627797"/>
                      </a:cubicBezTo>
                      <a:cubicBezTo>
                        <a:pt x="46819" y="830997"/>
                        <a:pt x="30897" y="1082533"/>
                        <a:pt x="26916" y="1219200"/>
                      </a:cubicBezTo>
                      <a:cubicBezTo>
                        <a:pt x="22936" y="1355867"/>
                        <a:pt x="0" y="1358900"/>
                        <a:pt x="26916" y="1447800"/>
                      </a:cubicBezTo>
                      <a:cubicBezTo>
                        <a:pt x="53832" y="1536700"/>
                        <a:pt x="136098" y="1650999"/>
                        <a:pt x="188414" y="1752599"/>
                      </a:cubicBezTo>
                      <a:cubicBezTo>
                        <a:pt x="240730" y="1854199"/>
                        <a:pt x="306947" y="1892300"/>
                        <a:pt x="340814" y="2057400"/>
                      </a:cubicBezTo>
                      <a:cubicBezTo>
                        <a:pt x="374681" y="2222500"/>
                        <a:pt x="395847" y="2540000"/>
                        <a:pt x="391614" y="2743200"/>
                      </a:cubicBezTo>
                      <a:cubicBezTo>
                        <a:pt x="387381" y="2946400"/>
                        <a:pt x="340814" y="3111500"/>
                        <a:pt x="315414" y="3276600"/>
                      </a:cubicBezTo>
                      <a:cubicBezTo>
                        <a:pt x="189930" y="3441700"/>
                        <a:pt x="236751" y="3684706"/>
                        <a:pt x="239215" y="3733800"/>
                      </a:cubicBezTo>
                    </a:path>
                  </a:pathLst>
                </a:custGeom>
                <a:ln w="25400">
                  <a:solidFill>
                    <a:schemeClr val="accent4">
                      <a:lumMod val="75000"/>
                    </a:schemeClr>
                  </a:solidFill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pic>
        <p:nvPicPr>
          <p:cNvPr id="43" name="Picture 5" descr="D:\Harshavardhan\datafolder\hmksave\hmk vit\VIT 2018-20\AY 20202021 New Robotics Course\1 RMC 1920 Theory Lectures PPTs Videos  and Notes etc\Images For Lect 5 Electrical Elex\DC motor 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134541"/>
            <a:ext cx="3200400" cy="18276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  <p:pic>
        <p:nvPicPr>
          <p:cNvPr id="4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266950"/>
            <a:ext cx="3886200" cy="2531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D:\Harshavardhan\datafolder\hmksave\hmk vit\VIT 2018-20\AY 20202021 New Robotics Course\1 RMC 1920 Theory Lectures PPTs Videos  and Notes etc\Images For Lect 5 Electrical Elex\Motor DC and AC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3261121"/>
            <a:ext cx="3352800" cy="1520429"/>
          </a:xfrm>
          <a:prstGeom prst="rect">
            <a:avLst/>
          </a:prstGeom>
          <a:noFill/>
        </p:spPr>
      </p:pic>
      <p:grpSp>
        <p:nvGrpSpPr>
          <p:cNvPr id="25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47" name="Picture 4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48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49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  <p:pic>
        <p:nvPicPr>
          <p:cNvPr id="50" name="Picture 2" descr="D:\Harshavardhan\datafolder\hmksave\hmk vit\VIT 2018-20\AY 20202021 New Robotics Course\1 RMC 1920 Theory Lectures PPTs Videos  and Notes etc\Images For Lect 5 Electrical Elex\Shunt motor - Copy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895601" y="133350"/>
            <a:ext cx="2514600" cy="2907507"/>
          </a:xfrm>
          <a:prstGeom prst="rect">
            <a:avLst/>
          </a:prstGeom>
          <a:noFill/>
        </p:spPr>
      </p:pic>
      <p:sp>
        <p:nvSpPr>
          <p:cNvPr id="46" name="Rectangle 45"/>
          <p:cNvSpPr/>
          <p:nvPr/>
        </p:nvSpPr>
        <p:spPr>
          <a:xfrm rot="20537006">
            <a:off x="1351132" y="1150211"/>
            <a:ext cx="6121394" cy="282272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Actuators – 3.3</a:t>
            </a:r>
            <a:endParaRPr lang="en-US" sz="5400" b="1" dirty="0" smtClean="0">
              <a:solidFill>
                <a:srgbClr val="FF0000"/>
              </a:solidFill>
              <a:latin typeface="Arial" pitchFamily="34" charset="0"/>
              <a:ea typeface="Verdana" pitchFamily="34" charset="0"/>
              <a:cs typeface="Arial" pitchFamily="34" charset="0"/>
            </a:endParaRPr>
          </a:p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DC Brush Motors</a:t>
            </a:r>
            <a:endParaRPr lang="en-US" sz="4000" b="1" dirty="0" smtClean="0">
              <a:solidFill>
                <a:srgbClr val="FF0000"/>
              </a:solidFill>
              <a:latin typeface="Arial" pitchFamily="34" charset="0"/>
              <a:ea typeface="Verdana" pitchFamily="34" charset="0"/>
              <a:cs typeface="Arial" pitchFamily="34" charset="0"/>
            </a:endParaRPr>
          </a:p>
          <a:p>
            <a:pPr algn="ctr"/>
            <a:r>
              <a:rPr lang="en-US" sz="6000" b="1" dirty="0" smtClean="0">
                <a:solidFill>
                  <a:srgbClr val="0000FF"/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Thanks !</a:t>
            </a:r>
          </a:p>
          <a:p>
            <a:pPr algn="ctr"/>
            <a:r>
              <a:rPr lang="en-US" sz="3200" b="1" dirty="0" smtClean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FY – DESH – VIT</a:t>
            </a:r>
          </a:p>
          <a:p>
            <a:pPr algn="ctr"/>
            <a:endParaRPr lang="en-US" sz="900" b="1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3012</TotalTime>
  <Words>1012</Words>
  <Application>Microsoft Office PowerPoint</Application>
  <PresentationFormat>On-screen Show (16:9)</PresentationFormat>
  <Paragraphs>280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Devashree</dc:creator>
  <cp:lastModifiedBy>hp</cp:lastModifiedBy>
  <cp:revision>64</cp:revision>
  <dcterms:created xsi:type="dcterms:W3CDTF">2006-08-16T00:00:00Z</dcterms:created>
  <dcterms:modified xsi:type="dcterms:W3CDTF">2022-02-03T06:46:07Z</dcterms:modified>
</cp:coreProperties>
</file>