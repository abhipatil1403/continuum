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5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9900"/>
    <a:srgbClr val="FFFF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822" y="-7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21-Dec-21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21-Dec-21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21-Dec-21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21-Dec-21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gi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gi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7"/>
          <p:cNvGrpSpPr/>
          <p:nvPr/>
        </p:nvGrpSpPr>
        <p:grpSpPr>
          <a:xfrm>
            <a:off x="5410200" y="590550"/>
            <a:ext cx="3429000" cy="2571750"/>
            <a:chOff x="2743200" y="806216"/>
            <a:chExt cx="2727251" cy="3079984"/>
          </a:xfrm>
        </p:grpSpPr>
        <p:cxnSp>
          <p:nvCxnSpPr>
            <p:cNvPr id="5" name="AutoShape 34"/>
            <p:cNvCxnSpPr>
              <a:cxnSpLocks noChangeShapeType="1"/>
            </p:cNvCxnSpPr>
            <p:nvPr/>
          </p:nvCxnSpPr>
          <p:spPr bwMode="auto">
            <a:xfrm>
              <a:off x="2743200" y="2324958"/>
              <a:ext cx="2727251" cy="833"/>
            </a:xfrm>
            <a:prstGeom prst="straightConnector1">
              <a:avLst/>
            </a:prstGeom>
            <a:noFill/>
            <a:ln w="25400" cmpd="sng">
              <a:solidFill>
                <a:srgbClr val="FF0000"/>
              </a:solidFill>
              <a:round/>
              <a:headEnd type="stealth" w="lg" len="lg"/>
              <a:tailEnd type="stealth" w="lg" len="lg"/>
            </a:ln>
          </p:spPr>
        </p:cxnSp>
        <p:cxnSp>
          <p:nvCxnSpPr>
            <p:cNvPr id="6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2511345" y="2345875"/>
              <a:ext cx="3079984" cy="665"/>
            </a:xfrm>
            <a:prstGeom prst="straightConnector1">
              <a:avLst/>
            </a:prstGeom>
            <a:noFill/>
            <a:ln w="25400" cmpd="sng">
              <a:solidFill>
                <a:srgbClr val="FF0000"/>
              </a:solidFill>
              <a:round/>
              <a:headEnd type="stealth" w="lg" len="lg"/>
              <a:tailEnd type="stealth" w="lg" len="lg"/>
            </a:ln>
          </p:spPr>
        </p:cxnSp>
        <p:sp>
          <p:nvSpPr>
            <p:cNvPr id="7" name="Freeform 6"/>
            <p:cNvSpPr/>
            <p:nvPr/>
          </p:nvSpPr>
          <p:spPr>
            <a:xfrm>
              <a:off x="3992894" y="1077982"/>
              <a:ext cx="1110734" cy="575782"/>
            </a:xfrm>
            <a:custGeom>
              <a:avLst/>
              <a:gdLst>
                <a:gd name="connsiteX0" fmla="*/ 2427890 w 2427890"/>
                <a:gd name="connsiteY0" fmla="*/ 0 h 1208689"/>
                <a:gd name="connsiteX1" fmla="*/ 1497725 w 2427890"/>
                <a:gd name="connsiteY1" fmla="*/ 110358 h 1208689"/>
                <a:gd name="connsiteX2" fmla="*/ 788277 w 2427890"/>
                <a:gd name="connsiteY2" fmla="*/ 457200 h 1208689"/>
                <a:gd name="connsiteX3" fmla="*/ 110359 w 2427890"/>
                <a:gd name="connsiteY3" fmla="*/ 1103586 h 1208689"/>
                <a:gd name="connsiteX4" fmla="*/ 126125 w 2427890"/>
                <a:gd name="connsiteY4" fmla="*/ 1087820 h 1208689"/>
                <a:gd name="connsiteX0" fmla="*/ 2425108 w 2425108"/>
                <a:gd name="connsiteY0" fmla="*/ 0 h 1203434"/>
                <a:gd name="connsiteX1" fmla="*/ 1494943 w 2425108"/>
                <a:gd name="connsiteY1" fmla="*/ 110358 h 1203434"/>
                <a:gd name="connsiteX2" fmla="*/ 785495 w 2425108"/>
                <a:gd name="connsiteY2" fmla="*/ 457200 h 1203434"/>
                <a:gd name="connsiteX3" fmla="*/ 107577 w 2425108"/>
                <a:gd name="connsiteY3" fmla="*/ 1103586 h 1203434"/>
                <a:gd name="connsiteX4" fmla="*/ 140035 w 2425108"/>
                <a:gd name="connsiteY4" fmla="*/ 1056289 h 1203434"/>
                <a:gd name="connsiteX0" fmla="*/ 2437009 w 2437009"/>
                <a:gd name="connsiteY0" fmla="*/ 0 h 1216134"/>
                <a:gd name="connsiteX1" fmla="*/ 1506844 w 2437009"/>
                <a:gd name="connsiteY1" fmla="*/ 110358 h 1216134"/>
                <a:gd name="connsiteX2" fmla="*/ 797396 w 2437009"/>
                <a:gd name="connsiteY2" fmla="*/ 457200 h 1216134"/>
                <a:gd name="connsiteX3" fmla="*/ 119478 w 2437009"/>
                <a:gd name="connsiteY3" fmla="*/ 1103586 h 1216134"/>
                <a:gd name="connsiteX4" fmla="*/ 80527 w 2437009"/>
                <a:gd name="connsiteY4" fmla="*/ 1132489 h 1216134"/>
                <a:gd name="connsiteX0" fmla="*/ 2419545 w 2419545"/>
                <a:gd name="connsiteY0" fmla="*/ 0 h 1192923"/>
                <a:gd name="connsiteX1" fmla="*/ 1489380 w 2419545"/>
                <a:gd name="connsiteY1" fmla="*/ 110358 h 1192923"/>
                <a:gd name="connsiteX2" fmla="*/ 779932 w 2419545"/>
                <a:gd name="connsiteY2" fmla="*/ 457200 h 1192923"/>
                <a:gd name="connsiteX3" fmla="*/ 205881 w 2419545"/>
                <a:gd name="connsiteY3" fmla="*/ 903889 h 1192923"/>
                <a:gd name="connsiteX4" fmla="*/ 102014 w 2419545"/>
                <a:gd name="connsiteY4" fmla="*/ 1103586 h 1192923"/>
                <a:gd name="connsiteX5" fmla="*/ 63063 w 2419545"/>
                <a:gd name="connsiteY5" fmla="*/ 1132489 h 1192923"/>
                <a:gd name="connsiteX0" fmla="*/ 2490953 w 2490953"/>
                <a:gd name="connsiteY0" fmla="*/ 0 h 1192924"/>
                <a:gd name="connsiteX1" fmla="*/ 1560788 w 2490953"/>
                <a:gd name="connsiteY1" fmla="*/ 110358 h 1192924"/>
                <a:gd name="connsiteX2" fmla="*/ 851340 w 2490953"/>
                <a:gd name="connsiteY2" fmla="*/ 457200 h 1192924"/>
                <a:gd name="connsiteX3" fmla="*/ 277289 w 2490953"/>
                <a:gd name="connsiteY3" fmla="*/ 903889 h 1192924"/>
                <a:gd name="connsiteX4" fmla="*/ 173422 w 2490953"/>
                <a:gd name="connsiteY4" fmla="*/ 1103586 h 1192924"/>
                <a:gd name="connsiteX5" fmla="*/ 63063 w 2490953"/>
                <a:gd name="connsiteY5" fmla="*/ 1132490 h 1192924"/>
                <a:gd name="connsiteX0" fmla="*/ 2490953 w 2490953"/>
                <a:gd name="connsiteY0" fmla="*/ 0 h 1192924"/>
                <a:gd name="connsiteX1" fmla="*/ 1560788 w 2490953"/>
                <a:gd name="connsiteY1" fmla="*/ 110358 h 1192924"/>
                <a:gd name="connsiteX2" fmla="*/ 851340 w 2490953"/>
                <a:gd name="connsiteY2" fmla="*/ 457200 h 1192924"/>
                <a:gd name="connsiteX3" fmla="*/ 277289 w 2490953"/>
                <a:gd name="connsiteY3" fmla="*/ 903889 h 1192924"/>
                <a:gd name="connsiteX4" fmla="*/ 63063 w 2490953"/>
                <a:gd name="connsiteY4" fmla="*/ 1132489 h 1192924"/>
                <a:gd name="connsiteX5" fmla="*/ 63063 w 2490953"/>
                <a:gd name="connsiteY5" fmla="*/ 1132490 h 1192924"/>
                <a:gd name="connsiteX0" fmla="*/ 2451693 w 2451693"/>
                <a:gd name="connsiteY0" fmla="*/ 0 h 1145189"/>
                <a:gd name="connsiteX1" fmla="*/ 1521528 w 2451693"/>
                <a:gd name="connsiteY1" fmla="*/ 110358 h 1145189"/>
                <a:gd name="connsiteX2" fmla="*/ 812080 w 2451693"/>
                <a:gd name="connsiteY2" fmla="*/ 457200 h 1145189"/>
                <a:gd name="connsiteX3" fmla="*/ 238029 w 2451693"/>
                <a:gd name="connsiteY3" fmla="*/ 903889 h 1145189"/>
                <a:gd name="connsiteX4" fmla="*/ 23803 w 2451693"/>
                <a:gd name="connsiteY4" fmla="*/ 1132489 h 1145189"/>
                <a:gd name="connsiteX5" fmla="*/ 95211 w 2451693"/>
                <a:gd name="connsiteY5" fmla="*/ 980089 h 1145189"/>
                <a:gd name="connsiteX0" fmla="*/ 2451693 w 2451693"/>
                <a:gd name="connsiteY0" fmla="*/ 0 h 1157889"/>
                <a:gd name="connsiteX1" fmla="*/ 1521528 w 2451693"/>
                <a:gd name="connsiteY1" fmla="*/ 110358 h 1157889"/>
                <a:gd name="connsiteX2" fmla="*/ 812080 w 2451693"/>
                <a:gd name="connsiteY2" fmla="*/ 457200 h 1157889"/>
                <a:gd name="connsiteX3" fmla="*/ 238029 w 2451693"/>
                <a:gd name="connsiteY3" fmla="*/ 903889 h 1157889"/>
                <a:gd name="connsiteX4" fmla="*/ 23803 w 2451693"/>
                <a:gd name="connsiteY4" fmla="*/ 1132489 h 1157889"/>
                <a:gd name="connsiteX5" fmla="*/ 95211 w 2451693"/>
                <a:gd name="connsiteY5" fmla="*/ 1056290 h 1157889"/>
                <a:gd name="connsiteX0" fmla="*/ 2475496 w 2475496"/>
                <a:gd name="connsiteY0" fmla="*/ 0 h 1116724"/>
                <a:gd name="connsiteX1" fmla="*/ 1545331 w 2475496"/>
                <a:gd name="connsiteY1" fmla="*/ 110358 h 1116724"/>
                <a:gd name="connsiteX2" fmla="*/ 835883 w 2475496"/>
                <a:gd name="connsiteY2" fmla="*/ 457200 h 1116724"/>
                <a:gd name="connsiteX3" fmla="*/ 261832 w 2475496"/>
                <a:gd name="connsiteY3" fmla="*/ 903889 h 1116724"/>
                <a:gd name="connsiteX4" fmla="*/ 23803 w 2475496"/>
                <a:gd name="connsiteY4" fmla="*/ 1081689 h 1116724"/>
                <a:gd name="connsiteX5" fmla="*/ 119014 w 2475496"/>
                <a:gd name="connsiteY5" fmla="*/ 1056290 h 1116724"/>
                <a:gd name="connsiteX0" fmla="*/ 2472971 w 2472971"/>
                <a:gd name="connsiteY0" fmla="*/ 0 h 1116724"/>
                <a:gd name="connsiteX1" fmla="*/ 1542806 w 2472971"/>
                <a:gd name="connsiteY1" fmla="*/ 110358 h 1116724"/>
                <a:gd name="connsiteX2" fmla="*/ 833358 w 2472971"/>
                <a:gd name="connsiteY2" fmla="*/ 457200 h 1116724"/>
                <a:gd name="connsiteX3" fmla="*/ 244159 w 2472971"/>
                <a:gd name="connsiteY3" fmla="*/ 929289 h 1116724"/>
                <a:gd name="connsiteX4" fmla="*/ 21278 w 2472971"/>
                <a:gd name="connsiteY4" fmla="*/ 1081689 h 1116724"/>
                <a:gd name="connsiteX5" fmla="*/ 116489 w 2472971"/>
                <a:gd name="connsiteY5" fmla="*/ 1056290 h 1116724"/>
                <a:gd name="connsiteX0" fmla="*/ 2587040 w 2587040"/>
                <a:gd name="connsiteY0" fmla="*/ 0 h 1116724"/>
                <a:gd name="connsiteX1" fmla="*/ 1656875 w 2587040"/>
                <a:gd name="connsiteY1" fmla="*/ 110358 h 1116724"/>
                <a:gd name="connsiteX2" fmla="*/ 947427 w 2587040"/>
                <a:gd name="connsiteY2" fmla="*/ 457200 h 1116724"/>
                <a:gd name="connsiteX3" fmla="*/ 135347 w 2587040"/>
                <a:gd name="connsiteY3" fmla="*/ 1005489 h 1116724"/>
                <a:gd name="connsiteX4" fmla="*/ 135347 w 2587040"/>
                <a:gd name="connsiteY4" fmla="*/ 1081689 h 1116724"/>
                <a:gd name="connsiteX5" fmla="*/ 230558 w 2587040"/>
                <a:gd name="connsiteY5" fmla="*/ 1056290 h 1116724"/>
                <a:gd name="connsiteX0" fmla="*/ 2587040 w 2587040"/>
                <a:gd name="connsiteY0" fmla="*/ 0 h 1109571"/>
                <a:gd name="connsiteX1" fmla="*/ 1656875 w 2587040"/>
                <a:gd name="connsiteY1" fmla="*/ 110358 h 1109571"/>
                <a:gd name="connsiteX2" fmla="*/ 947427 w 2587040"/>
                <a:gd name="connsiteY2" fmla="*/ 457200 h 1109571"/>
                <a:gd name="connsiteX3" fmla="*/ 135347 w 2587040"/>
                <a:gd name="connsiteY3" fmla="*/ 1005489 h 1109571"/>
                <a:gd name="connsiteX4" fmla="*/ 135347 w 2587040"/>
                <a:gd name="connsiteY4" fmla="*/ 1081689 h 1109571"/>
                <a:gd name="connsiteX5" fmla="*/ 135347 w 2587040"/>
                <a:gd name="connsiteY5" fmla="*/ 1005489 h 1109571"/>
                <a:gd name="connsiteX0" fmla="*/ 2587040 w 2587040"/>
                <a:gd name="connsiteY0" fmla="*/ 0 h 1096871"/>
                <a:gd name="connsiteX1" fmla="*/ 1656875 w 2587040"/>
                <a:gd name="connsiteY1" fmla="*/ 110358 h 1096871"/>
                <a:gd name="connsiteX2" fmla="*/ 947427 w 2587040"/>
                <a:gd name="connsiteY2" fmla="*/ 457200 h 1096871"/>
                <a:gd name="connsiteX3" fmla="*/ 135347 w 2587040"/>
                <a:gd name="connsiteY3" fmla="*/ 1005489 h 1096871"/>
                <a:gd name="connsiteX4" fmla="*/ 135347 w 2587040"/>
                <a:gd name="connsiteY4" fmla="*/ 1005490 h 1096871"/>
                <a:gd name="connsiteX5" fmla="*/ 135347 w 2587040"/>
                <a:gd name="connsiteY5" fmla="*/ 1005489 h 1096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7040" h="1096871">
                  <a:moveTo>
                    <a:pt x="2587040" y="0"/>
                  </a:moveTo>
                  <a:cubicBezTo>
                    <a:pt x="2258592" y="17079"/>
                    <a:pt x="1930144" y="34158"/>
                    <a:pt x="1656875" y="110358"/>
                  </a:cubicBezTo>
                  <a:cubicBezTo>
                    <a:pt x="1383606" y="186558"/>
                    <a:pt x="1201015" y="308012"/>
                    <a:pt x="947427" y="457200"/>
                  </a:cubicBezTo>
                  <a:cubicBezTo>
                    <a:pt x="693839" y="606388"/>
                    <a:pt x="270694" y="914107"/>
                    <a:pt x="135347" y="1005489"/>
                  </a:cubicBezTo>
                  <a:cubicBezTo>
                    <a:pt x="0" y="1096871"/>
                    <a:pt x="135347" y="1005490"/>
                    <a:pt x="135347" y="1005490"/>
                  </a:cubicBezTo>
                  <a:cubicBezTo>
                    <a:pt x="135347" y="1005490"/>
                    <a:pt x="72284" y="1065923"/>
                    <a:pt x="135347" y="1005489"/>
                  </a:cubicBezTo>
                </a:path>
              </a:pathLst>
            </a:custGeom>
            <a:ln w="254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7"/>
            <p:cNvSpPr/>
            <p:nvPr/>
          </p:nvSpPr>
          <p:spPr>
            <a:xfrm>
              <a:off x="2775097" y="2932454"/>
              <a:ext cx="1307438" cy="713330"/>
            </a:xfrm>
            <a:custGeom>
              <a:avLst/>
              <a:gdLst>
                <a:gd name="connsiteX0" fmla="*/ 0 w 3205656"/>
                <a:gd name="connsiteY0" fmla="*/ 1382111 h 1408387"/>
                <a:gd name="connsiteX1" fmla="*/ 977463 w 3205656"/>
                <a:gd name="connsiteY1" fmla="*/ 1319049 h 1408387"/>
                <a:gd name="connsiteX2" fmla="*/ 2207173 w 3205656"/>
                <a:gd name="connsiteY2" fmla="*/ 846083 h 1408387"/>
                <a:gd name="connsiteX3" fmla="*/ 3058511 w 3205656"/>
                <a:gd name="connsiteY3" fmla="*/ 120869 h 1408387"/>
                <a:gd name="connsiteX4" fmla="*/ 3090042 w 3205656"/>
                <a:gd name="connsiteY4" fmla="*/ 120869 h 1408387"/>
                <a:gd name="connsiteX5" fmla="*/ 3105807 w 3205656"/>
                <a:gd name="connsiteY5" fmla="*/ 152400 h 1408387"/>
                <a:gd name="connsiteX0" fmla="*/ 0 w 3139090"/>
                <a:gd name="connsiteY0" fmla="*/ 1345325 h 1371601"/>
                <a:gd name="connsiteX1" fmla="*/ 977463 w 3139090"/>
                <a:gd name="connsiteY1" fmla="*/ 1282263 h 1371601"/>
                <a:gd name="connsiteX2" fmla="*/ 2207173 w 3139090"/>
                <a:gd name="connsiteY2" fmla="*/ 809297 h 1371601"/>
                <a:gd name="connsiteX3" fmla="*/ 2606566 w 3139090"/>
                <a:gd name="connsiteY3" fmla="*/ 588580 h 1371601"/>
                <a:gd name="connsiteX4" fmla="*/ 3058511 w 3139090"/>
                <a:gd name="connsiteY4" fmla="*/ 84083 h 1371601"/>
                <a:gd name="connsiteX5" fmla="*/ 3090042 w 3139090"/>
                <a:gd name="connsiteY5" fmla="*/ 84083 h 1371601"/>
                <a:gd name="connsiteX6" fmla="*/ 3105807 w 3139090"/>
                <a:gd name="connsiteY6" fmla="*/ 115614 h 1371601"/>
                <a:gd name="connsiteX0" fmla="*/ 0 w 3139090"/>
                <a:gd name="connsiteY0" fmla="*/ 1332625 h 1358901"/>
                <a:gd name="connsiteX1" fmla="*/ 977463 w 3139090"/>
                <a:gd name="connsiteY1" fmla="*/ 1269563 h 1358901"/>
                <a:gd name="connsiteX2" fmla="*/ 2207173 w 3139090"/>
                <a:gd name="connsiteY2" fmla="*/ 796597 h 1358901"/>
                <a:gd name="connsiteX3" fmla="*/ 2606566 w 3139090"/>
                <a:gd name="connsiteY3" fmla="*/ 499680 h 1358901"/>
                <a:gd name="connsiteX4" fmla="*/ 3058511 w 3139090"/>
                <a:gd name="connsiteY4" fmla="*/ 71383 h 1358901"/>
                <a:gd name="connsiteX5" fmla="*/ 3090042 w 3139090"/>
                <a:gd name="connsiteY5" fmla="*/ 71383 h 1358901"/>
                <a:gd name="connsiteX6" fmla="*/ 3105807 w 3139090"/>
                <a:gd name="connsiteY6" fmla="*/ 102914 h 135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39090" h="1358901">
                  <a:moveTo>
                    <a:pt x="0" y="1332625"/>
                  </a:moveTo>
                  <a:cubicBezTo>
                    <a:pt x="304800" y="1345763"/>
                    <a:pt x="609601" y="1358901"/>
                    <a:pt x="977463" y="1269563"/>
                  </a:cubicBezTo>
                  <a:cubicBezTo>
                    <a:pt x="1345325" y="1180225"/>
                    <a:pt x="1935656" y="924911"/>
                    <a:pt x="2207173" y="796597"/>
                  </a:cubicBezTo>
                  <a:cubicBezTo>
                    <a:pt x="2478690" y="668283"/>
                    <a:pt x="2464676" y="620549"/>
                    <a:pt x="2606566" y="499680"/>
                  </a:cubicBezTo>
                  <a:cubicBezTo>
                    <a:pt x="2748456" y="378811"/>
                    <a:pt x="2977932" y="142766"/>
                    <a:pt x="3058511" y="71383"/>
                  </a:cubicBezTo>
                  <a:cubicBezTo>
                    <a:pt x="3139090" y="0"/>
                    <a:pt x="3082159" y="66128"/>
                    <a:pt x="3090042" y="71383"/>
                  </a:cubicBezTo>
                  <a:cubicBezTo>
                    <a:pt x="3097925" y="76638"/>
                    <a:pt x="3101866" y="89776"/>
                    <a:pt x="3105807" y="102914"/>
                  </a:cubicBezTo>
                </a:path>
              </a:pathLst>
            </a:custGeom>
            <a:ln w="254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 8"/>
            <p:cNvSpPr/>
            <p:nvPr/>
          </p:nvSpPr>
          <p:spPr>
            <a:xfrm>
              <a:off x="4051005" y="1085798"/>
              <a:ext cx="1052623" cy="1879990"/>
            </a:xfrm>
            <a:custGeom>
              <a:avLst/>
              <a:gdLst>
                <a:gd name="connsiteX0" fmla="*/ 0 w 2459421"/>
                <a:gd name="connsiteY0" fmla="*/ 3358055 h 3358055"/>
                <a:gd name="connsiteX1" fmla="*/ 993228 w 2459421"/>
                <a:gd name="connsiteY1" fmla="*/ 2317531 h 3358055"/>
                <a:gd name="connsiteX2" fmla="*/ 1639614 w 2459421"/>
                <a:gd name="connsiteY2" fmla="*/ 914400 h 3358055"/>
                <a:gd name="connsiteX3" fmla="*/ 1828800 w 2459421"/>
                <a:gd name="connsiteY3" fmla="*/ 457200 h 3358055"/>
                <a:gd name="connsiteX4" fmla="*/ 2096814 w 2459421"/>
                <a:gd name="connsiteY4" fmla="*/ 78828 h 3358055"/>
                <a:gd name="connsiteX5" fmla="*/ 2459421 w 2459421"/>
                <a:gd name="connsiteY5" fmla="*/ 0 h 3358055"/>
                <a:gd name="connsiteX0" fmla="*/ 0 w 2459421"/>
                <a:gd name="connsiteY0" fmla="*/ 3358055 h 3358055"/>
                <a:gd name="connsiteX1" fmla="*/ 993228 w 2459421"/>
                <a:gd name="connsiteY1" fmla="*/ 2317531 h 3358055"/>
                <a:gd name="connsiteX2" fmla="*/ 1639614 w 2459421"/>
                <a:gd name="connsiteY2" fmla="*/ 914400 h 3358055"/>
                <a:gd name="connsiteX3" fmla="*/ 1828800 w 2459421"/>
                <a:gd name="connsiteY3" fmla="*/ 457200 h 3358055"/>
                <a:gd name="connsiteX4" fmla="*/ 2133600 w 2459421"/>
                <a:gd name="connsiteY4" fmla="*/ 142896 h 3358055"/>
                <a:gd name="connsiteX5" fmla="*/ 2459421 w 2459421"/>
                <a:gd name="connsiteY5" fmla="*/ 0 h 3358055"/>
                <a:gd name="connsiteX0" fmla="*/ 0 w 2514600"/>
                <a:gd name="connsiteY0" fmla="*/ 3286607 h 3286607"/>
                <a:gd name="connsiteX1" fmla="*/ 993228 w 2514600"/>
                <a:gd name="connsiteY1" fmla="*/ 2246083 h 3286607"/>
                <a:gd name="connsiteX2" fmla="*/ 1639614 w 2514600"/>
                <a:gd name="connsiteY2" fmla="*/ 842952 h 3286607"/>
                <a:gd name="connsiteX3" fmla="*/ 1828800 w 2514600"/>
                <a:gd name="connsiteY3" fmla="*/ 385752 h 3286607"/>
                <a:gd name="connsiteX4" fmla="*/ 2133600 w 2514600"/>
                <a:gd name="connsiteY4" fmla="*/ 71448 h 3286607"/>
                <a:gd name="connsiteX5" fmla="*/ 2514600 w 2514600"/>
                <a:gd name="connsiteY5" fmla="*/ 0 h 3286607"/>
                <a:gd name="connsiteX0" fmla="*/ 0 w 2590799"/>
                <a:gd name="connsiteY0" fmla="*/ 3358055 h 3358055"/>
                <a:gd name="connsiteX1" fmla="*/ 993228 w 2590799"/>
                <a:gd name="connsiteY1" fmla="*/ 2317531 h 3358055"/>
                <a:gd name="connsiteX2" fmla="*/ 1639614 w 2590799"/>
                <a:gd name="connsiteY2" fmla="*/ 914400 h 3358055"/>
                <a:gd name="connsiteX3" fmla="*/ 1828800 w 2590799"/>
                <a:gd name="connsiteY3" fmla="*/ 457200 h 3358055"/>
                <a:gd name="connsiteX4" fmla="*/ 2133600 w 2590799"/>
                <a:gd name="connsiteY4" fmla="*/ 142896 h 3358055"/>
                <a:gd name="connsiteX5" fmla="*/ 2590799 w 2590799"/>
                <a:gd name="connsiteY5" fmla="*/ 0 h 335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799" h="3358055">
                  <a:moveTo>
                    <a:pt x="0" y="3358055"/>
                  </a:moveTo>
                  <a:cubicBezTo>
                    <a:pt x="359979" y="3041431"/>
                    <a:pt x="719959" y="2724807"/>
                    <a:pt x="993228" y="2317531"/>
                  </a:cubicBezTo>
                  <a:cubicBezTo>
                    <a:pt x="1266497" y="1910255"/>
                    <a:pt x="1500352" y="1224455"/>
                    <a:pt x="1639614" y="914400"/>
                  </a:cubicBezTo>
                  <a:cubicBezTo>
                    <a:pt x="1778876" y="604345"/>
                    <a:pt x="1746469" y="585784"/>
                    <a:pt x="1828800" y="457200"/>
                  </a:cubicBezTo>
                  <a:cubicBezTo>
                    <a:pt x="1911131" y="328616"/>
                    <a:pt x="2006600" y="219096"/>
                    <a:pt x="2133600" y="142896"/>
                  </a:cubicBezTo>
                  <a:cubicBezTo>
                    <a:pt x="2260600" y="66696"/>
                    <a:pt x="2462047" y="1314"/>
                    <a:pt x="2590799" y="0"/>
                  </a:cubicBezTo>
                </a:path>
              </a:pathLst>
            </a:custGeom>
            <a:ln w="254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775097" y="2325791"/>
              <a:ext cx="829339" cy="1319993"/>
            </a:xfrm>
            <a:custGeom>
              <a:avLst/>
              <a:gdLst>
                <a:gd name="connsiteX0" fmla="*/ 2364828 w 2364828"/>
                <a:gd name="connsiteY0" fmla="*/ 0 h 2525110"/>
                <a:gd name="connsiteX1" fmla="*/ 1592318 w 2364828"/>
                <a:gd name="connsiteY1" fmla="*/ 1434662 h 2525110"/>
                <a:gd name="connsiteX2" fmla="*/ 867104 w 2364828"/>
                <a:gd name="connsiteY2" fmla="*/ 2301766 h 2525110"/>
                <a:gd name="connsiteX3" fmla="*/ 346842 w 2364828"/>
                <a:gd name="connsiteY3" fmla="*/ 2490952 h 2525110"/>
                <a:gd name="connsiteX4" fmla="*/ 0 w 2364828"/>
                <a:gd name="connsiteY4" fmla="*/ 2506717 h 2525110"/>
                <a:gd name="connsiteX0" fmla="*/ 2364828 w 2364828"/>
                <a:gd name="connsiteY0" fmla="*/ 0 h 2559268"/>
                <a:gd name="connsiteX1" fmla="*/ 1592318 w 2364828"/>
                <a:gd name="connsiteY1" fmla="*/ 1434662 h 2559268"/>
                <a:gd name="connsiteX2" fmla="*/ 867104 w 2364828"/>
                <a:gd name="connsiteY2" fmla="*/ 2301766 h 2559268"/>
                <a:gd name="connsiteX3" fmla="*/ 244637 w 2364828"/>
                <a:gd name="connsiteY3" fmla="*/ 2525110 h 2559268"/>
                <a:gd name="connsiteX4" fmla="*/ 0 w 2364828"/>
                <a:gd name="connsiteY4" fmla="*/ 2506717 h 2559268"/>
                <a:gd name="connsiteX0" fmla="*/ 2364828 w 2364828"/>
                <a:gd name="connsiteY0" fmla="*/ 0 h 2692125"/>
                <a:gd name="connsiteX1" fmla="*/ 1592318 w 2364828"/>
                <a:gd name="connsiteY1" fmla="*/ 1434662 h 2692125"/>
                <a:gd name="connsiteX2" fmla="*/ 867104 w 2364828"/>
                <a:gd name="connsiteY2" fmla="*/ 2301766 h 2692125"/>
                <a:gd name="connsiteX3" fmla="*/ 244637 w 2364828"/>
                <a:gd name="connsiteY3" fmla="*/ 2525110 h 2692125"/>
                <a:gd name="connsiteX4" fmla="*/ 0 w 2364828"/>
                <a:gd name="connsiteY4" fmla="*/ 2682929 h 2692125"/>
                <a:gd name="connsiteX0" fmla="*/ 2364828 w 2364828"/>
                <a:gd name="connsiteY0" fmla="*/ 0 h 2562334"/>
                <a:gd name="connsiteX1" fmla="*/ 1592318 w 2364828"/>
                <a:gd name="connsiteY1" fmla="*/ 1434662 h 2562334"/>
                <a:gd name="connsiteX2" fmla="*/ 867104 w 2364828"/>
                <a:gd name="connsiteY2" fmla="*/ 2301766 h 2562334"/>
                <a:gd name="connsiteX3" fmla="*/ 244637 w 2364828"/>
                <a:gd name="connsiteY3" fmla="*/ 2525110 h 2562334"/>
                <a:gd name="connsiteX4" fmla="*/ 0 w 2364828"/>
                <a:gd name="connsiteY4" fmla="*/ 2525109 h 2562334"/>
                <a:gd name="connsiteX0" fmla="*/ 2277242 w 2277242"/>
                <a:gd name="connsiteY0" fmla="*/ 0 h 2562334"/>
                <a:gd name="connsiteX1" fmla="*/ 1592318 w 2277242"/>
                <a:gd name="connsiteY1" fmla="*/ 1434662 h 2562334"/>
                <a:gd name="connsiteX2" fmla="*/ 867104 w 2277242"/>
                <a:gd name="connsiteY2" fmla="*/ 2301766 h 2562334"/>
                <a:gd name="connsiteX3" fmla="*/ 244637 w 2277242"/>
                <a:gd name="connsiteY3" fmla="*/ 2525110 h 2562334"/>
                <a:gd name="connsiteX4" fmla="*/ 0 w 2277242"/>
                <a:gd name="connsiteY4" fmla="*/ 2525109 h 2562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7242" h="2562334">
                  <a:moveTo>
                    <a:pt x="2277242" y="0"/>
                  </a:moveTo>
                  <a:cubicBezTo>
                    <a:pt x="2015797" y="525517"/>
                    <a:pt x="1827341" y="1051034"/>
                    <a:pt x="1592318" y="1434662"/>
                  </a:cubicBezTo>
                  <a:cubicBezTo>
                    <a:pt x="1357295" y="1818290"/>
                    <a:pt x="1091718" y="2120025"/>
                    <a:pt x="867104" y="2301766"/>
                  </a:cubicBezTo>
                  <a:cubicBezTo>
                    <a:pt x="642491" y="2483507"/>
                    <a:pt x="389154" y="2487886"/>
                    <a:pt x="244637" y="2525110"/>
                  </a:cubicBezTo>
                  <a:cubicBezTo>
                    <a:pt x="100120" y="2562334"/>
                    <a:pt x="101162" y="2534305"/>
                    <a:pt x="0" y="2525109"/>
                  </a:cubicBezTo>
                </a:path>
              </a:pathLst>
            </a:custGeom>
            <a:ln w="254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3604438" y="1539435"/>
              <a:ext cx="498080" cy="786356"/>
            </a:xfrm>
            <a:custGeom>
              <a:avLst/>
              <a:gdLst>
                <a:gd name="connsiteX0" fmla="*/ 1056289 w 1056289"/>
                <a:gd name="connsiteY0" fmla="*/ 0 h 1340069"/>
                <a:gd name="connsiteX1" fmla="*/ 236482 w 1056289"/>
                <a:gd name="connsiteY1" fmla="*/ 740979 h 1340069"/>
                <a:gd name="connsiteX2" fmla="*/ 0 w 1056289"/>
                <a:gd name="connsiteY2" fmla="*/ 1340069 h 1340069"/>
                <a:gd name="connsiteX3" fmla="*/ 0 w 1056289"/>
                <a:gd name="connsiteY3" fmla="*/ 1340069 h 1340069"/>
                <a:gd name="connsiteX4" fmla="*/ 0 w 1056289"/>
                <a:gd name="connsiteY4" fmla="*/ 1340069 h 1340069"/>
                <a:gd name="connsiteX0" fmla="*/ 1056289 w 1056289"/>
                <a:gd name="connsiteY0" fmla="*/ 0 h 1340069"/>
                <a:gd name="connsiteX1" fmla="*/ 315310 w 1056289"/>
                <a:gd name="connsiteY1" fmla="*/ 722586 h 1340069"/>
                <a:gd name="connsiteX2" fmla="*/ 0 w 1056289"/>
                <a:gd name="connsiteY2" fmla="*/ 1340069 h 1340069"/>
                <a:gd name="connsiteX3" fmla="*/ 0 w 1056289"/>
                <a:gd name="connsiteY3" fmla="*/ 1340069 h 1340069"/>
                <a:gd name="connsiteX4" fmla="*/ 0 w 1056289"/>
                <a:gd name="connsiteY4" fmla="*/ 1340069 h 1340069"/>
                <a:gd name="connsiteX0" fmla="*/ 1056289 w 1056289"/>
                <a:gd name="connsiteY0" fmla="*/ 0 h 1340069"/>
                <a:gd name="connsiteX1" fmla="*/ 391510 w 1056289"/>
                <a:gd name="connsiteY1" fmla="*/ 722586 h 1340069"/>
                <a:gd name="connsiteX2" fmla="*/ 0 w 1056289"/>
                <a:gd name="connsiteY2" fmla="*/ 1340069 h 1340069"/>
                <a:gd name="connsiteX3" fmla="*/ 0 w 1056289"/>
                <a:gd name="connsiteY3" fmla="*/ 1340069 h 1340069"/>
                <a:gd name="connsiteX4" fmla="*/ 0 w 1056289"/>
                <a:gd name="connsiteY4" fmla="*/ 1340069 h 1340069"/>
                <a:gd name="connsiteX0" fmla="*/ 1001110 w 1001110"/>
                <a:gd name="connsiteY0" fmla="*/ 0 h 1227083"/>
                <a:gd name="connsiteX1" fmla="*/ 391510 w 1001110"/>
                <a:gd name="connsiteY1" fmla="*/ 609600 h 1227083"/>
                <a:gd name="connsiteX2" fmla="*/ 0 w 1001110"/>
                <a:gd name="connsiteY2" fmla="*/ 1227083 h 1227083"/>
                <a:gd name="connsiteX3" fmla="*/ 0 w 1001110"/>
                <a:gd name="connsiteY3" fmla="*/ 1227083 h 1227083"/>
                <a:gd name="connsiteX4" fmla="*/ 0 w 1001110"/>
                <a:gd name="connsiteY4" fmla="*/ 1227083 h 1227083"/>
                <a:gd name="connsiteX0" fmla="*/ 1001110 w 1178910"/>
                <a:gd name="connsiteY0" fmla="*/ 254000 h 1481083"/>
                <a:gd name="connsiteX1" fmla="*/ 1077310 w 1178910"/>
                <a:gd name="connsiteY1" fmla="*/ 101600 h 1481083"/>
                <a:gd name="connsiteX2" fmla="*/ 391510 w 1178910"/>
                <a:gd name="connsiteY2" fmla="*/ 863600 h 1481083"/>
                <a:gd name="connsiteX3" fmla="*/ 0 w 1178910"/>
                <a:gd name="connsiteY3" fmla="*/ 1481083 h 1481083"/>
                <a:gd name="connsiteX4" fmla="*/ 0 w 1178910"/>
                <a:gd name="connsiteY4" fmla="*/ 1481083 h 1481083"/>
                <a:gd name="connsiteX5" fmla="*/ 0 w 1178910"/>
                <a:gd name="connsiteY5" fmla="*/ 1481083 h 1481083"/>
                <a:gd name="connsiteX0" fmla="*/ 1066800 w 1189858"/>
                <a:gd name="connsiteY0" fmla="*/ 169333 h 1498016"/>
                <a:gd name="connsiteX1" fmla="*/ 1077310 w 1189858"/>
                <a:gd name="connsiteY1" fmla="*/ 118533 h 1498016"/>
                <a:gd name="connsiteX2" fmla="*/ 391510 w 1189858"/>
                <a:gd name="connsiteY2" fmla="*/ 880533 h 1498016"/>
                <a:gd name="connsiteX3" fmla="*/ 0 w 1189858"/>
                <a:gd name="connsiteY3" fmla="*/ 1498016 h 1498016"/>
                <a:gd name="connsiteX4" fmla="*/ 0 w 1189858"/>
                <a:gd name="connsiteY4" fmla="*/ 1498016 h 1498016"/>
                <a:gd name="connsiteX5" fmla="*/ 0 w 1189858"/>
                <a:gd name="connsiteY5" fmla="*/ 1498016 h 1498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9858" h="1498016">
                  <a:moveTo>
                    <a:pt x="1066800" y="169333"/>
                  </a:moveTo>
                  <a:cubicBezTo>
                    <a:pt x="1065486" y="168895"/>
                    <a:pt x="1189858" y="0"/>
                    <a:pt x="1077310" y="118533"/>
                  </a:cubicBezTo>
                  <a:cubicBezTo>
                    <a:pt x="964762" y="237066"/>
                    <a:pt x="571062" y="650619"/>
                    <a:pt x="391510" y="880533"/>
                  </a:cubicBezTo>
                  <a:cubicBezTo>
                    <a:pt x="211958" y="1110447"/>
                    <a:pt x="52552" y="1395102"/>
                    <a:pt x="0" y="1498016"/>
                  </a:cubicBezTo>
                  <a:lnTo>
                    <a:pt x="0" y="1498016"/>
                  </a:lnTo>
                  <a:lnTo>
                    <a:pt x="0" y="1498016"/>
                  </a:lnTo>
                </a:path>
              </a:pathLst>
            </a:custGeom>
            <a:ln w="254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2" name="Picture 2" descr="D:\Harshavardhan\datafolder\hmksave\hmk vit\VIT 2018-20\AY 20202021 New Robotics Course\RMC Theory Lectures PPTs Videos  and Notes etc\Images For Lect 5 Electrical Elex\Earth Geographical Poles - Cop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28600"/>
            <a:ext cx="2971800" cy="257175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</p:pic>
      <p:grpSp>
        <p:nvGrpSpPr>
          <p:cNvPr id="13" name="Group 341"/>
          <p:cNvGrpSpPr/>
          <p:nvPr/>
        </p:nvGrpSpPr>
        <p:grpSpPr>
          <a:xfrm>
            <a:off x="4114800" y="285750"/>
            <a:ext cx="2209800" cy="609600"/>
            <a:chOff x="1547192" y="2133600"/>
            <a:chExt cx="3482008" cy="1066800"/>
          </a:xfrm>
        </p:grpSpPr>
        <p:sp>
          <p:nvSpPr>
            <p:cNvPr id="14" name="Cube 13"/>
            <p:cNvSpPr/>
            <p:nvPr/>
          </p:nvSpPr>
          <p:spPr>
            <a:xfrm>
              <a:off x="1547192" y="2133600"/>
              <a:ext cx="990600" cy="1066800"/>
            </a:xfrm>
            <a:prstGeom prst="cube">
              <a:avLst>
                <a:gd name="adj" fmla="val 24101"/>
              </a:avLst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ube 14"/>
            <p:cNvSpPr/>
            <p:nvPr/>
          </p:nvSpPr>
          <p:spPr>
            <a:xfrm>
              <a:off x="2209800" y="2133600"/>
              <a:ext cx="2133600" cy="1066800"/>
            </a:xfrm>
            <a:prstGeom prst="cube">
              <a:avLst>
                <a:gd name="adj" fmla="val 24101"/>
              </a:avLst>
            </a:prstGeom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ube 15"/>
            <p:cNvSpPr/>
            <p:nvPr/>
          </p:nvSpPr>
          <p:spPr>
            <a:xfrm>
              <a:off x="4038600" y="2133600"/>
              <a:ext cx="990600" cy="1066800"/>
            </a:xfrm>
            <a:prstGeom prst="cube">
              <a:avLst>
                <a:gd name="adj" fmla="val 24101"/>
              </a:avLst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 Box 27"/>
            <p:cNvSpPr txBox="1">
              <a:spLocks noChangeArrowheads="1"/>
            </p:cNvSpPr>
            <p:nvPr/>
          </p:nvSpPr>
          <p:spPr bwMode="auto">
            <a:xfrm>
              <a:off x="4267200" y="2667000"/>
              <a:ext cx="3810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US" sz="4000" b="1" dirty="0" smtClean="0">
                  <a:solidFill>
                    <a:srgbClr val="FFFFCC"/>
                  </a:solidFill>
                  <a:latin typeface="Calibri" pitchFamily="34" charset="0"/>
                  <a:cs typeface="Calibri" pitchFamily="34" charset="0"/>
                </a:rPr>
                <a:t>N</a:t>
              </a:r>
              <a:endParaRPr kumimoji="0" lang="en-US" sz="4000" b="1" i="0" u="none" strike="noStrike" cap="none" normalizeH="0" baseline="0" dirty="0" smtClean="0">
                <a:ln>
                  <a:noFill/>
                </a:ln>
                <a:solidFill>
                  <a:srgbClr val="FFFFCC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8" name="Text Box 27"/>
            <p:cNvSpPr txBox="1">
              <a:spLocks noChangeArrowheads="1"/>
            </p:cNvSpPr>
            <p:nvPr/>
          </p:nvSpPr>
          <p:spPr bwMode="auto">
            <a:xfrm>
              <a:off x="1676400" y="2667000"/>
              <a:ext cx="3810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US" sz="4000" b="1" dirty="0" smtClean="0">
                  <a:solidFill>
                    <a:srgbClr val="FFFFCC"/>
                  </a:solidFill>
                  <a:latin typeface="Calibri" pitchFamily="34" charset="0"/>
                  <a:cs typeface="Calibri" pitchFamily="34" charset="0"/>
                </a:rPr>
                <a:t>S</a:t>
              </a:r>
              <a:endParaRPr kumimoji="0" lang="en-US" sz="4000" b="1" i="0" u="none" strike="noStrike" cap="none" normalizeH="0" baseline="0" dirty="0" smtClean="0">
                <a:ln>
                  <a:noFill/>
                </a:ln>
                <a:solidFill>
                  <a:srgbClr val="FFFFCC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</p:grpSp>
      <p:pic>
        <p:nvPicPr>
          <p:cNvPr id="19" name="Picture 5" descr="D:\Harshavardhan\datafolder\hmksave\hmk vit\VIT 2018-20\AY 20202021 New Robotics Course\RMC Theory Lectures PPTs Videos  and Notes etc\Images For Lect 5 Electrical Elex\solenoid direction 3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067050"/>
            <a:ext cx="3581400" cy="171450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</p:pic>
      <p:grpSp>
        <p:nvGrpSpPr>
          <p:cNvPr id="21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22" name="Picture 4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  <p:pic>
        <p:nvPicPr>
          <p:cNvPr id="25" name="Picture 2" descr="D:\Harshavardhan\datafolder\hmksave\hmk vit\VIT 2018-20\AY 20202021 New Robotics Course\RMC Theory Lectures PPTs Videos  and Notes etc\Images For Lect 5 Electrical Elex\Spin CW and CCW.gif"/>
          <p:cNvPicPr>
            <a:picLocks noChangeAspect="1" noChangeArrowheads="1" noCrop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10200" y="2419350"/>
            <a:ext cx="3124200" cy="2343150"/>
          </a:xfrm>
          <a:prstGeom prst="rect">
            <a:avLst/>
          </a:prstGeom>
          <a:noFill/>
        </p:spPr>
      </p:pic>
      <p:sp>
        <p:nvSpPr>
          <p:cNvPr id="20" name="Rectangle 19"/>
          <p:cNvSpPr/>
          <p:nvPr/>
        </p:nvSpPr>
        <p:spPr>
          <a:xfrm rot="20883342">
            <a:off x="2262421" y="831234"/>
            <a:ext cx="5352234" cy="327753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Actuators – 3.2</a:t>
            </a:r>
            <a:endParaRPr lang="en-US" sz="6000" b="1" dirty="0" smtClean="0">
              <a:solidFill>
                <a:srgbClr val="FF0000"/>
              </a:solidFill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 algn="ctr"/>
            <a:r>
              <a:rPr lang="en-US" sz="5400" b="1" dirty="0" smtClean="0">
                <a:solidFill>
                  <a:srgbClr val="0000FF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Basics of Magnetism</a:t>
            </a:r>
            <a:endParaRPr lang="en-US" sz="2000" b="1" dirty="0" smtClean="0">
              <a:solidFill>
                <a:srgbClr val="FF0000"/>
              </a:solidFill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 algn="ctr"/>
            <a:endParaRPr lang="en-US" sz="1600" b="1" dirty="0" smtClean="0">
              <a:solidFill>
                <a:schemeClr val="accent3">
                  <a:lumMod val="50000"/>
                </a:schemeClr>
              </a:solidFill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 algn="ctr"/>
            <a:r>
              <a:rPr lang="en-US" sz="3200" b="1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FY – DESH – VIT</a:t>
            </a:r>
          </a:p>
          <a:p>
            <a:pPr algn="ctr"/>
            <a:endParaRPr lang="en-US" sz="9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22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752600" y="133350"/>
            <a:ext cx="5943600" cy="523220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00FF"/>
                </a:solidFill>
                <a:latin typeface="Book Antiqua" pitchFamily="18" charset="0"/>
              </a:rPr>
              <a:t>The Earth – Magnetism - Poles </a:t>
            </a:r>
            <a:endParaRPr lang="en-IN" sz="28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10000" y="1562040"/>
            <a:ext cx="51054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b="1" dirty="0" smtClean="0">
                <a:solidFill>
                  <a:srgbClr val="FF0000"/>
                </a:solidFill>
                <a:latin typeface="Book Antiqua" pitchFamily="18" charset="0"/>
              </a:rPr>
              <a:t> Where is Magnetic North Pole of Earth ?</a:t>
            </a:r>
            <a:endParaRPr lang="en-IN" sz="20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10000" y="857250"/>
            <a:ext cx="5105400" cy="707886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 Why the Earth shows Magnetic properties ?</a:t>
            </a:r>
            <a:endParaRPr lang="en-IN" sz="20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09999" y="2438400"/>
            <a:ext cx="4919749" cy="707886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b="1" dirty="0" smtClean="0">
                <a:solidFill>
                  <a:srgbClr val="FF0000"/>
                </a:solidFill>
                <a:latin typeface="Book Antiqua" pitchFamily="18" charset="0"/>
              </a:rPr>
              <a:t> Is Geographical axis same as Magnetic axis ?</a:t>
            </a:r>
            <a:endParaRPr lang="en-IN" sz="20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09999" y="2038350"/>
            <a:ext cx="5291051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 Where is the Magnetic axis ?</a:t>
            </a:r>
            <a:endParaRPr lang="en-IN" sz="2000" b="1" i="1" dirty="0" smtClean="0">
              <a:solidFill>
                <a:srgbClr val="0000FF"/>
              </a:solidFill>
              <a:latin typeface="Book Antiqua" pitchFamily="18" charset="0"/>
            </a:endParaRPr>
          </a:p>
        </p:txBody>
      </p:sp>
      <p:pic>
        <p:nvPicPr>
          <p:cNvPr id="31" name="Picture 2" descr="D:\Harshavardhan\datafolder\hmksave\hmk vit\VIT 2018-20\AY 20202021 New Robotics Course\RMC Theory Lectures PPTs Videos  and Notes etc\Images For Lect 5 Electrical Elex\Earth Geographical Poles - Copy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895350"/>
            <a:ext cx="2895600" cy="2686050"/>
          </a:xfrm>
          <a:prstGeom prst="rect">
            <a:avLst/>
          </a:prstGeom>
          <a:noFill/>
        </p:spPr>
      </p:pic>
      <p:sp>
        <p:nvSpPr>
          <p:cNvPr id="32" name="TextBox 31"/>
          <p:cNvSpPr txBox="1"/>
          <p:nvPr/>
        </p:nvSpPr>
        <p:spPr>
          <a:xfrm>
            <a:off x="3809999" y="3181350"/>
            <a:ext cx="4919749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 Are both axes matching ?</a:t>
            </a:r>
            <a:endParaRPr lang="en-IN" sz="2000" b="1" i="1" dirty="0" smtClean="0">
              <a:solidFill>
                <a:srgbClr val="0000FF"/>
              </a:solidFill>
              <a:latin typeface="Book Antiqua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5800" y="3714750"/>
            <a:ext cx="3505200" cy="707886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Comic Sans MS" pitchFamily="66" charset="0"/>
              </a:rPr>
              <a:t>Try these questions – </a:t>
            </a:r>
          </a:p>
          <a:p>
            <a:r>
              <a:rPr lang="en-IN" sz="2000" b="1" dirty="0" smtClean="0">
                <a:latin typeface="Comic Sans MS" pitchFamily="66" charset="0"/>
              </a:rPr>
              <a:t>Just as a curiosity ! </a:t>
            </a:r>
            <a:endParaRPr lang="en-IN" sz="2000" b="1" i="1" dirty="0" smtClean="0">
              <a:latin typeface="Comic Sans MS" pitchFamily="66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810000" y="3605852"/>
            <a:ext cx="5105400" cy="707886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b="1" dirty="0" smtClean="0">
                <a:solidFill>
                  <a:srgbClr val="FF0000"/>
                </a:solidFill>
                <a:latin typeface="Book Antiqua" pitchFamily="18" charset="0"/>
              </a:rPr>
              <a:t> What is the exact location of  Magnetic Poles of Earth ?</a:t>
            </a:r>
            <a:endParaRPr lang="en-IN" sz="20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2" grpId="0"/>
      <p:bldP spid="33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22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762000" y="133350"/>
            <a:ext cx="5410200" cy="523220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00FF"/>
                </a:solidFill>
                <a:latin typeface="Book Antiqua" pitchFamily="18" charset="0"/>
              </a:rPr>
              <a:t>Earth as a huge Magnet .....</a:t>
            </a:r>
            <a:endParaRPr lang="en-IN" sz="28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pic>
        <p:nvPicPr>
          <p:cNvPr id="7" name="Picture 5" descr="D:\Harshavardhan\datafolder\hmksave\hmk vit\VIT 2018-20\AY 20202021 New Robotics Course\RMC Theory Lectures PPTs Videos  and Notes etc\Images For Lect 5 Electrical Elex\Earths magnetic N and S - Copy - Copy (2)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749772">
            <a:off x="1790764" y="972625"/>
            <a:ext cx="2421655" cy="2728482"/>
          </a:xfrm>
          <a:prstGeom prst="rect">
            <a:avLst/>
          </a:prstGeom>
          <a:noFill/>
        </p:spPr>
      </p:pic>
      <p:pic>
        <p:nvPicPr>
          <p:cNvPr id="8" name="Picture 6" descr="D:\Harshavardhan\datafolder\hmksave\hmk vit\VIT 2018-20\AY 20202021 New Robotics Course\RMC Theory Lectures PPTs Videos  and Notes etc\Images For Lect 5 Electrical Elex\Earth Geographical Poles - Copy (2)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742950"/>
            <a:ext cx="3505200" cy="30861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914400" y="3886200"/>
            <a:ext cx="8001000" cy="1015663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>
                <a:latin typeface="Arial" pitchFamily="34" charset="0"/>
                <a:cs typeface="Arial" pitchFamily="34" charset="0"/>
              </a:rPr>
              <a:t>The Earth is a huge Magnet with its </a:t>
            </a:r>
          </a:p>
          <a:p>
            <a:pPr algn="ctr"/>
            <a:r>
              <a:rPr lang="en-IN" sz="2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Magnetic North pole at its Geographical South pole</a:t>
            </a:r>
            <a:r>
              <a:rPr lang="en-IN" sz="2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algn="ctr"/>
            <a:r>
              <a:rPr lang="en-IN" sz="2000" b="1" dirty="0" smtClean="0">
                <a:latin typeface="Arial" pitchFamily="34" charset="0"/>
                <a:cs typeface="Arial" pitchFamily="34" charset="0"/>
              </a:rPr>
              <a:t>and vice versa .....</a:t>
            </a:r>
            <a:endParaRPr lang="en-IN" sz="2000" b="1" i="1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22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  <p:pic>
        <p:nvPicPr>
          <p:cNvPr id="10" name="Picture 2" descr="D:\Harshavardhan\datafolder\hmksave\hmk vit\VIT 2018-20\AY 20202021 New Robotics Course\RMC Theory Lectures PPTs Videos  and Notes etc\Images For Lect 5 Electrical Elex\Spin CW and CCW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742950"/>
            <a:ext cx="3429000" cy="257175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1066800" y="3505021"/>
            <a:ext cx="777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  <a:ea typeface="Batang" pitchFamily="18" charset="-127"/>
              </a:rPr>
              <a:t>The number of unpaired electrons and their CW or CCW spins are mainly responsible for the Magnetism along with the crystal structure.</a:t>
            </a:r>
            <a:endParaRPr lang="en-IN" sz="2000" b="1" dirty="0">
              <a:solidFill>
                <a:srgbClr val="0000FF"/>
              </a:solidFill>
              <a:latin typeface="Book Antiqua" pitchFamily="18" charset="0"/>
              <a:ea typeface="Batang" pitchFamily="18" charset="-127"/>
            </a:endParaRPr>
          </a:p>
        </p:txBody>
      </p:sp>
      <p:pic>
        <p:nvPicPr>
          <p:cNvPr id="12" name="Picture 2" descr="D:\Harshavardhan\datafolder\hmksave\hmk vit\VIT 2018-20\AY 20202021 New Robotics Course\RMC Theory Lectures PPTs Videos  and Notes etc\Images For Lect 5 Electrical Elex\Electron_configuration_iron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1" y="685800"/>
            <a:ext cx="4343399" cy="2686050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6382966" y="3009840"/>
            <a:ext cx="2075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>
                <a:solidFill>
                  <a:srgbClr val="FF0000"/>
                </a:solidFill>
                <a:latin typeface="Book Antiqua" pitchFamily="18" charset="0"/>
                <a:ea typeface="Batang" pitchFamily="18" charset="-127"/>
              </a:rPr>
              <a:t>Electron Spin</a:t>
            </a:r>
            <a:endParaRPr lang="en-IN" sz="2000" b="1" dirty="0">
              <a:solidFill>
                <a:srgbClr val="FF0000"/>
              </a:solidFill>
              <a:latin typeface="Book Antiqua" pitchFamily="18" charset="0"/>
              <a:ea typeface="Batang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57400" y="2625864"/>
            <a:ext cx="304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>
                <a:solidFill>
                  <a:srgbClr val="FF0000"/>
                </a:solidFill>
                <a:latin typeface="Book Antiqua" pitchFamily="18" charset="0"/>
                <a:ea typeface="Batang" pitchFamily="18" charset="-127"/>
              </a:rPr>
              <a:t>Electronic Configuration of Iron </a:t>
            </a:r>
            <a:endParaRPr lang="en-IN" sz="2000" b="1" dirty="0">
              <a:solidFill>
                <a:srgbClr val="FF0000"/>
              </a:solidFill>
              <a:latin typeface="Book Antiqua" pitchFamily="18" charset="0"/>
              <a:ea typeface="Batang" pitchFamily="18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124200" y="800100"/>
            <a:ext cx="2057400" cy="628650"/>
          </a:xfrm>
          <a:prstGeom prst="roundRect">
            <a:avLst>
              <a:gd name="adj" fmla="val 29833"/>
            </a:avLst>
          </a:prstGeom>
          <a:noFill/>
          <a:ln w="381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895600" y="228600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0000FF"/>
                </a:solidFill>
                <a:latin typeface="Book Antiqua" pitchFamily="18" charset="0"/>
                <a:ea typeface="Batang" pitchFamily="18" charset="-127"/>
              </a:rPr>
              <a:t>The origin of Magnetism </a:t>
            </a:r>
            <a:endParaRPr lang="en-IN" sz="2400" b="1" dirty="0">
              <a:solidFill>
                <a:srgbClr val="0000FF"/>
              </a:solidFill>
              <a:latin typeface="Book Antiqua" pitchFamily="18" charset="0"/>
              <a:ea typeface="Batang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22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  <p:sp>
        <p:nvSpPr>
          <p:cNvPr id="6" name="Rectangle 5"/>
          <p:cNvSpPr/>
          <p:nvPr/>
        </p:nvSpPr>
        <p:spPr>
          <a:xfrm>
            <a:off x="838200" y="514350"/>
            <a:ext cx="8153400" cy="428625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>
              <a:lnSpc>
                <a:spcPct val="150000"/>
              </a:lnSpc>
            </a:pPr>
            <a:endParaRPr lang="en-IN" sz="14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4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4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4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4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4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4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IN" dirty="0" smtClean="0">
                <a:solidFill>
                  <a:schemeClr val="tx1"/>
                </a:solidFill>
              </a:rPr>
              <a:t>     </a:t>
            </a:r>
            <a:endParaRPr lang="en-IN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4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IN" sz="1400" b="1" dirty="0" smtClean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114300"/>
            <a:ext cx="8153400" cy="4572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IN" sz="2000" b="1" dirty="0" smtClean="0">
                <a:solidFill>
                  <a:schemeClr val="tx1"/>
                </a:solidFill>
              </a:rPr>
              <a:t>Properties of Magnetic Lines of Force - 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594405"/>
            <a:ext cx="784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1) Magnetic lines are invisible, imaginary lines which are somewhat elliptical in shape which never cross </a:t>
            </a:r>
            <a:r>
              <a:rPr lang="en-IN" sz="2000" b="1" dirty="0" err="1" smtClean="0">
                <a:solidFill>
                  <a:srgbClr val="0000FF"/>
                </a:solidFill>
                <a:latin typeface="Book Antiqua" pitchFamily="18" charset="0"/>
              </a:rPr>
              <a:t>eachother</a:t>
            </a:r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. </a:t>
            </a:r>
          </a:p>
          <a:p>
            <a:endParaRPr lang="en-IN" sz="20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571750"/>
            <a:ext cx="784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3) Magnetic lines that are parallel and travelling in the same direction, REPEL </a:t>
            </a:r>
            <a:r>
              <a:rPr lang="en-IN" sz="2000" b="1" dirty="0" err="1" smtClean="0">
                <a:solidFill>
                  <a:srgbClr val="0000FF"/>
                </a:solidFill>
                <a:latin typeface="Book Antiqua" pitchFamily="18" charset="0"/>
              </a:rPr>
              <a:t>eachother</a:t>
            </a:r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.</a:t>
            </a:r>
            <a:endParaRPr lang="en-IN" sz="20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371850"/>
            <a:ext cx="784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 smtClean="0">
                <a:solidFill>
                  <a:srgbClr val="FF0000"/>
                </a:solidFill>
                <a:latin typeface="Book Antiqua" pitchFamily="18" charset="0"/>
              </a:rPr>
              <a:t>4) Magnetic lines act like stretched rubber band which always try to contract. </a:t>
            </a:r>
            <a:endParaRPr lang="en-IN" sz="2000" b="1" dirty="0">
              <a:solidFill>
                <a:srgbClr val="FF0000"/>
              </a:solidFill>
              <a:effectLst/>
              <a:latin typeface="Book Antiqua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4152840"/>
            <a:ext cx="784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5) Magnetic lines prefer a path of minimum reluctance. </a:t>
            </a:r>
            <a:endParaRPr lang="en-IN" sz="20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485900"/>
            <a:ext cx="784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 smtClean="0">
                <a:solidFill>
                  <a:srgbClr val="FF0000"/>
                </a:solidFill>
                <a:latin typeface="Book Antiqua" pitchFamily="18" charset="0"/>
              </a:rPr>
              <a:t>2) Magnetic lines are closed loops that are supposed to travel from North pole of a bar magnet towards the South pole external to the magnet and from South pole towards the North  pole internally. </a:t>
            </a:r>
            <a:endParaRPr lang="en-IN" sz="2000" b="1" dirty="0">
              <a:solidFill>
                <a:srgbClr val="FF0000"/>
              </a:solidFill>
              <a:effectLst/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22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  <p:grpSp>
        <p:nvGrpSpPr>
          <p:cNvPr id="6" name="Group 281"/>
          <p:cNvGrpSpPr/>
          <p:nvPr/>
        </p:nvGrpSpPr>
        <p:grpSpPr>
          <a:xfrm>
            <a:off x="1143000" y="685800"/>
            <a:ext cx="3276600" cy="2057400"/>
            <a:chOff x="990600" y="838200"/>
            <a:chExt cx="3276600" cy="2743200"/>
          </a:xfrm>
        </p:grpSpPr>
        <p:sp>
          <p:nvSpPr>
            <p:cNvPr id="7" name="Rectangle 6"/>
            <p:cNvSpPr/>
            <p:nvPr/>
          </p:nvSpPr>
          <p:spPr>
            <a:xfrm>
              <a:off x="990600" y="2209800"/>
              <a:ext cx="762000" cy="457200"/>
            </a:xfrm>
            <a:prstGeom prst="rect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 Box 27"/>
            <p:cNvSpPr txBox="1">
              <a:spLocks noChangeArrowheads="1"/>
            </p:cNvSpPr>
            <p:nvPr/>
          </p:nvSpPr>
          <p:spPr bwMode="auto">
            <a:xfrm>
              <a:off x="1143000" y="2286000"/>
              <a:ext cx="3810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US" sz="2000" b="1" dirty="0" smtClean="0">
                  <a:solidFill>
                    <a:srgbClr val="FFFF99"/>
                  </a:solidFill>
                  <a:latin typeface="Calibri" pitchFamily="34" charset="0"/>
                  <a:cs typeface="Calibri" pitchFamily="34" charset="0"/>
                </a:rPr>
                <a:t>S</a:t>
              </a:r>
              <a:endPara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FFFF99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grpSp>
          <p:nvGrpSpPr>
            <p:cNvPr id="9" name="Group 277"/>
            <p:cNvGrpSpPr/>
            <p:nvPr/>
          </p:nvGrpSpPr>
          <p:grpSpPr>
            <a:xfrm>
              <a:off x="1524000" y="1676400"/>
              <a:ext cx="2133600" cy="1447800"/>
              <a:chOff x="1524000" y="1828800"/>
              <a:chExt cx="2133600" cy="1295400"/>
            </a:xfrm>
          </p:grpSpPr>
          <p:sp>
            <p:nvSpPr>
              <p:cNvPr id="13" name="Cube 12"/>
              <p:cNvSpPr/>
              <p:nvPr/>
            </p:nvSpPr>
            <p:spPr>
              <a:xfrm>
                <a:off x="1524000" y="1828800"/>
                <a:ext cx="2133600" cy="1295400"/>
              </a:xfrm>
              <a:prstGeom prst="cube">
                <a:avLst/>
              </a:prstGeom>
              <a:gradFill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AutoShape 34"/>
              <p:cNvCxnSpPr>
                <a:cxnSpLocks noChangeShapeType="1"/>
              </p:cNvCxnSpPr>
              <p:nvPr/>
            </p:nvCxnSpPr>
            <p:spPr bwMode="auto">
              <a:xfrm flipV="1">
                <a:off x="1676400" y="2346960"/>
                <a:ext cx="2032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5" name="AutoShape 34"/>
              <p:cNvCxnSpPr>
                <a:cxnSpLocks noChangeShapeType="1"/>
              </p:cNvCxnSpPr>
              <p:nvPr/>
            </p:nvCxnSpPr>
            <p:spPr bwMode="auto">
              <a:xfrm>
                <a:off x="1778000" y="2519680"/>
                <a:ext cx="2032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6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1727200" y="2692399"/>
                <a:ext cx="1524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7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2032001" y="2649220"/>
                <a:ext cx="2032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8" name="AutoShape 34"/>
              <p:cNvCxnSpPr>
                <a:cxnSpLocks noChangeShapeType="1"/>
              </p:cNvCxnSpPr>
              <p:nvPr/>
            </p:nvCxnSpPr>
            <p:spPr bwMode="auto">
              <a:xfrm rot="16200000" flipV="1">
                <a:off x="1637030" y="2947670"/>
                <a:ext cx="129541" cy="508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9" name="AutoShape 34"/>
              <p:cNvCxnSpPr>
                <a:cxnSpLocks noChangeShapeType="1"/>
              </p:cNvCxnSpPr>
              <p:nvPr/>
            </p:nvCxnSpPr>
            <p:spPr bwMode="auto">
              <a:xfrm flipV="1">
                <a:off x="2641600" y="2260600"/>
                <a:ext cx="2032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0" name="AutoShape 34"/>
              <p:cNvCxnSpPr>
                <a:cxnSpLocks noChangeShapeType="1"/>
              </p:cNvCxnSpPr>
              <p:nvPr/>
            </p:nvCxnSpPr>
            <p:spPr bwMode="auto">
              <a:xfrm>
                <a:off x="2895600" y="2346960"/>
                <a:ext cx="2032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1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2997200" y="2951479"/>
                <a:ext cx="1524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5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3084830" y="2620010"/>
                <a:ext cx="129540" cy="1016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6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794000" y="2735579"/>
                <a:ext cx="2540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7" name="AutoShape 34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1974850" y="2404110"/>
                <a:ext cx="215900" cy="1016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8" name="AutoShape 34"/>
              <p:cNvCxnSpPr>
                <a:cxnSpLocks noChangeShapeType="1"/>
              </p:cNvCxnSpPr>
              <p:nvPr/>
            </p:nvCxnSpPr>
            <p:spPr bwMode="auto">
              <a:xfrm rot="5400000">
                <a:off x="2195830" y="2515870"/>
                <a:ext cx="129540" cy="508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9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1879601" y="2778761"/>
                <a:ext cx="203201" cy="8636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30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2355850" y="2688590"/>
                <a:ext cx="215900" cy="508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31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184400" y="2821939"/>
                <a:ext cx="2540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32" name="AutoShape 34"/>
              <p:cNvCxnSpPr>
                <a:cxnSpLocks noChangeShapeType="1"/>
              </p:cNvCxnSpPr>
              <p:nvPr/>
            </p:nvCxnSpPr>
            <p:spPr bwMode="auto">
              <a:xfrm rot="5400000">
                <a:off x="2403330" y="2390100"/>
                <a:ext cx="172270" cy="529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33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438401" y="256285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34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1981200" y="2951480"/>
                <a:ext cx="1524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35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2863850" y="2515870"/>
                <a:ext cx="215900" cy="508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36" name="AutoShape 34"/>
              <p:cNvCxnSpPr>
                <a:cxnSpLocks noChangeShapeType="1"/>
              </p:cNvCxnSpPr>
              <p:nvPr/>
            </p:nvCxnSpPr>
            <p:spPr bwMode="auto">
              <a:xfrm rot="16200000" flipV="1">
                <a:off x="2508250" y="2731770"/>
                <a:ext cx="215901" cy="508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37" name="AutoShape 34"/>
              <p:cNvCxnSpPr>
                <a:cxnSpLocks noChangeShapeType="1"/>
              </p:cNvCxnSpPr>
              <p:nvPr/>
            </p:nvCxnSpPr>
            <p:spPr bwMode="auto">
              <a:xfrm>
                <a:off x="2235201" y="2994660"/>
                <a:ext cx="203199" cy="4318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38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2221230" y="2317751"/>
                <a:ext cx="129540" cy="1016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39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540001" y="295148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40" name="AutoShape 34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2736850" y="2922270"/>
                <a:ext cx="215900" cy="1016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41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1543050" y="2559050"/>
                <a:ext cx="215900" cy="508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42" name="AutoShape 34"/>
              <p:cNvCxnSpPr>
                <a:cxnSpLocks noChangeShapeType="1"/>
              </p:cNvCxnSpPr>
              <p:nvPr/>
            </p:nvCxnSpPr>
            <p:spPr bwMode="auto">
              <a:xfrm>
                <a:off x="1879600" y="2217420"/>
                <a:ext cx="2032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43" name="AutoShape 34"/>
              <p:cNvCxnSpPr>
                <a:cxnSpLocks noChangeShapeType="1"/>
              </p:cNvCxnSpPr>
              <p:nvPr/>
            </p:nvCxnSpPr>
            <p:spPr bwMode="auto">
              <a:xfrm>
                <a:off x="1778000" y="2865120"/>
                <a:ext cx="2032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44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2692400" y="2433320"/>
                <a:ext cx="1524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45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692401" y="264922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46" name="AutoShape 34"/>
              <p:cNvCxnSpPr>
                <a:cxnSpLocks noChangeShapeType="1"/>
              </p:cNvCxnSpPr>
              <p:nvPr/>
            </p:nvCxnSpPr>
            <p:spPr bwMode="auto">
              <a:xfrm>
                <a:off x="2184400" y="2260600"/>
                <a:ext cx="203200" cy="9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47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3048000" y="2217420"/>
                <a:ext cx="1524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48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1625601" y="2260600"/>
                <a:ext cx="1524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49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2895599" y="1915160"/>
                <a:ext cx="1524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50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3200400" y="1871981"/>
                <a:ext cx="2032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51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3048000" y="2001521"/>
                <a:ext cx="203201" cy="8636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52" name="AutoShape 34"/>
              <p:cNvCxnSpPr>
                <a:cxnSpLocks noChangeShapeType="1"/>
              </p:cNvCxnSpPr>
              <p:nvPr/>
            </p:nvCxnSpPr>
            <p:spPr bwMode="auto">
              <a:xfrm>
                <a:off x="2895600" y="2044700"/>
                <a:ext cx="2032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53" name="AutoShape 34"/>
              <p:cNvCxnSpPr>
                <a:cxnSpLocks noChangeShapeType="1"/>
              </p:cNvCxnSpPr>
              <p:nvPr/>
            </p:nvCxnSpPr>
            <p:spPr bwMode="auto">
              <a:xfrm>
                <a:off x="2641600" y="1871980"/>
                <a:ext cx="2032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54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2881630" y="2188210"/>
                <a:ext cx="129540" cy="1016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55" name="AutoShape 34"/>
              <p:cNvCxnSpPr>
                <a:cxnSpLocks noChangeShapeType="1"/>
              </p:cNvCxnSpPr>
              <p:nvPr/>
            </p:nvCxnSpPr>
            <p:spPr bwMode="auto">
              <a:xfrm rot="5400000">
                <a:off x="2098530" y="1958300"/>
                <a:ext cx="172270" cy="529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56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2609850" y="2040890"/>
                <a:ext cx="215900" cy="508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57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2489200" y="1915160"/>
                <a:ext cx="1524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58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489201" y="221741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59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2424430" y="2058671"/>
                <a:ext cx="129540" cy="1016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60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133600" y="2174240"/>
                <a:ext cx="2540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61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1695450" y="2127251"/>
                <a:ext cx="215900" cy="508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62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1778001" y="200151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63" name="AutoShape 34"/>
              <p:cNvCxnSpPr>
                <a:cxnSpLocks noChangeShapeType="1"/>
              </p:cNvCxnSpPr>
              <p:nvPr/>
            </p:nvCxnSpPr>
            <p:spPr bwMode="auto">
              <a:xfrm rot="16200000" flipV="1">
                <a:off x="2225042" y="1932941"/>
                <a:ext cx="172719" cy="50798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64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1981200" y="1871980"/>
                <a:ext cx="152400" cy="863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65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032001" y="2087881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66" name="AutoShape 34"/>
              <p:cNvCxnSpPr>
                <a:cxnSpLocks noChangeShapeType="1"/>
              </p:cNvCxnSpPr>
              <p:nvPr/>
            </p:nvCxnSpPr>
            <p:spPr bwMode="auto">
              <a:xfrm>
                <a:off x="2997199" y="2518780"/>
                <a:ext cx="254001" cy="9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</p:grpSp>
        <p:sp>
          <p:nvSpPr>
            <p:cNvPr id="10" name="Block Arc 9"/>
            <p:cNvSpPr/>
            <p:nvPr/>
          </p:nvSpPr>
          <p:spPr>
            <a:xfrm>
              <a:off x="990600" y="838200"/>
              <a:ext cx="3276600" cy="2743200"/>
            </a:xfrm>
            <a:prstGeom prst="blockArc">
              <a:avLst>
                <a:gd name="adj1" fmla="val 10725953"/>
                <a:gd name="adj2" fmla="val 269116"/>
                <a:gd name="adj3" fmla="val 1401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505200" y="2209800"/>
              <a:ext cx="762000" cy="4572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 Box 27"/>
            <p:cNvSpPr txBox="1">
              <a:spLocks noChangeArrowheads="1"/>
            </p:cNvSpPr>
            <p:nvPr/>
          </p:nvSpPr>
          <p:spPr bwMode="auto">
            <a:xfrm>
              <a:off x="3733800" y="2286000"/>
              <a:ext cx="3810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US" sz="2000" b="1" dirty="0" smtClean="0">
                  <a:solidFill>
                    <a:srgbClr val="FFFF99"/>
                  </a:solidFill>
                  <a:latin typeface="Calibri" pitchFamily="34" charset="0"/>
                  <a:cs typeface="Calibri" pitchFamily="34" charset="0"/>
                </a:rPr>
                <a:t>N</a:t>
              </a:r>
              <a:endPara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FFFF99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67" name="Group 294"/>
          <p:cNvGrpSpPr/>
          <p:nvPr/>
        </p:nvGrpSpPr>
        <p:grpSpPr>
          <a:xfrm>
            <a:off x="5181600" y="685800"/>
            <a:ext cx="3276600" cy="2057400"/>
            <a:chOff x="5181600" y="914400"/>
            <a:chExt cx="3276600" cy="2743200"/>
          </a:xfrm>
        </p:grpSpPr>
        <p:sp>
          <p:nvSpPr>
            <p:cNvPr id="68" name="Rectangle 67"/>
            <p:cNvSpPr/>
            <p:nvPr/>
          </p:nvSpPr>
          <p:spPr>
            <a:xfrm>
              <a:off x="5181600" y="2286000"/>
              <a:ext cx="762000" cy="609600"/>
            </a:xfrm>
            <a:prstGeom prst="rect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 Box 27"/>
            <p:cNvSpPr txBox="1">
              <a:spLocks noChangeArrowheads="1"/>
            </p:cNvSpPr>
            <p:nvPr/>
          </p:nvSpPr>
          <p:spPr bwMode="auto">
            <a:xfrm>
              <a:off x="5257800" y="2514600"/>
              <a:ext cx="3810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US" sz="3600" b="1" dirty="0" smtClean="0">
                  <a:solidFill>
                    <a:srgbClr val="FFFF99"/>
                  </a:solidFill>
                  <a:latin typeface="Calibri" pitchFamily="34" charset="0"/>
                  <a:cs typeface="Calibri" pitchFamily="34" charset="0"/>
                </a:rPr>
                <a:t>S</a:t>
              </a:r>
              <a:endParaRPr kumimoji="0" lang="en-US" sz="3600" b="1" i="0" u="none" strike="noStrike" cap="none" normalizeH="0" baseline="0" dirty="0" smtClean="0">
                <a:ln>
                  <a:noFill/>
                </a:ln>
                <a:solidFill>
                  <a:srgbClr val="FFFF99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70" name="Block Arc 69"/>
            <p:cNvSpPr/>
            <p:nvPr/>
          </p:nvSpPr>
          <p:spPr>
            <a:xfrm>
              <a:off x="5181600" y="914400"/>
              <a:ext cx="3276600" cy="2743200"/>
            </a:xfrm>
            <a:prstGeom prst="blockArc">
              <a:avLst>
                <a:gd name="adj1" fmla="val 10725953"/>
                <a:gd name="adj2" fmla="val 269116"/>
                <a:gd name="adj3" fmla="val 1401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71" name="Group 293"/>
            <p:cNvGrpSpPr/>
            <p:nvPr/>
          </p:nvGrpSpPr>
          <p:grpSpPr>
            <a:xfrm>
              <a:off x="5715000" y="1752600"/>
              <a:ext cx="2133600" cy="1447800"/>
              <a:chOff x="5715000" y="1752600"/>
              <a:chExt cx="2133600" cy="1447800"/>
            </a:xfrm>
          </p:grpSpPr>
          <p:sp>
            <p:nvSpPr>
              <p:cNvPr id="74" name="Cube 73"/>
              <p:cNvSpPr/>
              <p:nvPr/>
            </p:nvSpPr>
            <p:spPr>
              <a:xfrm>
                <a:off x="5715000" y="1752600"/>
                <a:ext cx="2133600" cy="1447800"/>
              </a:xfrm>
              <a:prstGeom prst="cube">
                <a:avLst/>
              </a:prstGeom>
              <a:gradFill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AutoShape 34"/>
              <p:cNvCxnSpPr>
                <a:cxnSpLocks noChangeShapeType="1"/>
              </p:cNvCxnSpPr>
              <p:nvPr/>
            </p:nvCxnSpPr>
            <p:spPr bwMode="auto">
              <a:xfrm flipV="1">
                <a:off x="5867400" y="2377440"/>
                <a:ext cx="203200" cy="9144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76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5969000" y="2697480"/>
                <a:ext cx="152400" cy="9144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77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6223001" y="2697480"/>
                <a:ext cx="203200" cy="9144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78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035800" y="2286000"/>
                <a:ext cx="203200" cy="9144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79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7272020" y="2669540"/>
                <a:ext cx="137160" cy="1016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80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985000" y="2788919"/>
                <a:ext cx="254000" cy="9144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81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6172200" y="2575560"/>
                <a:ext cx="228600" cy="1524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82" name="AutoShape 34"/>
              <p:cNvCxnSpPr>
                <a:cxnSpLocks noChangeShapeType="1"/>
              </p:cNvCxnSpPr>
              <p:nvPr/>
            </p:nvCxnSpPr>
            <p:spPr bwMode="auto">
              <a:xfrm rot="5400000">
                <a:off x="6383020" y="2557780"/>
                <a:ext cx="137160" cy="508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83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6642100" y="2694941"/>
                <a:ext cx="228600" cy="508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84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6172200" y="3017520"/>
                <a:ext cx="152400" cy="9144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85" name="AutoShape 34"/>
              <p:cNvCxnSpPr>
                <a:cxnSpLocks noChangeShapeType="1"/>
              </p:cNvCxnSpPr>
              <p:nvPr/>
            </p:nvCxnSpPr>
            <p:spPr bwMode="auto">
              <a:xfrm>
                <a:off x="6426201" y="3063240"/>
                <a:ext cx="203199" cy="4572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86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6408420" y="2349501"/>
                <a:ext cx="137160" cy="1016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87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731001" y="301752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88" name="AutoShape 34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921500" y="2989580"/>
                <a:ext cx="228600" cy="1016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89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5727700" y="2603500"/>
                <a:ext cx="228600" cy="508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90" name="AutoShape 34"/>
              <p:cNvCxnSpPr>
                <a:cxnSpLocks noChangeShapeType="1"/>
              </p:cNvCxnSpPr>
              <p:nvPr/>
            </p:nvCxnSpPr>
            <p:spPr bwMode="auto">
              <a:xfrm>
                <a:off x="5969000" y="2926080"/>
                <a:ext cx="203200" cy="9144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91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6883400" y="2468880"/>
                <a:ext cx="152400" cy="9144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92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883401" y="269748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93" name="AutoShape 34"/>
              <p:cNvCxnSpPr>
                <a:cxnSpLocks noChangeShapeType="1"/>
              </p:cNvCxnSpPr>
              <p:nvPr/>
            </p:nvCxnSpPr>
            <p:spPr bwMode="auto">
              <a:xfrm>
                <a:off x="6375400" y="2286000"/>
                <a:ext cx="203200" cy="953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94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7239000" y="2286000"/>
                <a:ext cx="152400" cy="9144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95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137401" y="256032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96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137401" y="242316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97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137401" y="306323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98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223001" y="292607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99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6603125" y="2377441"/>
                <a:ext cx="178677" cy="32055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00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629401" y="256032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01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731001" y="288035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02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5969001" y="251460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03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5867401" y="306323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04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5816601" y="228600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05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121401" y="228600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06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426201" y="283464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07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137401" y="292607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08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527801" y="297179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09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680201" y="228599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10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477001" y="269747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11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883401" y="237744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12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5765801" y="288036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13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121401" y="243839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14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6172200" y="1965961"/>
                <a:ext cx="152400" cy="9144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15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6375401" y="1965961"/>
                <a:ext cx="203200" cy="9144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16" name="AutoShape 34"/>
              <p:cNvCxnSpPr>
                <a:cxnSpLocks noChangeShapeType="1"/>
              </p:cNvCxnSpPr>
              <p:nvPr/>
            </p:nvCxnSpPr>
            <p:spPr bwMode="auto">
              <a:xfrm rot="5400000">
                <a:off x="6840220" y="1963422"/>
                <a:ext cx="137161" cy="508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17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035801" y="1965961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18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289801" y="1828801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19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781801" y="1828801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20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121401" y="1874521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21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553200" y="220979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22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629401" y="196596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23" name="AutoShape 34"/>
              <p:cNvCxnSpPr>
                <a:cxnSpLocks noChangeShapeType="1"/>
              </p:cNvCxnSpPr>
              <p:nvPr/>
            </p:nvCxnSpPr>
            <p:spPr bwMode="auto">
              <a:xfrm flipV="1">
                <a:off x="7391400" y="1874521"/>
                <a:ext cx="203200" cy="4572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24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324600" y="1828801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25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5867401" y="2057401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26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086601" y="224028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27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035801" y="2057401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28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7035800" y="1828800"/>
                <a:ext cx="152400" cy="9144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29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6002020" y="1892301"/>
                <a:ext cx="137160" cy="1016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30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7340600" y="1965961"/>
                <a:ext cx="152400" cy="9144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31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527800" y="1874521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32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019800" y="283464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</p:grpSp>
        <p:sp>
          <p:nvSpPr>
            <p:cNvPr id="72" name="Rectangle 71"/>
            <p:cNvSpPr/>
            <p:nvPr/>
          </p:nvSpPr>
          <p:spPr>
            <a:xfrm>
              <a:off x="7696200" y="2286000"/>
              <a:ext cx="762000" cy="5334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 Box 27"/>
            <p:cNvSpPr txBox="1">
              <a:spLocks noChangeArrowheads="1"/>
            </p:cNvSpPr>
            <p:nvPr/>
          </p:nvSpPr>
          <p:spPr bwMode="auto">
            <a:xfrm>
              <a:off x="7924800" y="2438400"/>
              <a:ext cx="3810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US" sz="3600" b="1" dirty="0" smtClean="0">
                  <a:solidFill>
                    <a:srgbClr val="FFFF99"/>
                  </a:solidFill>
                  <a:latin typeface="Calibri" pitchFamily="34" charset="0"/>
                  <a:cs typeface="Calibri" pitchFamily="34" charset="0"/>
                </a:rPr>
                <a:t>N</a:t>
              </a:r>
              <a:endParaRPr kumimoji="0" lang="en-US" sz="3600" b="1" i="0" u="none" strike="noStrike" cap="none" normalizeH="0" baseline="0" dirty="0" smtClean="0">
                <a:ln>
                  <a:noFill/>
                </a:ln>
                <a:solidFill>
                  <a:srgbClr val="FFFF99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133" name="Group 290"/>
          <p:cNvGrpSpPr/>
          <p:nvPr/>
        </p:nvGrpSpPr>
        <p:grpSpPr>
          <a:xfrm>
            <a:off x="1143000" y="2914650"/>
            <a:ext cx="3276600" cy="2057400"/>
            <a:chOff x="1066800" y="3581400"/>
            <a:chExt cx="3276600" cy="2743200"/>
          </a:xfrm>
        </p:grpSpPr>
        <p:grpSp>
          <p:nvGrpSpPr>
            <p:cNvPr id="134" name="Group 288"/>
            <p:cNvGrpSpPr/>
            <p:nvPr/>
          </p:nvGrpSpPr>
          <p:grpSpPr>
            <a:xfrm>
              <a:off x="1066800" y="4953000"/>
              <a:ext cx="762000" cy="685800"/>
              <a:chOff x="1066800" y="4953000"/>
              <a:chExt cx="762000" cy="685800"/>
            </a:xfrm>
          </p:grpSpPr>
          <p:sp>
            <p:nvSpPr>
              <p:cNvPr id="187" name="Rectangle 186"/>
              <p:cNvSpPr/>
              <p:nvPr/>
            </p:nvSpPr>
            <p:spPr>
              <a:xfrm>
                <a:off x="1066800" y="4953000"/>
                <a:ext cx="762000" cy="685800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Text Box 27"/>
              <p:cNvSpPr txBox="1">
                <a:spLocks noChangeArrowheads="1"/>
              </p:cNvSpPr>
              <p:nvPr/>
            </p:nvSpPr>
            <p:spPr bwMode="auto">
              <a:xfrm>
                <a:off x="1143000" y="5257800"/>
                <a:ext cx="381000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lang="en-US" sz="5400" b="1" dirty="0" smtClean="0">
                    <a:solidFill>
                      <a:srgbClr val="FFFF99"/>
                    </a:solidFill>
                    <a:latin typeface="Calibri" pitchFamily="34" charset="0"/>
                    <a:cs typeface="Calibri" pitchFamily="34" charset="0"/>
                  </a:rPr>
                  <a:t>S</a:t>
                </a:r>
                <a:endParaRPr kumimoji="0" lang="en-US" sz="5400" b="1" i="0" u="none" strike="noStrike" cap="none" normalizeH="0" baseline="0" dirty="0" smtClean="0">
                  <a:ln>
                    <a:noFill/>
                  </a:ln>
                  <a:solidFill>
                    <a:srgbClr val="FFFF99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135" name="Group 279"/>
            <p:cNvGrpSpPr/>
            <p:nvPr/>
          </p:nvGrpSpPr>
          <p:grpSpPr>
            <a:xfrm>
              <a:off x="1600200" y="4495800"/>
              <a:ext cx="2133600" cy="1447800"/>
              <a:chOff x="1600200" y="4495800"/>
              <a:chExt cx="2133600" cy="1447800"/>
            </a:xfrm>
          </p:grpSpPr>
          <p:sp>
            <p:nvSpPr>
              <p:cNvPr id="139" name="Cube 138"/>
              <p:cNvSpPr/>
              <p:nvPr/>
            </p:nvSpPr>
            <p:spPr>
              <a:xfrm>
                <a:off x="1600200" y="4495801"/>
                <a:ext cx="2133600" cy="1447799"/>
              </a:xfrm>
              <a:prstGeom prst="cube">
                <a:avLst/>
              </a:prstGeom>
              <a:gradFill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0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1701801" y="497840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41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1701801" y="526796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42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1701801" y="555752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43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1701801" y="570229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44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006601" y="497840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45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006601" y="526796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46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006601" y="541273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47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006601" y="570229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48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006601" y="584708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49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362201" y="497840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50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362201" y="512317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51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362201" y="526796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52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362201" y="555752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53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362201" y="570229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54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362201" y="584708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55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717801" y="497840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56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717801" y="512317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57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717801" y="531622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58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717801" y="565403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59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717801" y="584708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60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3022601" y="497840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61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3022601" y="526796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62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3022601" y="546099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63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3022601" y="5702299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64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3022601" y="584708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65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1905001" y="468884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66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311400" y="459232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67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108201" y="478536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68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667000" y="459232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69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463801" y="478536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70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3022600" y="459232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71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819401" y="478536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72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3225801" y="468884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73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3124201" y="4785360"/>
                <a:ext cx="203199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74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3327400" y="4495800"/>
                <a:ext cx="152400" cy="9652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75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2108201" y="4544060"/>
                <a:ext cx="152400" cy="9652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76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057401" y="5074920"/>
                <a:ext cx="203201" cy="9652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77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2057401" y="5509260"/>
                <a:ext cx="152400" cy="9652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78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3051810" y="5096510"/>
                <a:ext cx="144780" cy="1016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79" name="AutoShape 34"/>
              <p:cNvCxnSpPr>
                <a:cxnSpLocks noChangeShapeType="1"/>
              </p:cNvCxnSpPr>
              <p:nvPr/>
            </p:nvCxnSpPr>
            <p:spPr bwMode="auto">
              <a:xfrm>
                <a:off x="2667000" y="5412740"/>
                <a:ext cx="203199" cy="482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80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1803400" y="4737100"/>
                <a:ext cx="152400" cy="9652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81" name="AutoShape 34"/>
              <p:cNvCxnSpPr>
                <a:cxnSpLocks noChangeShapeType="1"/>
              </p:cNvCxnSpPr>
              <p:nvPr/>
            </p:nvCxnSpPr>
            <p:spPr bwMode="auto">
              <a:xfrm rot="10800000" flipV="1">
                <a:off x="1752600" y="5798820"/>
                <a:ext cx="152400" cy="9652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82" name="AutoShape 34"/>
              <p:cNvCxnSpPr>
                <a:cxnSpLocks noChangeShapeType="1"/>
              </p:cNvCxnSpPr>
              <p:nvPr/>
            </p:nvCxnSpPr>
            <p:spPr bwMode="auto">
              <a:xfrm flipV="1">
                <a:off x="1701800" y="5074920"/>
                <a:ext cx="203200" cy="9652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83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260601" y="5364480"/>
                <a:ext cx="203201" cy="9652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84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2260599" y="4688841"/>
                <a:ext cx="203201" cy="9652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85" name="AutoShape 34"/>
              <p:cNvCxnSpPr>
                <a:cxnSpLocks noChangeShapeType="1"/>
              </p:cNvCxnSpPr>
              <p:nvPr/>
            </p:nvCxnSpPr>
            <p:spPr bwMode="auto">
              <a:xfrm rot="16200000" flipH="1">
                <a:off x="2594610" y="4662171"/>
                <a:ext cx="144780" cy="10160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186" name="AutoShape 34"/>
              <p:cNvCxnSpPr>
                <a:cxnSpLocks noChangeShapeType="1"/>
              </p:cNvCxnSpPr>
              <p:nvPr/>
            </p:nvCxnSpPr>
            <p:spPr bwMode="auto">
              <a:xfrm>
                <a:off x="1651000" y="5364480"/>
                <a:ext cx="203199" cy="48260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</p:grpSp>
        <p:sp>
          <p:nvSpPr>
            <p:cNvPr id="136" name="Block Arc 135"/>
            <p:cNvSpPr/>
            <p:nvPr/>
          </p:nvSpPr>
          <p:spPr>
            <a:xfrm>
              <a:off x="1066800" y="3581400"/>
              <a:ext cx="3276600" cy="2743200"/>
            </a:xfrm>
            <a:prstGeom prst="blockArc">
              <a:avLst>
                <a:gd name="adj1" fmla="val 10725953"/>
                <a:gd name="adj2" fmla="val 269116"/>
                <a:gd name="adj3" fmla="val 1401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3581400" y="4953000"/>
              <a:ext cx="762000" cy="685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 Box 27"/>
            <p:cNvSpPr txBox="1">
              <a:spLocks noChangeArrowheads="1"/>
            </p:cNvSpPr>
            <p:nvPr/>
          </p:nvSpPr>
          <p:spPr bwMode="auto">
            <a:xfrm>
              <a:off x="3810000" y="5257800"/>
              <a:ext cx="3810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US" sz="5400" b="1" dirty="0" smtClean="0">
                  <a:solidFill>
                    <a:srgbClr val="FFFF99"/>
                  </a:solidFill>
                  <a:latin typeface="Calibri" pitchFamily="34" charset="0"/>
                  <a:cs typeface="Calibri" pitchFamily="34" charset="0"/>
                </a:rPr>
                <a:t>N</a:t>
              </a:r>
              <a:endParaRPr kumimoji="0" lang="en-US" sz="5400" b="1" i="0" u="none" strike="noStrike" cap="none" normalizeH="0" baseline="0" dirty="0" smtClean="0">
                <a:ln>
                  <a:noFill/>
                </a:ln>
                <a:solidFill>
                  <a:srgbClr val="FFFF99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189" name="Text Box 27"/>
          <p:cNvSpPr txBox="1">
            <a:spLocks noChangeArrowheads="1"/>
          </p:cNvSpPr>
          <p:nvPr/>
        </p:nvSpPr>
        <p:spPr bwMode="auto">
          <a:xfrm>
            <a:off x="990600" y="228600"/>
            <a:ext cx="7467600" cy="5143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Concept of Orientation of Magnetic Flux in a material -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90" name="Group 289"/>
          <p:cNvGrpSpPr/>
          <p:nvPr/>
        </p:nvGrpSpPr>
        <p:grpSpPr>
          <a:xfrm>
            <a:off x="5181600" y="2914650"/>
            <a:ext cx="3276600" cy="2057400"/>
            <a:chOff x="5105400" y="3581400"/>
            <a:chExt cx="3276600" cy="2743200"/>
          </a:xfrm>
        </p:grpSpPr>
        <p:sp>
          <p:nvSpPr>
            <p:cNvPr id="191" name="Block Arc 190"/>
            <p:cNvSpPr/>
            <p:nvPr/>
          </p:nvSpPr>
          <p:spPr>
            <a:xfrm>
              <a:off x="5105400" y="3581400"/>
              <a:ext cx="3276600" cy="2743200"/>
            </a:xfrm>
            <a:prstGeom prst="blockArc">
              <a:avLst>
                <a:gd name="adj1" fmla="val 10725953"/>
                <a:gd name="adj2" fmla="val 269116"/>
                <a:gd name="adj3" fmla="val 1401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5105400" y="4876800"/>
              <a:ext cx="762000" cy="914400"/>
            </a:xfrm>
            <a:prstGeom prst="rect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Text Box 27"/>
            <p:cNvSpPr txBox="1">
              <a:spLocks noChangeArrowheads="1"/>
            </p:cNvSpPr>
            <p:nvPr/>
          </p:nvSpPr>
          <p:spPr bwMode="auto">
            <a:xfrm>
              <a:off x="5257800" y="5486400"/>
              <a:ext cx="3810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US" sz="8800" b="1" dirty="0" smtClean="0">
                  <a:solidFill>
                    <a:srgbClr val="FFFF99"/>
                  </a:solidFill>
                  <a:latin typeface="Calibri" pitchFamily="34" charset="0"/>
                  <a:cs typeface="Calibri" pitchFamily="34" charset="0"/>
                </a:rPr>
                <a:t>S</a:t>
              </a:r>
              <a:endParaRPr kumimoji="0" lang="en-US" sz="8800" b="1" i="0" u="none" strike="noStrike" cap="none" normalizeH="0" baseline="0" dirty="0" smtClean="0">
                <a:ln>
                  <a:noFill/>
                </a:ln>
                <a:solidFill>
                  <a:srgbClr val="FFFF99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grpSp>
          <p:nvGrpSpPr>
            <p:cNvPr id="194" name="Group 280"/>
            <p:cNvGrpSpPr/>
            <p:nvPr/>
          </p:nvGrpSpPr>
          <p:grpSpPr>
            <a:xfrm>
              <a:off x="5638800" y="4495800"/>
              <a:ext cx="2209800" cy="1447800"/>
              <a:chOff x="5638800" y="4648200"/>
              <a:chExt cx="2209800" cy="1295400"/>
            </a:xfrm>
          </p:grpSpPr>
          <p:sp>
            <p:nvSpPr>
              <p:cNvPr id="198" name="Cube 197"/>
              <p:cNvSpPr/>
              <p:nvPr/>
            </p:nvSpPr>
            <p:spPr>
              <a:xfrm>
                <a:off x="5638800" y="4648200"/>
                <a:ext cx="2209800" cy="1295400"/>
              </a:xfrm>
              <a:prstGeom prst="cube">
                <a:avLst/>
              </a:prstGeom>
              <a:gradFill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9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5744029" y="508000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00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5744029" y="520953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01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5744029" y="533908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02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5744029" y="546861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03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5744029" y="559816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04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5744029" y="572769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05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5744029" y="585724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06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059715" y="508000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07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059715" y="520953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08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059715" y="533908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09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059715" y="546861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10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059715" y="559816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11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059715" y="572769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12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059715" y="585724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13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428015" y="508000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14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428015" y="520953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15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428015" y="533908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16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428015" y="546861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17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428015" y="559816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18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428015" y="572769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19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428015" y="585724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20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796315" y="508000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21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796315" y="520953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22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796315" y="533908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23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796315" y="546861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24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796315" y="559816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25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796315" y="572769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26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796315" y="585724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27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112001" y="508000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28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112001" y="520953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29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112001" y="533908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30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112001" y="546861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31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112001" y="559816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32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112001" y="572769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33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112001" y="5857240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34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059714" y="473455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35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5954486" y="482091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36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5849258" y="490727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37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375400" y="473455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38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270172" y="482091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39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164944" y="490727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40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743700" y="473455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41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638472" y="482091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42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533244" y="490727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43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112000" y="473455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44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006772" y="482091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45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6901544" y="490727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46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427686" y="473455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47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322458" y="482091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  <p:cxnSp>
            <p:nvCxnSpPr>
              <p:cNvPr id="248" name="AutoShape 34"/>
              <p:cNvCxnSpPr>
                <a:cxnSpLocks noChangeShapeType="1"/>
              </p:cNvCxnSpPr>
              <p:nvPr/>
            </p:nvCxnSpPr>
            <p:spPr bwMode="auto">
              <a:xfrm rot="10800000">
                <a:off x="7217229" y="4907279"/>
                <a:ext cx="210456" cy="1"/>
              </a:xfrm>
              <a:prstGeom prst="straightConnector1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med" len="med"/>
                <a:tailEnd type="none" w="lg" len="lg"/>
              </a:ln>
            </p:spPr>
          </p:cxnSp>
        </p:grpSp>
        <p:grpSp>
          <p:nvGrpSpPr>
            <p:cNvPr id="195" name="Group 287"/>
            <p:cNvGrpSpPr/>
            <p:nvPr/>
          </p:nvGrpSpPr>
          <p:grpSpPr>
            <a:xfrm>
              <a:off x="7620000" y="4876800"/>
              <a:ext cx="762000" cy="914400"/>
              <a:chOff x="7620000" y="4953000"/>
              <a:chExt cx="762000" cy="914400"/>
            </a:xfrm>
          </p:grpSpPr>
          <p:sp>
            <p:nvSpPr>
              <p:cNvPr id="196" name="Rectangle 195"/>
              <p:cNvSpPr/>
              <p:nvPr/>
            </p:nvSpPr>
            <p:spPr>
              <a:xfrm>
                <a:off x="7620000" y="4953000"/>
                <a:ext cx="762000" cy="9144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Text Box 27"/>
              <p:cNvSpPr txBox="1">
                <a:spLocks noChangeArrowheads="1"/>
              </p:cNvSpPr>
              <p:nvPr/>
            </p:nvSpPr>
            <p:spPr bwMode="auto">
              <a:xfrm>
                <a:off x="7848600" y="5562600"/>
                <a:ext cx="381000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lang="en-US" sz="8800" b="1" dirty="0" smtClean="0">
                    <a:solidFill>
                      <a:srgbClr val="FFFF99"/>
                    </a:solidFill>
                    <a:latin typeface="Calibri" pitchFamily="34" charset="0"/>
                    <a:cs typeface="Calibri" pitchFamily="34" charset="0"/>
                  </a:rPr>
                  <a:t>N</a:t>
                </a:r>
                <a:endParaRPr kumimoji="0" lang="en-US" sz="8800" b="1" i="0" u="none" strike="noStrike" cap="none" normalizeH="0" baseline="0" dirty="0" smtClean="0">
                  <a:ln>
                    <a:noFill/>
                  </a:ln>
                  <a:solidFill>
                    <a:srgbClr val="FFFF99"/>
                  </a:solidFill>
                  <a:effectLst/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2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22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814912"/>
              <a:ext cx="5562442" cy="310899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2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05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895600" y="114300"/>
            <a:ext cx="3352800" cy="523220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00FF"/>
                </a:solidFill>
                <a:latin typeface="Book Antiqua" pitchFamily="18" charset="0"/>
              </a:rPr>
              <a:t>Match the pairs</a:t>
            </a:r>
            <a:endParaRPr lang="en-IN" sz="28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81200" y="685800"/>
            <a:ext cx="762000" cy="5232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</a:t>
            </a:r>
            <a:endParaRPr lang="en-IN" sz="2800" b="1" i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19800" y="685801"/>
            <a:ext cx="762000" cy="523220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B</a:t>
            </a:r>
            <a:endParaRPr lang="en-IN" sz="2800" b="1" i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1200150"/>
            <a:ext cx="34290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  <a:latin typeface="Book Antiqua" pitchFamily="18" charset="0"/>
              </a:rPr>
              <a:t>1) Left hand rule</a:t>
            </a:r>
            <a:endParaRPr lang="en-IN" sz="20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8200" y="1596852"/>
            <a:ext cx="39624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  <a:latin typeface="Book Antiqua" pitchFamily="18" charset="0"/>
              </a:rPr>
              <a:t>2) Right hand thumb rule</a:t>
            </a:r>
            <a:endParaRPr lang="en-IN" sz="20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200" y="1996902"/>
            <a:ext cx="39624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  <a:latin typeface="Book Antiqua" pitchFamily="18" charset="0"/>
              </a:rPr>
              <a:t>3) Right hand rule</a:t>
            </a:r>
            <a:endParaRPr lang="en-IN" sz="20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05400" y="1200150"/>
            <a:ext cx="35052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A) Generating action</a:t>
            </a:r>
            <a:endParaRPr lang="en-IN" sz="2000" b="1" i="1" dirty="0" smtClean="0">
              <a:solidFill>
                <a:srgbClr val="0000FF"/>
              </a:solidFill>
              <a:latin typeface="Book Antiqua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05400" y="1600200"/>
            <a:ext cx="35814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B) Motoring action</a:t>
            </a:r>
            <a:endParaRPr lang="en-IN" sz="2000" b="1" i="1" dirty="0" smtClean="0">
              <a:solidFill>
                <a:srgbClr val="0000FF"/>
              </a:solidFill>
              <a:latin typeface="Book Antiqua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05400" y="1996902"/>
            <a:ext cx="3733800" cy="707886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C) Direction of magnetic field due of current</a:t>
            </a:r>
            <a:endParaRPr lang="en-IN" sz="2000" b="1" i="1" dirty="0" smtClean="0">
              <a:solidFill>
                <a:srgbClr val="0000FF"/>
              </a:solidFill>
              <a:latin typeface="Book Antiqua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200" y="2682702"/>
            <a:ext cx="39624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  <a:latin typeface="Book Antiqua" pitchFamily="18" charset="0"/>
              </a:rPr>
              <a:t>4) Right hand grip rule</a:t>
            </a:r>
            <a:endParaRPr lang="en-IN" sz="20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05400" y="2682702"/>
            <a:ext cx="35052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D) Magnetic attraction</a:t>
            </a:r>
            <a:endParaRPr lang="en-IN" sz="2000" b="1" i="1" dirty="0" smtClean="0">
              <a:solidFill>
                <a:srgbClr val="0000FF"/>
              </a:solidFill>
              <a:latin typeface="Book Antiqua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8200" y="3143250"/>
            <a:ext cx="37338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  <a:latin typeface="Book Antiqua" pitchFamily="18" charset="0"/>
              </a:rPr>
              <a:t>5) Left hand screw rule</a:t>
            </a:r>
            <a:endParaRPr lang="en-IN" sz="20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05400" y="3139902"/>
            <a:ext cx="28194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E) Lenz’s Law</a:t>
            </a:r>
            <a:endParaRPr lang="en-IN" sz="2000" b="1" i="1" dirty="0" smtClean="0">
              <a:solidFill>
                <a:srgbClr val="0000FF"/>
              </a:solidFill>
              <a:latin typeface="Book Antiqua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05400" y="3543300"/>
            <a:ext cx="31242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F) Faraday’s 2</a:t>
            </a:r>
            <a:r>
              <a:rPr lang="en-IN" sz="2000" b="1" baseline="30000" dirty="0" smtClean="0">
                <a:solidFill>
                  <a:srgbClr val="0000FF"/>
                </a:solidFill>
                <a:latin typeface="Book Antiqua" pitchFamily="18" charset="0"/>
              </a:rPr>
              <a:t>nd</a:t>
            </a:r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 Law</a:t>
            </a:r>
            <a:endParaRPr lang="en-IN" sz="2000" b="1" i="1" dirty="0" smtClean="0">
              <a:solidFill>
                <a:srgbClr val="0000FF"/>
              </a:solidFill>
              <a:latin typeface="Book Antiqua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8200" y="3543300"/>
            <a:ext cx="41910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  <a:latin typeface="Book Antiqua" pitchFamily="18" charset="0"/>
              </a:rPr>
              <a:t>6) Fleming’s Left hand rule</a:t>
            </a:r>
            <a:endParaRPr lang="en-IN" sz="20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8200" y="3940002"/>
            <a:ext cx="41910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  <a:latin typeface="Book Antiqua" pitchFamily="18" charset="0"/>
              </a:rPr>
              <a:t>7) Fleming’s Right hand rule</a:t>
            </a:r>
            <a:endParaRPr lang="en-IN" sz="2000" b="1" i="1" dirty="0" smtClean="0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05400" y="3943350"/>
            <a:ext cx="3124200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G) Faraday’s 1</a:t>
            </a:r>
            <a:r>
              <a:rPr lang="en-IN" sz="2000" b="1" baseline="30000" dirty="0" smtClean="0">
                <a:solidFill>
                  <a:srgbClr val="0000FF"/>
                </a:solidFill>
                <a:latin typeface="Book Antiqua" pitchFamily="18" charset="0"/>
              </a:rPr>
              <a:t>st</a:t>
            </a:r>
            <a:r>
              <a:rPr lang="en-IN" sz="2000" b="1" dirty="0" smtClean="0">
                <a:solidFill>
                  <a:srgbClr val="0000FF"/>
                </a:solidFill>
                <a:latin typeface="Book Antiqua" pitchFamily="18" charset="0"/>
              </a:rPr>
              <a:t> Law</a:t>
            </a:r>
            <a:endParaRPr lang="en-IN" sz="2000" b="1" i="1" dirty="0" smtClean="0">
              <a:solidFill>
                <a:srgbClr val="0000FF"/>
              </a:solidFill>
              <a:latin typeface="Book Antiqua" pitchFamily="18" charset="0"/>
            </a:endParaRPr>
          </a:p>
        </p:txBody>
      </p:sp>
      <p:pic>
        <p:nvPicPr>
          <p:cNvPr id="26" name="Picture 4" descr="D:\Harshavardhan\datafolder\hmksave\hmk vit\VIT 2018-20\AY 20202021 New Robotics Course\RMC Theory Lectures PPTs Videos  and Notes etc\Images For Lect 5 Electrical Elex\confused emoji - Copy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43800" y="133351"/>
            <a:ext cx="1447800" cy="1066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10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0"/>
                            </p:stCondLst>
                            <p:childTnLst>
                              <p:par>
                                <p:cTn id="6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27"/>
          <p:cNvSpPr txBox="1">
            <a:spLocks noChangeArrowheads="1"/>
          </p:cNvSpPr>
          <p:nvPr/>
        </p:nvSpPr>
        <p:spPr bwMode="auto">
          <a:xfrm>
            <a:off x="1828800" y="1943100"/>
            <a:ext cx="5867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Will the two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conductors attract or repel ?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" name="Group 87"/>
          <p:cNvGrpSpPr/>
          <p:nvPr/>
        </p:nvGrpSpPr>
        <p:grpSpPr>
          <a:xfrm>
            <a:off x="5638800" y="1143000"/>
            <a:ext cx="533400" cy="457200"/>
            <a:chOff x="3886200" y="2971800"/>
            <a:chExt cx="609600" cy="609600"/>
          </a:xfrm>
        </p:grpSpPr>
        <p:sp>
          <p:nvSpPr>
            <p:cNvPr id="48" name="Oval 47"/>
            <p:cNvSpPr/>
            <p:nvPr/>
          </p:nvSpPr>
          <p:spPr>
            <a:xfrm rot="16200000">
              <a:off x="3886200" y="2971800"/>
              <a:ext cx="609600" cy="60960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 rot="16200000">
              <a:off x="4038600" y="3124200"/>
              <a:ext cx="304800" cy="30480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86"/>
          <p:cNvGrpSpPr/>
          <p:nvPr/>
        </p:nvGrpSpPr>
        <p:grpSpPr>
          <a:xfrm>
            <a:off x="3581400" y="1143000"/>
            <a:ext cx="533400" cy="457200"/>
            <a:chOff x="6172200" y="4953000"/>
            <a:chExt cx="609600" cy="609600"/>
          </a:xfrm>
        </p:grpSpPr>
        <p:sp>
          <p:nvSpPr>
            <p:cNvPr id="49" name="Oval 48"/>
            <p:cNvSpPr/>
            <p:nvPr/>
          </p:nvSpPr>
          <p:spPr>
            <a:xfrm rot="5400000">
              <a:off x="6172200" y="4953000"/>
              <a:ext cx="609600" cy="60960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AutoShape 34"/>
            <p:cNvCxnSpPr>
              <a:cxnSpLocks noChangeShapeType="1"/>
              <a:stCxn id="49" idx="7"/>
              <a:endCxn id="49" idx="3"/>
            </p:cNvCxnSpPr>
            <p:nvPr/>
          </p:nvCxnSpPr>
          <p:spPr bwMode="auto">
            <a:xfrm flipH="1" flipV="1">
              <a:off x="6261474" y="5042274"/>
              <a:ext cx="431052" cy="431052"/>
            </a:xfrm>
            <a:prstGeom prst="straightConnector1">
              <a:avLst/>
            </a:prstGeom>
            <a:noFill/>
            <a:ln w="38100">
              <a:solidFill>
                <a:srgbClr val="0000FF"/>
              </a:solidFill>
              <a:round/>
              <a:headEnd type="none" w="lg" len="lg"/>
              <a:tailEnd type="none" w="lg" len="lg"/>
            </a:ln>
          </p:spPr>
        </p:cxnSp>
        <p:cxnSp>
          <p:nvCxnSpPr>
            <p:cNvPr id="66" name="AutoShape 34"/>
            <p:cNvCxnSpPr>
              <a:cxnSpLocks noChangeShapeType="1"/>
              <a:stCxn id="49" idx="5"/>
              <a:endCxn id="49" idx="1"/>
            </p:cNvCxnSpPr>
            <p:nvPr/>
          </p:nvCxnSpPr>
          <p:spPr bwMode="auto">
            <a:xfrm rot="10800000" flipH="1">
              <a:off x="6261474" y="5042274"/>
              <a:ext cx="431052" cy="431052"/>
            </a:xfrm>
            <a:prstGeom prst="straightConnector1">
              <a:avLst/>
            </a:prstGeom>
            <a:noFill/>
            <a:ln w="38100">
              <a:solidFill>
                <a:srgbClr val="0000FF"/>
              </a:solidFill>
              <a:round/>
              <a:headEnd type="none" w="lg" len="lg"/>
              <a:tailEnd type="none" w="lg" len="lg"/>
            </a:ln>
          </p:spPr>
        </p:cxnSp>
      </p:grpSp>
      <p:grpSp>
        <p:nvGrpSpPr>
          <p:cNvPr id="4" name="Group 93"/>
          <p:cNvGrpSpPr/>
          <p:nvPr/>
        </p:nvGrpSpPr>
        <p:grpSpPr>
          <a:xfrm>
            <a:off x="3581400" y="2857500"/>
            <a:ext cx="533400" cy="457200"/>
            <a:chOff x="6172200" y="4953000"/>
            <a:chExt cx="609600" cy="609600"/>
          </a:xfrm>
        </p:grpSpPr>
        <p:sp>
          <p:nvSpPr>
            <p:cNvPr id="95" name="Oval 94"/>
            <p:cNvSpPr/>
            <p:nvPr/>
          </p:nvSpPr>
          <p:spPr>
            <a:xfrm rot="5400000">
              <a:off x="6172200" y="4953000"/>
              <a:ext cx="609600" cy="60960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6" name="AutoShape 34"/>
            <p:cNvCxnSpPr>
              <a:cxnSpLocks noChangeShapeType="1"/>
              <a:stCxn id="95" idx="7"/>
              <a:endCxn id="95" idx="3"/>
            </p:cNvCxnSpPr>
            <p:nvPr/>
          </p:nvCxnSpPr>
          <p:spPr bwMode="auto">
            <a:xfrm flipH="1" flipV="1">
              <a:off x="6261474" y="5042274"/>
              <a:ext cx="431052" cy="431052"/>
            </a:xfrm>
            <a:prstGeom prst="straightConnector1">
              <a:avLst/>
            </a:prstGeom>
            <a:noFill/>
            <a:ln w="38100">
              <a:solidFill>
                <a:srgbClr val="0000FF"/>
              </a:solidFill>
              <a:round/>
              <a:headEnd type="none" w="lg" len="lg"/>
              <a:tailEnd type="none" w="lg" len="lg"/>
            </a:ln>
          </p:spPr>
        </p:cxnSp>
        <p:cxnSp>
          <p:nvCxnSpPr>
            <p:cNvPr id="97" name="AutoShape 34"/>
            <p:cNvCxnSpPr>
              <a:cxnSpLocks noChangeShapeType="1"/>
              <a:stCxn id="95" idx="5"/>
              <a:endCxn id="95" idx="1"/>
            </p:cNvCxnSpPr>
            <p:nvPr/>
          </p:nvCxnSpPr>
          <p:spPr bwMode="auto">
            <a:xfrm rot="10800000" flipH="1">
              <a:off x="6261474" y="5042274"/>
              <a:ext cx="431052" cy="431052"/>
            </a:xfrm>
            <a:prstGeom prst="straightConnector1">
              <a:avLst/>
            </a:prstGeom>
            <a:noFill/>
            <a:ln w="38100">
              <a:solidFill>
                <a:srgbClr val="0000FF"/>
              </a:solidFill>
              <a:round/>
              <a:headEnd type="none" w="lg" len="lg"/>
              <a:tailEnd type="none" w="lg" len="lg"/>
            </a:ln>
          </p:spPr>
        </p:cxnSp>
      </p:grpSp>
      <p:grpSp>
        <p:nvGrpSpPr>
          <p:cNvPr id="5" name="Group 107"/>
          <p:cNvGrpSpPr/>
          <p:nvPr/>
        </p:nvGrpSpPr>
        <p:grpSpPr>
          <a:xfrm>
            <a:off x="5638800" y="2857500"/>
            <a:ext cx="533400" cy="457200"/>
            <a:chOff x="6172200" y="4953000"/>
            <a:chExt cx="609600" cy="609600"/>
          </a:xfrm>
        </p:grpSpPr>
        <p:sp>
          <p:nvSpPr>
            <p:cNvPr id="109" name="Oval 108"/>
            <p:cNvSpPr/>
            <p:nvPr/>
          </p:nvSpPr>
          <p:spPr>
            <a:xfrm rot="5400000">
              <a:off x="6172200" y="4953000"/>
              <a:ext cx="609600" cy="60960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AutoShape 34"/>
            <p:cNvCxnSpPr>
              <a:cxnSpLocks noChangeShapeType="1"/>
              <a:stCxn id="109" idx="7"/>
              <a:endCxn id="109" idx="3"/>
            </p:cNvCxnSpPr>
            <p:nvPr/>
          </p:nvCxnSpPr>
          <p:spPr bwMode="auto">
            <a:xfrm flipH="1" flipV="1">
              <a:off x="6261474" y="5042274"/>
              <a:ext cx="431052" cy="431052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 type="none" w="lg" len="lg"/>
              <a:tailEnd type="none" w="lg" len="lg"/>
            </a:ln>
          </p:spPr>
        </p:cxnSp>
        <p:cxnSp>
          <p:nvCxnSpPr>
            <p:cNvPr id="111" name="AutoShape 34"/>
            <p:cNvCxnSpPr>
              <a:cxnSpLocks noChangeShapeType="1"/>
              <a:stCxn id="109" idx="5"/>
              <a:endCxn id="109" idx="1"/>
            </p:cNvCxnSpPr>
            <p:nvPr/>
          </p:nvCxnSpPr>
          <p:spPr bwMode="auto">
            <a:xfrm rot="10800000" flipH="1">
              <a:off x="6261474" y="5042274"/>
              <a:ext cx="431052" cy="431052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 type="none" w="lg" len="lg"/>
              <a:tailEnd type="none" w="lg" len="lg"/>
            </a:ln>
          </p:spPr>
        </p:cxnSp>
      </p:grpSp>
      <p:sp>
        <p:nvSpPr>
          <p:cNvPr id="112" name="Text Box 27"/>
          <p:cNvSpPr txBox="1">
            <a:spLocks noChangeArrowheads="1"/>
          </p:cNvSpPr>
          <p:nvPr/>
        </p:nvSpPr>
        <p:spPr bwMode="auto">
          <a:xfrm>
            <a:off x="2438400" y="3771900"/>
            <a:ext cx="48768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…. And what about this …?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6" name="Text Box 27"/>
          <p:cNvSpPr txBox="1">
            <a:spLocks noChangeArrowheads="1"/>
          </p:cNvSpPr>
          <p:nvPr/>
        </p:nvSpPr>
        <p:spPr bwMode="auto">
          <a:xfrm>
            <a:off x="1447800" y="1257300"/>
            <a:ext cx="19812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Cross conductor</a:t>
            </a:r>
          </a:p>
        </p:txBody>
      </p:sp>
      <p:sp>
        <p:nvSpPr>
          <p:cNvPr id="47" name="Text Box 27"/>
          <p:cNvSpPr txBox="1">
            <a:spLocks noChangeArrowheads="1"/>
          </p:cNvSpPr>
          <p:nvPr/>
        </p:nvSpPr>
        <p:spPr bwMode="auto">
          <a:xfrm>
            <a:off x="6400800" y="1257300"/>
            <a:ext cx="19812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Dot  conductor</a:t>
            </a:r>
          </a:p>
        </p:txBody>
      </p:sp>
      <p:grpSp>
        <p:nvGrpSpPr>
          <p:cNvPr id="6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22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1783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12" grpId="0" animBg="1"/>
      <p:bldP spid="46" grpId="0" animBg="1"/>
      <p:bldP spid="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27"/>
          <p:cNvSpPr txBox="1">
            <a:spLocks noChangeArrowheads="1"/>
          </p:cNvSpPr>
          <p:nvPr/>
        </p:nvSpPr>
        <p:spPr bwMode="auto">
          <a:xfrm>
            <a:off x="2514600" y="2114550"/>
            <a:ext cx="48768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The conductors will get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repelled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" name="Group 87"/>
          <p:cNvGrpSpPr/>
          <p:nvPr/>
        </p:nvGrpSpPr>
        <p:grpSpPr>
          <a:xfrm>
            <a:off x="5689600" y="1143000"/>
            <a:ext cx="508000" cy="457200"/>
            <a:chOff x="3886200" y="2971800"/>
            <a:chExt cx="609600" cy="609600"/>
          </a:xfrm>
        </p:grpSpPr>
        <p:sp>
          <p:nvSpPr>
            <p:cNvPr id="48" name="Oval 47"/>
            <p:cNvSpPr/>
            <p:nvPr/>
          </p:nvSpPr>
          <p:spPr>
            <a:xfrm rot="16200000">
              <a:off x="3886200" y="2971800"/>
              <a:ext cx="609600" cy="60960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 rot="16200000">
              <a:off x="4038600" y="3124200"/>
              <a:ext cx="304800" cy="30480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86"/>
          <p:cNvGrpSpPr/>
          <p:nvPr/>
        </p:nvGrpSpPr>
        <p:grpSpPr>
          <a:xfrm>
            <a:off x="3632200" y="1143000"/>
            <a:ext cx="508000" cy="457200"/>
            <a:chOff x="6172200" y="4953000"/>
            <a:chExt cx="609600" cy="609600"/>
          </a:xfrm>
        </p:grpSpPr>
        <p:sp>
          <p:nvSpPr>
            <p:cNvPr id="49" name="Oval 48"/>
            <p:cNvSpPr/>
            <p:nvPr/>
          </p:nvSpPr>
          <p:spPr>
            <a:xfrm rot="5400000">
              <a:off x="6172200" y="4953000"/>
              <a:ext cx="609600" cy="60960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AutoShape 34"/>
            <p:cNvCxnSpPr>
              <a:cxnSpLocks noChangeShapeType="1"/>
              <a:stCxn id="49" idx="7"/>
              <a:endCxn id="49" idx="3"/>
            </p:cNvCxnSpPr>
            <p:nvPr/>
          </p:nvCxnSpPr>
          <p:spPr bwMode="auto">
            <a:xfrm flipH="1" flipV="1">
              <a:off x="6261474" y="5042274"/>
              <a:ext cx="431052" cy="431052"/>
            </a:xfrm>
            <a:prstGeom prst="straightConnector1">
              <a:avLst/>
            </a:prstGeom>
            <a:noFill/>
            <a:ln w="38100">
              <a:solidFill>
                <a:srgbClr val="0000FF"/>
              </a:solidFill>
              <a:round/>
              <a:headEnd type="none" w="lg" len="lg"/>
              <a:tailEnd type="none" w="lg" len="lg"/>
            </a:ln>
          </p:spPr>
        </p:cxnSp>
        <p:cxnSp>
          <p:nvCxnSpPr>
            <p:cNvPr id="66" name="AutoShape 34"/>
            <p:cNvCxnSpPr>
              <a:cxnSpLocks noChangeShapeType="1"/>
              <a:stCxn id="49" idx="5"/>
              <a:endCxn id="49" idx="1"/>
            </p:cNvCxnSpPr>
            <p:nvPr/>
          </p:nvCxnSpPr>
          <p:spPr bwMode="auto">
            <a:xfrm rot="10800000" flipH="1">
              <a:off x="6261474" y="5042274"/>
              <a:ext cx="431052" cy="431052"/>
            </a:xfrm>
            <a:prstGeom prst="straightConnector1">
              <a:avLst/>
            </a:prstGeom>
            <a:noFill/>
            <a:ln w="38100">
              <a:solidFill>
                <a:srgbClr val="0000FF"/>
              </a:solidFill>
              <a:round/>
              <a:headEnd type="none" w="lg" len="lg"/>
              <a:tailEnd type="none" w="lg" len="lg"/>
            </a:ln>
          </p:spPr>
        </p:cxnSp>
      </p:grpSp>
      <p:grpSp>
        <p:nvGrpSpPr>
          <p:cNvPr id="4" name="Group 89"/>
          <p:cNvGrpSpPr/>
          <p:nvPr/>
        </p:nvGrpSpPr>
        <p:grpSpPr>
          <a:xfrm>
            <a:off x="5181600" y="685800"/>
            <a:ext cx="1524000" cy="1371600"/>
            <a:chOff x="3352800" y="2362200"/>
            <a:chExt cx="1828800" cy="1828800"/>
          </a:xfrm>
        </p:grpSpPr>
        <p:sp>
          <p:nvSpPr>
            <p:cNvPr id="71" name="Arc 70"/>
            <p:cNvSpPr/>
            <p:nvPr/>
          </p:nvSpPr>
          <p:spPr>
            <a:xfrm rot="16200000">
              <a:off x="3810000" y="2819400"/>
              <a:ext cx="914400" cy="914400"/>
            </a:xfrm>
            <a:prstGeom prst="arc">
              <a:avLst>
                <a:gd name="adj1" fmla="val 16200000"/>
                <a:gd name="adj2" fmla="val 15995500"/>
              </a:avLst>
            </a:prstGeom>
            <a:ln w="25400">
              <a:solidFill>
                <a:srgbClr val="FF0000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Arc 71"/>
            <p:cNvSpPr/>
            <p:nvPr/>
          </p:nvSpPr>
          <p:spPr>
            <a:xfrm rot="16200000">
              <a:off x="3657600" y="2667000"/>
              <a:ext cx="1219200" cy="1219200"/>
            </a:xfrm>
            <a:prstGeom prst="arc">
              <a:avLst>
                <a:gd name="adj1" fmla="val 16200000"/>
                <a:gd name="adj2" fmla="val 16142388"/>
              </a:avLst>
            </a:prstGeom>
            <a:ln w="25400">
              <a:solidFill>
                <a:srgbClr val="FF0000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Arc 72"/>
            <p:cNvSpPr/>
            <p:nvPr/>
          </p:nvSpPr>
          <p:spPr>
            <a:xfrm rot="16200000">
              <a:off x="3505200" y="2514600"/>
              <a:ext cx="1524000" cy="1524000"/>
            </a:xfrm>
            <a:prstGeom prst="arc">
              <a:avLst>
                <a:gd name="adj1" fmla="val 16200000"/>
                <a:gd name="adj2" fmla="val 16157834"/>
              </a:avLst>
            </a:prstGeom>
            <a:ln w="25400">
              <a:solidFill>
                <a:srgbClr val="FF0000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Arc 73"/>
            <p:cNvSpPr/>
            <p:nvPr/>
          </p:nvSpPr>
          <p:spPr>
            <a:xfrm rot="16200000">
              <a:off x="3352800" y="2362200"/>
              <a:ext cx="1828800" cy="1828800"/>
            </a:xfrm>
            <a:prstGeom prst="arc">
              <a:avLst>
                <a:gd name="adj1" fmla="val 16200000"/>
                <a:gd name="adj2" fmla="val 16119078"/>
              </a:avLst>
            </a:prstGeom>
            <a:ln w="25400">
              <a:solidFill>
                <a:srgbClr val="FF0000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88"/>
          <p:cNvGrpSpPr/>
          <p:nvPr/>
        </p:nvGrpSpPr>
        <p:grpSpPr>
          <a:xfrm>
            <a:off x="3124200" y="685800"/>
            <a:ext cx="1524000" cy="1371600"/>
            <a:chOff x="5334000" y="2362200"/>
            <a:chExt cx="1828800" cy="1828800"/>
          </a:xfrm>
        </p:grpSpPr>
        <p:sp>
          <p:nvSpPr>
            <p:cNvPr id="75" name="Arc 74"/>
            <p:cNvSpPr/>
            <p:nvPr/>
          </p:nvSpPr>
          <p:spPr>
            <a:xfrm rot="5400000">
              <a:off x="5791200" y="2819400"/>
              <a:ext cx="914400" cy="914400"/>
            </a:xfrm>
            <a:prstGeom prst="arc">
              <a:avLst>
                <a:gd name="adj1" fmla="val 16294170"/>
                <a:gd name="adj2" fmla="val 16071973"/>
              </a:avLst>
            </a:prstGeom>
            <a:ln w="25400">
              <a:solidFill>
                <a:srgbClr val="0000FF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Arc 75"/>
            <p:cNvSpPr/>
            <p:nvPr/>
          </p:nvSpPr>
          <p:spPr>
            <a:xfrm rot="5400000">
              <a:off x="5638800" y="2667000"/>
              <a:ext cx="1219200" cy="1219200"/>
            </a:xfrm>
            <a:prstGeom prst="arc">
              <a:avLst>
                <a:gd name="adj1" fmla="val 16200000"/>
                <a:gd name="adj2" fmla="val 16142388"/>
              </a:avLst>
            </a:prstGeom>
            <a:ln w="25400">
              <a:solidFill>
                <a:srgbClr val="0000FF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/>
            <p:cNvSpPr/>
            <p:nvPr/>
          </p:nvSpPr>
          <p:spPr>
            <a:xfrm rot="5400000">
              <a:off x="5486400" y="2514600"/>
              <a:ext cx="1524000" cy="1524000"/>
            </a:xfrm>
            <a:prstGeom prst="arc">
              <a:avLst>
                <a:gd name="adj1" fmla="val 16200000"/>
                <a:gd name="adj2" fmla="val 16096077"/>
              </a:avLst>
            </a:prstGeom>
            <a:ln w="25400">
              <a:solidFill>
                <a:srgbClr val="0000FF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Arc 77"/>
            <p:cNvSpPr/>
            <p:nvPr/>
          </p:nvSpPr>
          <p:spPr>
            <a:xfrm rot="5400000">
              <a:off x="5334000" y="2362200"/>
              <a:ext cx="1828800" cy="1828800"/>
            </a:xfrm>
            <a:prstGeom prst="arc">
              <a:avLst>
                <a:gd name="adj1" fmla="val 16200000"/>
                <a:gd name="adj2" fmla="val 16117885"/>
              </a:avLst>
            </a:prstGeom>
            <a:ln w="25400">
              <a:solidFill>
                <a:srgbClr val="0000FF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93"/>
          <p:cNvGrpSpPr/>
          <p:nvPr/>
        </p:nvGrpSpPr>
        <p:grpSpPr>
          <a:xfrm>
            <a:off x="3581400" y="3086100"/>
            <a:ext cx="533400" cy="457200"/>
            <a:chOff x="6172200" y="4953000"/>
            <a:chExt cx="609600" cy="609600"/>
          </a:xfrm>
        </p:grpSpPr>
        <p:sp>
          <p:nvSpPr>
            <p:cNvPr id="95" name="Oval 94"/>
            <p:cNvSpPr/>
            <p:nvPr/>
          </p:nvSpPr>
          <p:spPr>
            <a:xfrm rot="5400000">
              <a:off x="6172200" y="4953000"/>
              <a:ext cx="609600" cy="60960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6" name="AutoShape 34"/>
            <p:cNvCxnSpPr>
              <a:cxnSpLocks noChangeShapeType="1"/>
              <a:stCxn id="95" idx="7"/>
              <a:endCxn id="95" idx="3"/>
            </p:cNvCxnSpPr>
            <p:nvPr/>
          </p:nvCxnSpPr>
          <p:spPr bwMode="auto">
            <a:xfrm flipH="1" flipV="1">
              <a:off x="6261474" y="5042274"/>
              <a:ext cx="431052" cy="431052"/>
            </a:xfrm>
            <a:prstGeom prst="straightConnector1">
              <a:avLst/>
            </a:prstGeom>
            <a:noFill/>
            <a:ln w="38100">
              <a:solidFill>
                <a:srgbClr val="0000FF"/>
              </a:solidFill>
              <a:round/>
              <a:headEnd type="none" w="lg" len="lg"/>
              <a:tailEnd type="none" w="lg" len="lg"/>
            </a:ln>
          </p:spPr>
        </p:cxnSp>
        <p:cxnSp>
          <p:nvCxnSpPr>
            <p:cNvPr id="97" name="AutoShape 34"/>
            <p:cNvCxnSpPr>
              <a:cxnSpLocks noChangeShapeType="1"/>
              <a:stCxn id="95" idx="5"/>
              <a:endCxn id="95" idx="1"/>
            </p:cNvCxnSpPr>
            <p:nvPr/>
          </p:nvCxnSpPr>
          <p:spPr bwMode="auto">
            <a:xfrm rot="10800000" flipH="1">
              <a:off x="6261474" y="5042274"/>
              <a:ext cx="431052" cy="431052"/>
            </a:xfrm>
            <a:prstGeom prst="straightConnector1">
              <a:avLst/>
            </a:prstGeom>
            <a:noFill/>
            <a:ln w="38100">
              <a:solidFill>
                <a:srgbClr val="0000FF"/>
              </a:solidFill>
              <a:round/>
              <a:headEnd type="none" w="lg" len="lg"/>
              <a:tailEnd type="none" w="lg" len="lg"/>
            </a:ln>
          </p:spPr>
        </p:cxnSp>
      </p:grpSp>
      <p:grpSp>
        <p:nvGrpSpPr>
          <p:cNvPr id="7" name="Group 97"/>
          <p:cNvGrpSpPr/>
          <p:nvPr/>
        </p:nvGrpSpPr>
        <p:grpSpPr>
          <a:xfrm>
            <a:off x="5105400" y="2628900"/>
            <a:ext cx="1600200" cy="1371600"/>
            <a:chOff x="3352800" y="2362200"/>
            <a:chExt cx="1828800" cy="1828800"/>
          </a:xfrm>
        </p:grpSpPr>
        <p:sp>
          <p:nvSpPr>
            <p:cNvPr id="99" name="Arc 98"/>
            <p:cNvSpPr/>
            <p:nvPr/>
          </p:nvSpPr>
          <p:spPr>
            <a:xfrm rot="16200000">
              <a:off x="3810000" y="2819400"/>
              <a:ext cx="914400" cy="914400"/>
            </a:xfrm>
            <a:prstGeom prst="arc">
              <a:avLst>
                <a:gd name="adj1" fmla="val 16200000"/>
                <a:gd name="adj2" fmla="val 15995500"/>
              </a:avLst>
            </a:prstGeom>
            <a:ln w="25400">
              <a:solidFill>
                <a:srgbClr val="FF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Arc 99"/>
            <p:cNvSpPr/>
            <p:nvPr/>
          </p:nvSpPr>
          <p:spPr>
            <a:xfrm rot="16200000">
              <a:off x="3657600" y="2667000"/>
              <a:ext cx="1219200" cy="1219200"/>
            </a:xfrm>
            <a:prstGeom prst="arc">
              <a:avLst>
                <a:gd name="adj1" fmla="val 16200000"/>
                <a:gd name="adj2" fmla="val 16142388"/>
              </a:avLst>
            </a:prstGeom>
            <a:ln w="25400">
              <a:solidFill>
                <a:srgbClr val="FF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Arc 100"/>
            <p:cNvSpPr/>
            <p:nvPr/>
          </p:nvSpPr>
          <p:spPr>
            <a:xfrm rot="16200000">
              <a:off x="3505200" y="2514600"/>
              <a:ext cx="1524000" cy="1524000"/>
            </a:xfrm>
            <a:prstGeom prst="arc">
              <a:avLst>
                <a:gd name="adj1" fmla="val 16200000"/>
                <a:gd name="adj2" fmla="val 16157834"/>
              </a:avLst>
            </a:prstGeom>
            <a:ln w="25400">
              <a:solidFill>
                <a:srgbClr val="FF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Arc 101"/>
            <p:cNvSpPr/>
            <p:nvPr/>
          </p:nvSpPr>
          <p:spPr>
            <a:xfrm rot="16200000">
              <a:off x="3352800" y="2362200"/>
              <a:ext cx="1828800" cy="1828800"/>
            </a:xfrm>
            <a:prstGeom prst="arc">
              <a:avLst>
                <a:gd name="adj1" fmla="val 16200000"/>
                <a:gd name="adj2" fmla="val 16119078"/>
              </a:avLst>
            </a:prstGeom>
            <a:ln w="25400">
              <a:solidFill>
                <a:srgbClr val="FF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102"/>
          <p:cNvGrpSpPr/>
          <p:nvPr/>
        </p:nvGrpSpPr>
        <p:grpSpPr>
          <a:xfrm>
            <a:off x="3048000" y="2628900"/>
            <a:ext cx="1600200" cy="1371600"/>
            <a:chOff x="5334000" y="2362200"/>
            <a:chExt cx="1828800" cy="1828800"/>
          </a:xfrm>
        </p:grpSpPr>
        <p:sp>
          <p:nvSpPr>
            <p:cNvPr id="104" name="Arc 103"/>
            <p:cNvSpPr/>
            <p:nvPr/>
          </p:nvSpPr>
          <p:spPr>
            <a:xfrm rot="5400000">
              <a:off x="5791200" y="2819400"/>
              <a:ext cx="914400" cy="914400"/>
            </a:xfrm>
            <a:prstGeom prst="arc">
              <a:avLst>
                <a:gd name="adj1" fmla="val 16294170"/>
                <a:gd name="adj2" fmla="val 16071973"/>
              </a:avLst>
            </a:prstGeom>
            <a:ln w="25400">
              <a:solidFill>
                <a:srgbClr val="0000FF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Arc 104"/>
            <p:cNvSpPr/>
            <p:nvPr/>
          </p:nvSpPr>
          <p:spPr>
            <a:xfrm rot="5400000">
              <a:off x="5638800" y="2667000"/>
              <a:ext cx="1219200" cy="1219200"/>
            </a:xfrm>
            <a:prstGeom prst="arc">
              <a:avLst>
                <a:gd name="adj1" fmla="val 16200000"/>
                <a:gd name="adj2" fmla="val 16142388"/>
              </a:avLst>
            </a:prstGeom>
            <a:ln w="25400">
              <a:solidFill>
                <a:srgbClr val="0000FF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Arc 105"/>
            <p:cNvSpPr/>
            <p:nvPr/>
          </p:nvSpPr>
          <p:spPr>
            <a:xfrm rot="5400000">
              <a:off x="5486400" y="2514600"/>
              <a:ext cx="1524000" cy="1524000"/>
            </a:xfrm>
            <a:prstGeom prst="arc">
              <a:avLst>
                <a:gd name="adj1" fmla="val 16200000"/>
                <a:gd name="adj2" fmla="val 16096077"/>
              </a:avLst>
            </a:prstGeom>
            <a:ln w="25400">
              <a:solidFill>
                <a:srgbClr val="0000FF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/>
            <p:cNvSpPr/>
            <p:nvPr/>
          </p:nvSpPr>
          <p:spPr>
            <a:xfrm rot="5400000">
              <a:off x="5334000" y="2362200"/>
              <a:ext cx="1828800" cy="1828800"/>
            </a:xfrm>
            <a:prstGeom prst="arc">
              <a:avLst>
                <a:gd name="adj1" fmla="val 16200000"/>
                <a:gd name="adj2" fmla="val 16117885"/>
              </a:avLst>
            </a:prstGeom>
            <a:ln w="25400">
              <a:solidFill>
                <a:srgbClr val="0000FF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107"/>
          <p:cNvGrpSpPr/>
          <p:nvPr/>
        </p:nvGrpSpPr>
        <p:grpSpPr>
          <a:xfrm>
            <a:off x="5638800" y="3086100"/>
            <a:ext cx="533400" cy="457200"/>
            <a:chOff x="6172200" y="4953000"/>
            <a:chExt cx="609600" cy="609600"/>
          </a:xfrm>
        </p:grpSpPr>
        <p:sp>
          <p:nvSpPr>
            <p:cNvPr id="109" name="Oval 108"/>
            <p:cNvSpPr/>
            <p:nvPr/>
          </p:nvSpPr>
          <p:spPr>
            <a:xfrm rot="5400000">
              <a:off x="6172200" y="4953000"/>
              <a:ext cx="609600" cy="60960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AutoShape 34"/>
            <p:cNvCxnSpPr>
              <a:cxnSpLocks noChangeShapeType="1"/>
              <a:stCxn id="109" idx="7"/>
              <a:endCxn id="109" idx="3"/>
            </p:cNvCxnSpPr>
            <p:nvPr/>
          </p:nvCxnSpPr>
          <p:spPr bwMode="auto">
            <a:xfrm flipH="1" flipV="1">
              <a:off x="6261474" y="5042274"/>
              <a:ext cx="431052" cy="431052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 type="none" w="lg" len="lg"/>
              <a:tailEnd type="none" w="lg" len="lg"/>
            </a:ln>
          </p:spPr>
        </p:cxnSp>
        <p:cxnSp>
          <p:nvCxnSpPr>
            <p:cNvPr id="111" name="AutoShape 34"/>
            <p:cNvCxnSpPr>
              <a:cxnSpLocks noChangeShapeType="1"/>
              <a:stCxn id="109" idx="5"/>
              <a:endCxn id="109" idx="1"/>
            </p:cNvCxnSpPr>
            <p:nvPr/>
          </p:nvCxnSpPr>
          <p:spPr bwMode="auto">
            <a:xfrm rot="10800000" flipH="1">
              <a:off x="6261474" y="5042274"/>
              <a:ext cx="431052" cy="431052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 type="none" w="lg" len="lg"/>
              <a:tailEnd type="none" w="lg" len="lg"/>
            </a:ln>
          </p:spPr>
        </p:cxnSp>
      </p:grpSp>
      <p:sp>
        <p:nvSpPr>
          <p:cNvPr id="112" name="Text Box 27"/>
          <p:cNvSpPr txBox="1">
            <a:spLocks noChangeArrowheads="1"/>
          </p:cNvSpPr>
          <p:nvPr/>
        </p:nvSpPr>
        <p:spPr bwMode="auto">
          <a:xfrm>
            <a:off x="2514600" y="4057650"/>
            <a:ext cx="48768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The conductors will get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attracted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3" name="Text Box 27"/>
          <p:cNvSpPr txBox="1">
            <a:spLocks noChangeArrowheads="1"/>
          </p:cNvSpPr>
          <p:nvPr/>
        </p:nvSpPr>
        <p:spPr bwMode="auto">
          <a:xfrm>
            <a:off x="1447800" y="2114550"/>
            <a:ext cx="7010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Lines that are travelling in the same direction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REPEL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eachother</a:t>
            </a:r>
            <a:endParaRPr kumimoji="0" lang="en-US" sz="2000" b="1" i="0" u="none" strike="noStrike" cap="none" normalizeH="0" baseline="0" dirty="0" smtClean="0">
              <a:ln>
                <a:noFill/>
              </a:ln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4" name="Text Box 27"/>
          <p:cNvSpPr txBox="1">
            <a:spLocks noChangeArrowheads="1"/>
          </p:cNvSpPr>
          <p:nvPr/>
        </p:nvSpPr>
        <p:spPr bwMode="auto">
          <a:xfrm>
            <a:off x="1066800" y="4095750"/>
            <a:ext cx="76962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Lines that are travelling in the opposite direction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ATTRACT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eachother</a:t>
            </a:r>
            <a:endParaRPr kumimoji="0" lang="en-US" sz="2000" b="1" i="0" u="none" strike="noStrike" cap="none" normalizeH="0" baseline="0" dirty="0" smtClean="0">
              <a:ln>
                <a:noFill/>
              </a:ln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5" name="Text Box 27"/>
          <p:cNvSpPr txBox="1">
            <a:spLocks noChangeArrowheads="1"/>
          </p:cNvSpPr>
          <p:nvPr/>
        </p:nvSpPr>
        <p:spPr bwMode="auto">
          <a:xfrm>
            <a:off x="762000" y="114300"/>
            <a:ext cx="8001000" cy="4572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Attraction or Repulsion is a property of the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direction of magnetic lines</a:t>
            </a:r>
          </a:p>
        </p:txBody>
      </p:sp>
      <p:sp>
        <p:nvSpPr>
          <p:cNvPr id="46" name="Text Box 27"/>
          <p:cNvSpPr txBox="1">
            <a:spLocks noChangeArrowheads="1"/>
          </p:cNvSpPr>
          <p:nvPr/>
        </p:nvSpPr>
        <p:spPr bwMode="auto">
          <a:xfrm>
            <a:off x="1066800" y="1257300"/>
            <a:ext cx="19812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Cross conductor</a:t>
            </a:r>
          </a:p>
        </p:txBody>
      </p:sp>
      <p:sp>
        <p:nvSpPr>
          <p:cNvPr id="47" name="Text Box 27"/>
          <p:cNvSpPr txBox="1">
            <a:spLocks noChangeArrowheads="1"/>
          </p:cNvSpPr>
          <p:nvPr/>
        </p:nvSpPr>
        <p:spPr bwMode="auto">
          <a:xfrm>
            <a:off x="6781800" y="1257300"/>
            <a:ext cx="19812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Dot  conductor</a:t>
            </a:r>
          </a:p>
        </p:txBody>
      </p:sp>
      <p:grpSp>
        <p:nvGrpSpPr>
          <p:cNvPr id="10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45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50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53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1783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12" grpId="0" animBg="1"/>
      <p:bldP spid="113" grpId="0" animBg="1"/>
      <p:bldP spid="114" grpId="0" animBg="1"/>
      <p:bldP spid="115" grpId="0" animBg="1"/>
      <p:bldP spid="46" grpId="0" animBg="1"/>
      <p:bldP spid="4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/>
          <p:cNvSpPr txBox="1"/>
          <p:nvPr/>
        </p:nvSpPr>
        <p:spPr>
          <a:xfrm>
            <a:off x="2362200" y="171451"/>
            <a:ext cx="5105400" cy="584775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Right Hand Thumb Rule</a:t>
            </a:r>
            <a:endParaRPr lang="en-IN" sz="3200" b="1" i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6" name="Picture 2" descr="D:\Harshavardhan\datafolder\hmksave\hmk vit\VIT 2018-20\AY 20202021 New Robotics Course\RMC Theory Lectures PPTs Videos  and Notes etc\Images For Lect 5 Electrical Elex\Right hand thumb ru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951780"/>
            <a:ext cx="2895600" cy="1924770"/>
          </a:xfrm>
          <a:prstGeom prst="rect">
            <a:avLst/>
          </a:prstGeom>
          <a:noFill/>
        </p:spPr>
      </p:pic>
      <p:pic>
        <p:nvPicPr>
          <p:cNvPr id="1029" name="Picture 5" descr="D:\Harshavardhan\datafolder\hmksave\hmk vit\VIT 2018-20\AY 20202021 New Robotics Course\RMC Theory Lectures PPTs Videos  and Notes etc\Images For Lect 5 Electrical Elex\solenoid direction 3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951778"/>
            <a:ext cx="4057650" cy="2000971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1371600" y="2996626"/>
            <a:ext cx="6781800" cy="5232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Which one of the above is correct ??</a:t>
            </a:r>
            <a:endParaRPr lang="en-IN" sz="2800" b="1" i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3648730"/>
            <a:ext cx="6400800" cy="5232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Thumb</a:t>
            </a:r>
            <a:r>
              <a:rPr lang="en-IN" sz="2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is for Current or Field ??</a:t>
            </a:r>
            <a:endParaRPr lang="en-IN" sz="2800" b="1" i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31" name="Picture 7" descr="D:\Harshavardhan\datafolder\hmksave\hmk vit\VIT 2018-20\AY 20202021 New Robotics Course\RMC Theory Lectures PPTs Videos  and Notes etc\Images For Lect 5 Electrical Elex\smily confused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10450" y="3333750"/>
            <a:ext cx="1352550" cy="1143000"/>
          </a:xfrm>
          <a:prstGeom prst="rect">
            <a:avLst/>
          </a:prstGeom>
          <a:noFill/>
        </p:spPr>
      </p:pic>
      <p:grpSp>
        <p:nvGrpSpPr>
          <p:cNvPr id="2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9" name="Picture 4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11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1783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750"/>
                            </p:stCondLst>
                            <p:childTnLst>
                              <p:par>
                                <p:cTn id="41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26" grpId="0" animBg="1"/>
      <p:bldP spid="27" grpId="0" animBg="1"/>
      <p:bldP spid="2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514350"/>
            <a:ext cx="8153400" cy="428625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IN" sz="2000" dirty="0" smtClean="0">
                <a:solidFill>
                  <a:schemeClr val="tx1"/>
                </a:solidFill>
              </a:rPr>
              <a:t>     </a:t>
            </a:r>
            <a:endParaRPr lang="en-IN" sz="20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IN" sz="1600" b="1" dirty="0" smtClean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14300"/>
            <a:ext cx="8153400" cy="4572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IN" sz="2400" b="1" dirty="0" smtClean="0">
                <a:solidFill>
                  <a:schemeClr val="tx1"/>
                </a:solidFill>
              </a:rPr>
              <a:t>Important terms related to Magnetism - 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590550"/>
            <a:ext cx="7848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solidFill>
                  <a:srgbClr val="FF0000"/>
                </a:solidFill>
                <a:latin typeface="Book Antiqua" pitchFamily="18" charset="0"/>
              </a:rPr>
              <a:t>Magnetic </a:t>
            </a:r>
            <a:r>
              <a:rPr lang="en-IN" sz="2400" b="1" dirty="0" smtClean="0">
                <a:solidFill>
                  <a:srgbClr val="FF0000"/>
                </a:solidFill>
                <a:latin typeface="Book Antiqua" pitchFamily="18" charset="0"/>
              </a:rPr>
              <a:t>Permeability ( </a:t>
            </a:r>
            <a:r>
              <a:rPr lang="en-IN" sz="2800" b="1" dirty="0" smtClean="0">
                <a:solidFill>
                  <a:srgbClr val="FF0000"/>
                </a:solidFill>
                <a:latin typeface="Book Antiqua" pitchFamily="18" charset="0"/>
                <a:sym typeface="Symbol"/>
              </a:rPr>
              <a:t></a:t>
            </a:r>
            <a:r>
              <a:rPr lang="en-IN" sz="2400" b="1" dirty="0" smtClean="0">
                <a:solidFill>
                  <a:srgbClr val="FF0000"/>
                </a:solidFill>
                <a:latin typeface="Book Antiqua" pitchFamily="18" charset="0"/>
                <a:sym typeface="Symbol"/>
              </a:rPr>
              <a:t> ) </a:t>
            </a:r>
            <a:r>
              <a:rPr lang="en-IN" sz="2400" b="1" dirty="0" smtClean="0">
                <a:solidFill>
                  <a:srgbClr val="FF0000"/>
                </a:solidFill>
                <a:latin typeface="Book Antiqua" pitchFamily="18" charset="0"/>
              </a:rPr>
              <a:t>:  It is the </a:t>
            </a:r>
            <a:r>
              <a:rPr lang="en-IN" sz="2400" b="1" dirty="0">
                <a:solidFill>
                  <a:srgbClr val="FF0000"/>
                </a:solidFill>
                <a:latin typeface="Book Antiqua" pitchFamily="18" charset="0"/>
              </a:rPr>
              <a:t>property of </a:t>
            </a:r>
            <a:r>
              <a:rPr lang="en-IN" sz="2400" b="1" dirty="0" smtClean="0">
                <a:solidFill>
                  <a:srgbClr val="FF0000"/>
                </a:solidFill>
                <a:latin typeface="Book Antiqua" pitchFamily="18" charset="0"/>
              </a:rPr>
              <a:t>a material </a:t>
            </a:r>
            <a:r>
              <a:rPr lang="en-IN" sz="2400" b="1" dirty="0">
                <a:solidFill>
                  <a:srgbClr val="FF0000"/>
                </a:solidFill>
                <a:latin typeface="Book Antiqua" pitchFamily="18" charset="0"/>
              </a:rPr>
              <a:t>to allow the magnetic line of force to pass through it</a:t>
            </a:r>
            <a:r>
              <a:rPr lang="en-IN" sz="2400" b="1" dirty="0" smtClean="0">
                <a:solidFill>
                  <a:srgbClr val="FF0000"/>
                </a:solidFill>
                <a:latin typeface="Book Antiqua" pitchFamily="18" charset="0"/>
              </a:rPr>
              <a:t>. </a:t>
            </a:r>
          </a:p>
          <a:p>
            <a:pPr algn="just"/>
            <a:r>
              <a:rPr lang="en-IN" sz="2400" b="1" dirty="0" smtClean="0">
                <a:solidFill>
                  <a:srgbClr val="FF0000"/>
                </a:solidFill>
                <a:latin typeface="Book Antiqua" pitchFamily="18" charset="0"/>
              </a:rPr>
              <a:t>	Unit </a:t>
            </a:r>
            <a:r>
              <a:rPr lang="en-IN" sz="2400" b="1" dirty="0">
                <a:solidFill>
                  <a:srgbClr val="FF0000"/>
                </a:solidFill>
                <a:latin typeface="Book Antiqua" pitchFamily="18" charset="0"/>
              </a:rPr>
              <a:t>is Henry per meter </a:t>
            </a:r>
            <a:r>
              <a:rPr lang="en-IN" sz="2400" b="1" dirty="0" smtClean="0">
                <a:solidFill>
                  <a:srgbClr val="FF0000"/>
                </a:solidFill>
                <a:latin typeface="Book Antiqua" pitchFamily="18" charset="0"/>
              </a:rPr>
              <a:t>( H / meter) </a:t>
            </a:r>
            <a:endParaRPr lang="en-IN" sz="2400" b="1" dirty="0">
              <a:solidFill>
                <a:srgbClr val="FF0000"/>
              </a:solidFill>
              <a:effectLst/>
              <a:latin typeface="Book Antiqua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114550"/>
            <a:ext cx="7848600" cy="2595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00FF"/>
                </a:solidFill>
              </a:rPr>
              <a:t>Relative </a:t>
            </a:r>
            <a:r>
              <a:rPr lang="en-IN" sz="2400" b="1" dirty="0" smtClean="0">
                <a:solidFill>
                  <a:srgbClr val="0000FF"/>
                </a:solidFill>
              </a:rPr>
              <a:t>Permeability : It is just a ratio for comparison</a:t>
            </a:r>
          </a:p>
          <a:p>
            <a:pPr algn="just"/>
            <a:endParaRPr lang="en-IN" sz="2400" b="1" dirty="0" smtClean="0">
              <a:solidFill>
                <a:srgbClr val="0000FF"/>
              </a:solidFill>
            </a:endParaRPr>
          </a:p>
          <a:p>
            <a:pPr lvl="4" algn="just">
              <a:lnSpc>
                <a:spcPts val="2000"/>
              </a:lnSpc>
            </a:pPr>
            <a:r>
              <a:rPr lang="en-IN" sz="2400" b="1" dirty="0" smtClean="0">
                <a:solidFill>
                  <a:srgbClr val="0000FF"/>
                </a:solidFill>
                <a:sym typeface="Symbol"/>
              </a:rPr>
              <a:t>	 of the material </a:t>
            </a:r>
          </a:p>
          <a:p>
            <a:pPr lvl="4" algn="just">
              <a:lnSpc>
                <a:spcPts val="2000"/>
              </a:lnSpc>
            </a:pPr>
            <a:r>
              <a:rPr lang="en-IN" sz="3200" b="1" dirty="0" smtClean="0">
                <a:solidFill>
                  <a:srgbClr val="0000FF"/>
                </a:solidFill>
                <a:sym typeface="Symbol"/>
              </a:rPr>
              <a:t></a:t>
            </a:r>
            <a:r>
              <a:rPr lang="en-IN" sz="2400" b="1" dirty="0" smtClean="0">
                <a:solidFill>
                  <a:srgbClr val="0000FF"/>
                </a:solidFill>
                <a:sym typeface="Symbol"/>
              </a:rPr>
              <a:t> </a:t>
            </a:r>
            <a:r>
              <a:rPr lang="en-IN" sz="2000" b="1" dirty="0" smtClean="0">
                <a:solidFill>
                  <a:srgbClr val="0000FF"/>
                </a:solidFill>
                <a:sym typeface="Symbol"/>
              </a:rPr>
              <a:t>r</a:t>
            </a:r>
            <a:r>
              <a:rPr lang="en-IN" sz="2400" b="1" dirty="0" smtClean="0">
                <a:solidFill>
                  <a:srgbClr val="0000FF"/>
                </a:solidFill>
                <a:sym typeface="Symbol"/>
              </a:rPr>
              <a:t> =  ---------------------------   ( No unit)</a:t>
            </a:r>
          </a:p>
          <a:p>
            <a:pPr lvl="4" algn="just">
              <a:lnSpc>
                <a:spcPts val="2000"/>
              </a:lnSpc>
            </a:pPr>
            <a:r>
              <a:rPr lang="en-IN" sz="2400" b="1" dirty="0" smtClean="0">
                <a:solidFill>
                  <a:srgbClr val="0000FF"/>
                </a:solidFill>
                <a:sym typeface="Symbol"/>
              </a:rPr>
              <a:t>	 of air or vacuum </a:t>
            </a:r>
          </a:p>
          <a:p>
            <a:pPr lvl="4" algn="just">
              <a:lnSpc>
                <a:spcPts val="2000"/>
              </a:lnSpc>
            </a:pPr>
            <a:endParaRPr lang="en-IN" sz="2400" b="1" dirty="0" smtClean="0">
              <a:solidFill>
                <a:srgbClr val="0000FF"/>
              </a:solidFill>
              <a:sym typeface="Symbol"/>
            </a:endParaRPr>
          </a:p>
          <a:p>
            <a:pPr marL="111125" lvl="4" algn="just"/>
            <a:r>
              <a:rPr lang="en-IN" sz="2400" b="1" dirty="0" smtClean="0">
                <a:solidFill>
                  <a:srgbClr val="0000FF"/>
                </a:solidFill>
                <a:sym typeface="Symbol"/>
              </a:rPr>
              <a:t>A good ferromagnetic material is about 800 to 1200 times better than air. </a:t>
            </a:r>
            <a:endParaRPr lang="en-IN" sz="2400" b="1" i="1" dirty="0" smtClean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71800" y="409575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i="1" dirty="0" smtClean="0">
                <a:solidFill>
                  <a:srgbClr val="FF0000"/>
                </a:solidFill>
                <a:sym typeface="Symbol"/>
              </a:rPr>
              <a:t>Value of </a:t>
            </a:r>
            <a:r>
              <a:rPr lang="en-IN" sz="4000" b="1" i="1" dirty="0" smtClean="0">
                <a:solidFill>
                  <a:srgbClr val="0000FF"/>
                </a:solidFill>
                <a:sym typeface="Symbol"/>
              </a:rPr>
              <a:t></a:t>
            </a:r>
            <a:r>
              <a:rPr lang="en-IN" sz="2800" b="1" i="1" dirty="0" smtClean="0">
                <a:solidFill>
                  <a:srgbClr val="0000FF"/>
                </a:solidFill>
                <a:sym typeface="Symbol"/>
              </a:rPr>
              <a:t>r for air </a:t>
            </a:r>
            <a:r>
              <a:rPr lang="en-IN" sz="2800" b="1" i="1" dirty="0" smtClean="0">
                <a:solidFill>
                  <a:srgbClr val="FF0000"/>
                </a:solidFill>
                <a:sym typeface="Symbol"/>
              </a:rPr>
              <a:t>= ?? </a:t>
            </a:r>
            <a:endParaRPr lang="en-IN" sz="2400" b="1" i="1" dirty="0" smtClean="0">
              <a:solidFill>
                <a:srgbClr val="FF0000"/>
              </a:solidFill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8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11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05366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514350"/>
            <a:ext cx="8001000" cy="428625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IN" sz="2000" dirty="0" smtClean="0">
                <a:solidFill>
                  <a:schemeClr val="tx1"/>
                </a:solidFill>
              </a:rPr>
              <a:t>     </a:t>
            </a:r>
            <a:endParaRPr lang="en-IN" sz="20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IN" sz="1600" b="1" dirty="0" smtClean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"/>
            <a:ext cx="8001000" cy="4572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IN" sz="2400" b="1" dirty="0" smtClean="0">
                <a:solidFill>
                  <a:schemeClr val="tx1"/>
                </a:solidFill>
              </a:rPr>
              <a:t>Important terms related to Magnetism - 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0600" y="3409950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rgbClr val="FF0000"/>
                </a:solidFill>
                <a:latin typeface="Book Antiqua" pitchFamily="18" charset="0"/>
              </a:rPr>
              <a:t>Magnetic 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Field Strength OR</a:t>
            </a:r>
          </a:p>
          <a:p>
            <a:pPr algn="just"/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Magnetic Field Intensity OR</a:t>
            </a:r>
          </a:p>
          <a:p>
            <a:pPr algn="just"/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Magnetising Force ( H )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  <a:sym typeface="Symbol"/>
              </a:rPr>
              <a:t> 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:  </a:t>
            </a:r>
            <a:r>
              <a:rPr lang="en-IN" b="1" dirty="0" err="1" smtClean="0">
                <a:solidFill>
                  <a:srgbClr val="FF0000"/>
                </a:solidFill>
                <a:latin typeface="Book Antiqua" pitchFamily="18" charset="0"/>
              </a:rPr>
              <a:t>MMF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 reqd. per meter length</a:t>
            </a:r>
            <a:endParaRPr lang="en-IN" dirty="0" smtClean="0">
              <a:solidFill>
                <a:srgbClr val="FF0000"/>
              </a:solidFill>
              <a:latin typeface="Book Antiqua" pitchFamily="18" charset="0"/>
            </a:endParaRPr>
          </a:p>
          <a:p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</a:rPr>
              <a:t>	Unit </a:t>
            </a:r>
            <a:r>
              <a:rPr lang="en-IN" b="1" dirty="0">
                <a:solidFill>
                  <a:srgbClr val="0000FF"/>
                </a:solidFill>
                <a:latin typeface="Book Antiqua" pitchFamily="18" charset="0"/>
              </a:rPr>
              <a:t>is </a:t>
            </a:r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</a:rPr>
              <a:t>Ampere-Turns per </a:t>
            </a:r>
            <a:r>
              <a:rPr lang="en-IN" b="1" dirty="0">
                <a:solidFill>
                  <a:srgbClr val="0000FF"/>
                </a:solidFill>
                <a:latin typeface="Book Antiqua" pitchFamily="18" charset="0"/>
              </a:rPr>
              <a:t>meter </a:t>
            </a:r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</a:rPr>
              <a:t>( Amp / meter) </a:t>
            </a:r>
            <a:endParaRPr lang="en-IN" b="1" dirty="0">
              <a:solidFill>
                <a:srgbClr val="0000FF"/>
              </a:solidFill>
              <a:effectLst/>
              <a:latin typeface="Book Antiqua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0600" y="628650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  <a:ea typeface="Batang" pitchFamily="18" charset="-127"/>
              </a:rPr>
              <a:t>Magneto  Motive Force </a:t>
            </a:r>
            <a:r>
              <a:rPr lang="en-IN" b="1" dirty="0" err="1" smtClean="0">
                <a:solidFill>
                  <a:srgbClr val="0000FF"/>
                </a:solidFill>
                <a:latin typeface="Book Antiqua" pitchFamily="18" charset="0"/>
                <a:ea typeface="Batang" pitchFamily="18" charset="-127"/>
              </a:rPr>
              <a:t>MMF</a:t>
            </a:r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  <a:ea typeface="Batang" pitchFamily="18" charset="-127"/>
              </a:rPr>
              <a:t> ( F ) :  (Similar to </a:t>
            </a:r>
            <a:r>
              <a:rPr lang="en-IN" b="1" dirty="0" err="1" smtClean="0">
                <a:solidFill>
                  <a:srgbClr val="0000FF"/>
                </a:solidFill>
                <a:latin typeface="Book Antiqua" pitchFamily="18" charset="0"/>
                <a:ea typeface="Batang" pitchFamily="18" charset="-127"/>
              </a:rPr>
              <a:t>EMF</a:t>
            </a:r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  <a:ea typeface="Batang" pitchFamily="18" charset="-127"/>
              </a:rPr>
              <a:t>)</a:t>
            </a:r>
          </a:p>
          <a:p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  <a:ea typeface="Batang" pitchFamily="18" charset="-127"/>
              </a:rPr>
              <a:t>		</a:t>
            </a:r>
          </a:p>
          <a:p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  <a:ea typeface="Batang" pitchFamily="18" charset="-127"/>
              </a:rPr>
              <a:t>	F = No. of Turns x Current through them</a:t>
            </a:r>
          </a:p>
          <a:p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  <a:ea typeface="Batang" pitchFamily="18" charset="-127"/>
              </a:rPr>
              <a:t>	F = N x I	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  <a:ea typeface="Batang" pitchFamily="18" charset="-127"/>
              </a:rPr>
              <a:t>Unit = Amp-Turns  (OR Amp)</a:t>
            </a:r>
            <a:endParaRPr lang="en-IN" b="1" dirty="0">
              <a:solidFill>
                <a:srgbClr val="FF0000"/>
              </a:solidFill>
              <a:latin typeface="Book Antiqua" pitchFamily="18" charset="0"/>
              <a:ea typeface="Batang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0600" y="1928350"/>
            <a:ext cx="78486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Book Antiqua" pitchFamily="18" charset="0"/>
              </a:rPr>
              <a:t>Magnetic Flux Density ( B ) :  </a:t>
            </a:r>
          </a:p>
          <a:p>
            <a:r>
              <a:rPr lang="en-IN" b="1" dirty="0" smtClean="0">
                <a:latin typeface="Book Antiqua" pitchFamily="18" charset="0"/>
              </a:rPr>
              <a:t>			       </a:t>
            </a:r>
          </a:p>
          <a:p>
            <a:pPr>
              <a:lnSpc>
                <a:spcPts val="2000"/>
              </a:lnSpc>
            </a:pPr>
            <a:r>
              <a:rPr lang="en-IN" b="1" dirty="0" smtClean="0">
                <a:latin typeface="Book Antiqua" pitchFamily="18" charset="0"/>
              </a:rPr>
              <a:t>	       Flux 			        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Weber </a:t>
            </a:r>
          </a:p>
          <a:p>
            <a:pPr>
              <a:lnSpc>
                <a:spcPts val="2000"/>
              </a:lnSpc>
            </a:pPr>
            <a:r>
              <a:rPr lang="en-IN" b="1" dirty="0" smtClean="0">
                <a:latin typeface="Book Antiqua" pitchFamily="18" charset="0"/>
              </a:rPr>
              <a:t>	B = ------- 	Unit is Tesla ( T )  =  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---------------</a:t>
            </a:r>
          </a:p>
          <a:p>
            <a:pPr>
              <a:lnSpc>
                <a:spcPts val="2000"/>
              </a:lnSpc>
            </a:pPr>
            <a:r>
              <a:rPr lang="en-IN" b="1" dirty="0" smtClean="0">
                <a:latin typeface="Book Antiqua" pitchFamily="18" charset="0"/>
              </a:rPr>
              <a:t>	       Area 			       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Sq. meter</a:t>
            </a:r>
            <a:endParaRPr lang="en-IN" dirty="0">
              <a:solidFill>
                <a:srgbClr val="FF0000"/>
              </a:solidFill>
              <a:latin typeface="Book Antiqua" pitchFamily="18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8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10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05366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133350"/>
            <a:ext cx="8001000" cy="4572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IN" sz="2400" b="1" dirty="0" smtClean="0">
                <a:solidFill>
                  <a:schemeClr val="tx1"/>
                </a:solidFill>
              </a:rPr>
              <a:t>Important terms related to Magnetism - 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0600" y="642273"/>
            <a:ext cx="678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  <a:latin typeface="Book Antiqua" pitchFamily="18" charset="0"/>
              </a:rPr>
              <a:t>	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           </a:t>
            </a:r>
            <a:r>
              <a:rPr lang="en-IN" b="1" dirty="0" err="1" smtClean="0">
                <a:solidFill>
                  <a:srgbClr val="FF0000"/>
                </a:solidFill>
                <a:latin typeface="Book Antiqua" pitchFamily="18" charset="0"/>
              </a:rPr>
              <a:t>MMF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 (F) 	      Amp x Turns	                      </a:t>
            </a:r>
          </a:p>
          <a:p>
            <a:pPr>
              <a:lnSpc>
                <a:spcPts val="2000"/>
              </a:lnSpc>
            </a:pP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Flux (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  <a:sym typeface="Symbol"/>
              </a:rPr>
              <a:t>)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 = --------------------  = -----------------------     </a:t>
            </a:r>
          </a:p>
          <a:p>
            <a:pPr>
              <a:lnSpc>
                <a:spcPts val="2000"/>
              </a:lnSpc>
            </a:pP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                   Reluctance (s)        (1 /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  <a:sym typeface="Symbol"/>
              </a:rPr>
              <a:t> ) x ( </a:t>
            </a:r>
            <a:r>
              <a:rPr lang="en-IN" b="1" dirty="0" smtClean="0">
                <a:solidFill>
                  <a:srgbClr val="FF0000"/>
                </a:solidFill>
                <a:latin typeface="Gigi" pitchFamily="82" charset="0"/>
                <a:sym typeface="Symbol"/>
              </a:rPr>
              <a:t>l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  <a:sym typeface="Symbol"/>
              </a:rPr>
              <a:t> / a)</a:t>
            </a:r>
          </a:p>
          <a:p>
            <a:pPr>
              <a:lnSpc>
                <a:spcPts val="2000"/>
              </a:lnSpc>
            </a:pPr>
            <a:endParaRPr lang="en-IN" b="1" dirty="0" smtClean="0">
              <a:solidFill>
                <a:srgbClr val="FF0000"/>
              </a:solidFill>
              <a:latin typeface="Book Antiqua" pitchFamily="18" charset="0"/>
              <a:sym typeface="Symbol"/>
            </a:endParaRPr>
          </a:p>
          <a:p>
            <a:pPr>
              <a:lnSpc>
                <a:spcPts val="2000"/>
              </a:lnSpc>
            </a:pP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  <a:sym typeface="Symbol"/>
              </a:rPr>
              <a:t>	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              I N </a:t>
            </a:r>
            <a:endParaRPr lang="en-IN" b="1" dirty="0" smtClean="0">
              <a:solidFill>
                <a:srgbClr val="FF0000"/>
              </a:solidFill>
              <a:latin typeface="Book Antiqua" pitchFamily="18" charset="0"/>
              <a:sym typeface="Symbol"/>
            </a:endParaRPr>
          </a:p>
          <a:p>
            <a:pPr>
              <a:lnSpc>
                <a:spcPts val="2000"/>
              </a:lnSpc>
            </a:pP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Flux (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  <a:sym typeface="Symbol"/>
              </a:rPr>
              <a:t>) = --------------------</a:t>
            </a:r>
          </a:p>
          <a:p>
            <a:pPr>
              <a:lnSpc>
                <a:spcPts val="2000"/>
              </a:lnSpc>
            </a:pP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</a:rPr>
              <a:t>	       (1 /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  <a:sym typeface="Symbol"/>
              </a:rPr>
              <a:t> ) x ( </a:t>
            </a:r>
            <a:r>
              <a:rPr lang="en-IN" b="1" dirty="0" smtClean="0">
                <a:solidFill>
                  <a:srgbClr val="FF0000"/>
                </a:solidFill>
                <a:latin typeface="Gigi" pitchFamily="82" charset="0"/>
                <a:sym typeface="Symbol"/>
              </a:rPr>
              <a:t>l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  <a:sym typeface="Symbol"/>
              </a:rPr>
              <a:t> / a)</a:t>
            </a:r>
            <a:endParaRPr lang="en-IN" b="1" dirty="0" smtClean="0">
              <a:latin typeface="Book Antiqua" pitchFamily="18" charset="0"/>
              <a:sym typeface="Symbo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020685"/>
            <a:ext cx="7772400" cy="1379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  <a:sym typeface="Symbol"/>
              </a:rPr>
              <a:t>		          			</a:t>
            </a:r>
          </a:p>
          <a:p>
            <a:pPr>
              <a:lnSpc>
                <a:spcPts val="2000"/>
              </a:lnSpc>
            </a:pPr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  <a:sym typeface="Symbol"/>
              </a:rPr>
              <a:t>We know that,	H = B /    </a:t>
            </a:r>
          </a:p>
          <a:p>
            <a:pPr>
              <a:lnSpc>
                <a:spcPts val="2000"/>
              </a:lnSpc>
            </a:pPr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  <a:sym typeface="Symbol"/>
              </a:rPr>
              <a:t>			               </a:t>
            </a:r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</a:rPr>
              <a:t>     I N a</a:t>
            </a:r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  <a:sym typeface="Symbol"/>
              </a:rPr>
              <a:t>         </a:t>
            </a:r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</a:rPr>
              <a:t>I N</a:t>
            </a:r>
            <a:endParaRPr lang="en-IN" b="1" dirty="0" smtClean="0">
              <a:solidFill>
                <a:srgbClr val="0000FF"/>
              </a:solidFill>
              <a:latin typeface="Book Antiqua" pitchFamily="18" charset="0"/>
              <a:sym typeface="Symbol"/>
            </a:endParaRPr>
          </a:p>
          <a:p>
            <a:pPr>
              <a:lnSpc>
                <a:spcPts val="2000"/>
              </a:lnSpc>
            </a:pPr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  <a:sym typeface="Symbol"/>
              </a:rPr>
              <a:t>Substituting for B and  ,      H =  --- x --------- =  --------</a:t>
            </a:r>
          </a:p>
          <a:p>
            <a:pPr>
              <a:lnSpc>
                <a:spcPts val="2000"/>
              </a:lnSpc>
            </a:pPr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  <a:sym typeface="Symbol"/>
              </a:rPr>
              <a:t> 			              a         </a:t>
            </a:r>
            <a:r>
              <a:rPr lang="en-IN" b="1" dirty="0" smtClean="0">
                <a:solidFill>
                  <a:srgbClr val="0000FF"/>
                </a:solidFill>
                <a:latin typeface="Gigi" pitchFamily="82" charset="0"/>
                <a:sym typeface="Symbol"/>
              </a:rPr>
              <a:t>l                </a:t>
            </a:r>
            <a:r>
              <a:rPr lang="en-IN" b="1" dirty="0" err="1" smtClean="0">
                <a:solidFill>
                  <a:srgbClr val="0000FF"/>
                </a:solidFill>
                <a:latin typeface="Gigi" pitchFamily="82" charset="0"/>
                <a:sym typeface="Symbol"/>
              </a:rPr>
              <a:t>l</a:t>
            </a:r>
            <a:r>
              <a:rPr lang="en-IN" b="1" dirty="0" smtClean="0">
                <a:solidFill>
                  <a:srgbClr val="0000FF"/>
                </a:solidFill>
                <a:latin typeface="Gigi" pitchFamily="82" charset="0"/>
                <a:sym typeface="Symbol"/>
              </a:rPr>
              <a:t> </a:t>
            </a:r>
            <a:endParaRPr lang="en-IN" sz="2000" dirty="0">
              <a:solidFill>
                <a:srgbClr val="0000FF"/>
              </a:solidFill>
              <a:latin typeface="Book Antiqua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00200" y="2471976"/>
            <a:ext cx="5486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IN" b="1" dirty="0" smtClean="0">
                <a:latin typeface="Book Antiqua" pitchFamily="18" charset="0"/>
                <a:sym typeface="Symbol"/>
              </a:rPr>
              <a:t>	              		    </a:t>
            </a:r>
            <a:r>
              <a:rPr lang="en-IN" b="1" dirty="0" smtClean="0">
                <a:latin typeface="Gigi" pitchFamily="82" charset="0"/>
                <a:sym typeface="Symbol"/>
              </a:rPr>
              <a:t>l</a:t>
            </a:r>
            <a:endParaRPr lang="en-IN" b="1" dirty="0" smtClean="0">
              <a:latin typeface="Book Antiqua" pitchFamily="18" charset="0"/>
              <a:sym typeface="Symbol"/>
            </a:endParaRPr>
          </a:p>
          <a:p>
            <a:pPr>
              <a:lnSpc>
                <a:spcPts val="2000"/>
              </a:lnSpc>
            </a:pPr>
            <a:r>
              <a:rPr lang="en-IN" b="1" dirty="0" smtClean="0">
                <a:latin typeface="Book Antiqua" pitchFamily="18" charset="0"/>
                <a:sym typeface="Symbol"/>
              </a:rPr>
              <a:t>From above we get ,     = ----------</a:t>
            </a:r>
          </a:p>
          <a:p>
            <a:pPr>
              <a:lnSpc>
                <a:spcPts val="2000"/>
              </a:lnSpc>
            </a:pPr>
            <a:r>
              <a:rPr lang="en-IN" b="1" dirty="0" smtClean="0">
                <a:latin typeface="Book Antiqua" pitchFamily="18" charset="0"/>
                <a:sym typeface="Symbol"/>
              </a:rPr>
              <a:t>	                      	 </a:t>
            </a:r>
            <a:r>
              <a:rPr lang="en-IN" b="1" dirty="0" smtClean="0">
                <a:latin typeface="Book Antiqua" pitchFamily="18" charset="0"/>
              </a:rPr>
              <a:t>I N a</a:t>
            </a:r>
            <a:r>
              <a:rPr lang="en-IN" b="1" dirty="0" smtClean="0">
                <a:solidFill>
                  <a:srgbClr val="0000FF"/>
                </a:solidFill>
                <a:latin typeface="Book Antiqua" pitchFamily="18" charset="0"/>
                <a:sym typeface="Symbol"/>
              </a:rPr>
              <a:t>	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63819"/>
            <a:ext cx="624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>
                <a:latin typeface="Book Antiqua" pitchFamily="18" charset="0"/>
                <a:sym typeface="Symbol"/>
              </a:rPr>
              <a:t>Thus, H is a function of the Current I which produces the Flux  ........  </a:t>
            </a:r>
            <a:r>
              <a:rPr lang="en-IN" b="1" dirty="0" smtClean="0">
                <a:solidFill>
                  <a:srgbClr val="FF0000"/>
                </a:solidFill>
                <a:latin typeface="Book Antiqua" pitchFamily="18" charset="0"/>
                <a:sym typeface="Symbol"/>
              </a:rPr>
              <a:t>H   I </a:t>
            </a:r>
          </a:p>
        </p:txBody>
      </p:sp>
      <p:grpSp>
        <p:nvGrpSpPr>
          <p:cNvPr id="14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16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18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05366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285750"/>
            <a:ext cx="8077200" cy="4686300"/>
          </a:xfrm>
          <a:prstGeom prst="rect">
            <a:avLst/>
          </a:prstGeom>
          <a:solidFill>
            <a:srgbClr val="FFFFCC"/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IN" sz="2000" dirty="0" smtClean="0">
                <a:solidFill>
                  <a:schemeClr val="tx1"/>
                </a:solidFill>
              </a:rPr>
              <a:t>     </a:t>
            </a:r>
            <a:endParaRPr lang="en-IN" sz="20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IN" sz="1600" b="1" dirty="0" smtClean="0">
                <a:solidFill>
                  <a:schemeClr val="tx1"/>
                </a:solidFill>
              </a:rPr>
              <a:t>	</a:t>
            </a:r>
          </a:p>
        </p:txBody>
      </p:sp>
      <p:cxnSp>
        <p:nvCxnSpPr>
          <p:cNvPr id="12" name="AutoShape 34"/>
          <p:cNvCxnSpPr>
            <a:cxnSpLocks noChangeShapeType="1"/>
          </p:cNvCxnSpPr>
          <p:nvPr/>
        </p:nvCxnSpPr>
        <p:spPr bwMode="auto">
          <a:xfrm>
            <a:off x="1752600" y="2570559"/>
            <a:ext cx="6515100" cy="1191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stealth" w="lg" len="lg"/>
            <a:tailEnd type="stealth" w="lg" len="lg"/>
          </a:ln>
        </p:spPr>
      </p:cxnSp>
      <p:cxnSp>
        <p:nvCxnSpPr>
          <p:cNvPr id="15" name="AutoShape 34"/>
          <p:cNvCxnSpPr>
            <a:cxnSpLocks noChangeShapeType="1"/>
          </p:cNvCxnSpPr>
          <p:nvPr/>
        </p:nvCxnSpPr>
        <p:spPr bwMode="auto">
          <a:xfrm rot="5400000" flipH="1" flipV="1">
            <a:off x="2677319" y="2600127"/>
            <a:ext cx="4400550" cy="1588"/>
          </a:xfrm>
          <a:prstGeom prst="straightConnector1">
            <a:avLst/>
          </a:prstGeom>
          <a:noFill/>
          <a:ln w="38100">
            <a:solidFill>
              <a:srgbClr val="006600"/>
            </a:solidFill>
            <a:round/>
            <a:headEnd type="stealth" w="lg" len="lg"/>
            <a:tailEnd type="stealth" w="lg" len="lg"/>
          </a:ln>
        </p:spPr>
      </p:cxnSp>
      <p:sp>
        <p:nvSpPr>
          <p:cNvPr id="16" name="Text Box 27"/>
          <p:cNvSpPr txBox="1">
            <a:spLocks noChangeArrowheads="1"/>
          </p:cNvSpPr>
          <p:nvPr/>
        </p:nvSpPr>
        <p:spPr bwMode="auto">
          <a:xfrm>
            <a:off x="6934200" y="2628900"/>
            <a:ext cx="1981200" cy="5143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alibri" pitchFamily="34" charset="0"/>
                <a:cs typeface="Calibri" pitchFamily="34" charset="0"/>
              </a:rPr>
              <a:t>Magnetising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alibri" pitchFamily="34" charset="0"/>
                <a:cs typeface="Calibri" pitchFamily="34" charset="0"/>
              </a:rPr>
              <a:t>Force H</a:t>
            </a:r>
          </a:p>
        </p:txBody>
      </p:sp>
      <p:sp>
        <p:nvSpPr>
          <p:cNvPr id="17" name="Text Box 27"/>
          <p:cNvSpPr txBox="1">
            <a:spLocks noChangeArrowheads="1"/>
          </p:cNvSpPr>
          <p:nvPr/>
        </p:nvSpPr>
        <p:spPr bwMode="auto">
          <a:xfrm flipH="1">
            <a:off x="2667000" y="228600"/>
            <a:ext cx="2133600" cy="4000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rgbClr val="008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Flux density B</a:t>
            </a: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rgbClr val="008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4737980" y="788933"/>
            <a:ext cx="2653420" cy="822653"/>
          </a:xfrm>
          <a:custGeom>
            <a:avLst/>
            <a:gdLst>
              <a:gd name="connsiteX0" fmla="*/ 2427890 w 2427890"/>
              <a:gd name="connsiteY0" fmla="*/ 0 h 1208689"/>
              <a:gd name="connsiteX1" fmla="*/ 1497725 w 2427890"/>
              <a:gd name="connsiteY1" fmla="*/ 110358 h 1208689"/>
              <a:gd name="connsiteX2" fmla="*/ 788277 w 2427890"/>
              <a:gd name="connsiteY2" fmla="*/ 457200 h 1208689"/>
              <a:gd name="connsiteX3" fmla="*/ 110359 w 2427890"/>
              <a:gd name="connsiteY3" fmla="*/ 1103586 h 1208689"/>
              <a:gd name="connsiteX4" fmla="*/ 126125 w 2427890"/>
              <a:gd name="connsiteY4" fmla="*/ 1087820 h 1208689"/>
              <a:gd name="connsiteX0" fmla="*/ 2425108 w 2425108"/>
              <a:gd name="connsiteY0" fmla="*/ 0 h 1203434"/>
              <a:gd name="connsiteX1" fmla="*/ 1494943 w 2425108"/>
              <a:gd name="connsiteY1" fmla="*/ 110358 h 1203434"/>
              <a:gd name="connsiteX2" fmla="*/ 785495 w 2425108"/>
              <a:gd name="connsiteY2" fmla="*/ 457200 h 1203434"/>
              <a:gd name="connsiteX3" fmla="*/ 107577 w 2425108"/>
              <a:gd name="connsiteY3" fmla="*/ 1103586 h 1203434"/>
              <a:gd name="connsiteX4" fmla="*/ 140035 w 2425108"/>
              <a:gd name="connsiteY4" fmla="*/ 1056289 h 1203434"/>
              <a:gd name="connsiteX0" fmla="*/ 2437009 w 2437009"/>
              <a:gd name="connsiteY0" fmla="*/ 0 h 1216134"/>
              <a:gd name="connsiteX1" fmla="*/ 1506844 w 2437009"/>
              <a:gd name="connsiteY1" fmla="*/ 110358 h 1216134"/>
              <a:gd name="connsiteX2" fmla="*/ 797396 w 2437009"/>
              <a:gd name="connsiteY2" fmla="*/ 457200 h 1216134"/>
              <a:gd name="connsiteX3" fmla="*/ 119478 w 2437009"/>
              <a:gd name="connsiteY3" fmla="*/ 1103586 h 1216134"/>
              <a:gd name="connsiteX4" fmla="*/ 80527 w 2437009"/>
              <a:gd name="connsiteY4" fmla="*/ 1132489 h 1216134"/>
              <a:gd name="connsiteX0" fmla="*/ 2419545 w 2419545"/>
              <a:gd name="connsiteY0" fmla="*/ 0 h 1192923"/>
              <a:gd name="connsiteX1" fmla="*/ 1489380 w 2419545"/>
              <a:gd name="connsiteY1" fmla="*/ 110358 h 1192923"/>
              <a:gd name="connsiteX2" fmla="*/ 779932 w 2419545"/>
              <a:gd name="connsiteY2" fmla="*/ 457200 h 1192923"/>
              <a:gd name="connsiteX3" fmla="*/ 205881 w 2419545"/>
              <a:gd name="connsiteY3" fmla="*/ 903889 h 1192923"/>
              <a:gd name="connsiteX4" fmla="*/ 102014 w 2419545"/>
              <a:gd name="connsiteY4" fmla="*/ 1103586 h 1192923"/>
              <a:gd name="connsiteX5" fmla="*/ 63063 w 2419545"/>
              <a:gd name="connsiteY5" fmla="*/ 1132489 h 1192923"/>
              <a:gd name="connsiteX0" fmla="*/ 2490953 w 2490953"/>
              <a:gd name="connsiteY0" fmla="*/ 0 h 1192924"/>
              <a:gd name="connsiteX1" fmla="*/ 1560788 w 2490953"/>
              <a:gd name="connsiteY1" fmla="*/ 110358 h 1192924"/>
              <a:gd name="connsiteX2" fmla="*/ 851340 w 2490953"/>
              <a:gd name="connsiteY2" fmla="*/ 457200 h 1192924"/>
              <a:gd name="connsiteX3" fmla="*/ 277289 w 2490953"/>
              <a:gd name="connsiteY3" fmla="*/ 903889 h 1192924"/>
              <a:gd name="connsiteX4" fmla="*/ 173422 w 2490953"/>
              <a:gd name="connsiteY4" fmla="*/ 1103586 h 1192924"/>
              <a:gd name="connsiteX5" fmla="*/ 63063 w 2490953"/>
              <a:gd name="connsiteY5" fmla="*/ 1132490 h 1192924"/>
              <a:gd name="connsiteX0" fmla="*/ 2490953 w 2490953"/>
              <a:gd name="connsiteY0" fmla="*/ 0 h 1192924"/>
              <a:gd name="connsiteX1" fmla="*/ 1560788 w 2490953"/>
              <a:gd name="connsiteY1" fmla="*/ 110358 h 1192924"/>
              <a:gd name="connsiteX2" fmla="*/ 851340 w 2490953"/>
              <a:gd name="connsiteY2" fmla="*/ 457200 h 1192924"/>
              <a:gd name="connsiteX3" fmla="*/ 277289 w 2490953"/>
              <a:gd name="connsiteY3" fmla="*/ 903889 h 1192924"/>
              <a:gd name="connsiteX4" fmla="*/ 63063 w 2490953"/>
              <a:gd name="connsiteY4" fmla="*/ 1132489 h 1192924"/>
              <a:gd name="connsiteX5" fmla="*/ 63063 w 2490953"/>
              <a:gd name="connsiteY5" fmla="*/ 1132490 h 1192924"/>
              <a:gd name="connsiteX0" fmla="*/ 2451693 w 2451693"/>
              <a:gd name="connsiteY0" fmla="*/ 0 h 1145189"/>
              <a:gd name="connsiteX1" fmla="*/ 1521528 w 2451693"/>
              <a:gd name="connsiteY1" fmla="*/ 110358 h 1145189"/>
              <a:gd name="connsiteX2" fmla="*/ 812080 w 2451693"/>
              <a:gd name="connsiteY2" fmla="*/ 457200 h 1145189"/>
              <a:gd name="connsiteX3" fmla="*/ 238029 w 2451693"/>
              <a:gd name="connsiteY3" fmla="*/ 903889 h 1145189"/>
              <a:gd name="connsiteX4" fmla="*/ 23803 w 2451693"/>
              <a:gd name="connsiteY4" fmla="*/ 1132489 h 1145189"/>
              <a:gd name="connsiteX5" fmla="*/ 95211 w 2451693"/>
              <a:gd name="connsiteY5" fmla="*/ 980089 h 1145189"/>
              <a:gd name="connsiteX0" fmla="*/ 2451693 w 2451693"/>
              <a:gd name="connsiteY0" fmla="*/ 0 h 1157889"/>
              <a:gd name="connsiteX1" fmla="*/ 1521528 w 2451693"/>
              <a:gd name="connsiteY1" fmla="*/ 110358 h 1157889"/>
              <a:gd name="connsiteX2" fmla="*/ 812080 w 2451693"/>
              <a:gd name="connsiteY2" fmla="*/ 457200 h 1157889"/>
              <a:gd name="connsiteX3" fmla="*/ 238029 w 2451693"/>
              <a:gd name="connsiteY3" fmla="*/ 903889 h 1157889"/>
              <a:gd name="connsiteX4" fmla="*/ 23803 w 2451693"/>
              <a:gd name="connsiteY4" fmla="*/ 1132489 h 1157889"/>
              <a:gd name="connsiteX5" fmla="*/ 95211 w 2451693"/>
              <a:gd name="connsiteY5" fmla="*/ 1056290 h 1157889"/>
              <a:gd name="connsiteX0" fmla="*/ 2475496 w 2475496"/>
              <a:gd name="connsiteY0" fmla="*/ 0 h 1116724"/>
              <a:gd name="connsiteX1" fmla="*/ 1545331 w 2475496"/>
              <a:gd name="connsiteY1" fmla="*/ 110358 h 1116724"/>
              <a:gd name="connsiteX2" fmla="*/ 835883 w 2475496"/>
              <a:gd name="connsiteY2" fmla="*/ 457200 h 1116724"/>
              <a:gd name="connsiteX3" fmla="*/ 261832 w 2475496"/>
              <a:gd name="connsiteY3" fmla="*/ 903889 h 1116724"/>
              <a:gd name="connsiteX4" fmla="*/ 23803 w 2475496"/>
              <a:gd name="connsiteY4" fmla="*/ 1081689 h 1116724"/>
              <a:gd name="connsiteX5" fmla="*/ 119014 w 2475496"/>
              <a:gd name="connsiteY5" fmla="*/ 1056290 h 1116724"/>
              <a:gd name="connsiteX0" fmla="*/ 2472971 w 2472971"/>
              <a:gd name="connsiteY0" fmla="*/ 0 h 1116724"/>
              <a:gd name="connsiteX1" fmla="*/ 1542806 w 2472971"/>
              <a:gd name="connsiteY1" fmla="*/ 110358 h 1116724"/>
              <a:gd name="connsiteX2" fmla="*/ 833358 w 2472971"/>
              <a:gd name="connsiteY2" fmla="*/ 457200 h 1116724"/>
              <a:gd name="connsiteX3" fmla="*/ 244159 w 2472971"/>
              <a:gd name="connsiteY3" fmla="*/ 929289 h 1116724"/>
              <a:gd name="connsiteX4" fmla="*/ 21278 w 2472971"/>
              <a:gd name="connsiteY4" fmla="*/ 1081689 h 1116724"/>
              <a:gd name="connsiteX5" fmla="*/ 116489 w 2472971"/>
              <a:gd name="connsiteY5" fmla="*/ 1056290 h 1116724"/>
              <a:gd name="connsiteX0" fmla="*/ 2587040 w 2587040"/>
              <a:gd name="connsiteY0" fmla="*/ 0 h 1116724"/>
              <a:gd name="connsiteX1" fmla="*/ 1656875 w 2587040"/>
              <a:gd name="connsiteY1" fmla="*/ 110358 h 1116724"/>
              <a:gd name="connsiteX2" fmla="*/ 947427 w 2587040"/>
              <a:gd name="connsiteY2" fmla="*/ 457200 h 1116724"/>
              <a:gd name="connsiteX3" fmla="*/ 135347 w 2587040"/>
              <a:gd name="connsiteY3" fmla="*/ 1005489 h 1116724"/>
              <a:gd name="connsiteX4" fmla="*/ 135347 w 2587040"/>
              <a:gd name="connsiteY4" fmla="*/ 1081689 h 1116724"/>
              <a:gd name="connsiteX5" fmla="*/ 230558 w 2587040"/>
              <a:gd name="connsiteY5" fmla="*/ 1056290 h 1116724"/>
              <a:gd name="connsiteX0" fmla="*/ 2587040 w 2587040"/>
              <a:gd name="connsiteY0" fmla="*/ 0 h 1109571"/>
              <a:gd name="connsiteX1" fmla="*/ 1656875 w 2587040"/>
              <a:gd name="connsiteY1" fmla="*/ 110358 h 1109571"/>
              <a:gd name="connsiteX2" fmla="*/ 947427 w 2587040"/>
              <a:gd name="connsiteY2" fmla="*/ 457200 h 1109571"/>
              <a:gd name="connsiteX3" fmla="*/ 135347 w 2587040"/>
              <a:gd name="connsiteY3" fmla="*/ 1005489 h 1109571"/>
              <a:gd name="connsiteX4" fmla="*/ 135347 w 2587040"/>
              <a:gd name="connsiteY4" fmla="*/ 1081689 h 1109571"/>
              <a:gd name="connsiteX5" fmla="*/ 135347 w 2587040"/>
              <a:gd name="connsiteY5" fmla="*/ 1005489 h 1109571"/>
              <a:gd name="connsiteX0" fmla="*/ 2587040 w 2587040"/>
              <a:gd name="connsiteY0" fmla="*/ 0 h 1096871"/>
              <a:gd name="connsiteX1" fmla="*/ 1656875 w 2587040"/>
              <a:gd name="connsiteY1" fmla="*/ 110358 h 1096871"/>
              <a:gd name="connsiteX2" fmla="*/ 947427 w 2587040"/>
              <a:gd name="connsiteY2" fmla="*/ 457200 h 1096871"/>
              <a:gd name="connsiteX3" fmla="*/ 135347 w 2587040"/>
              <a:gd name="connsiteY3" fmla="*/ 1005489 h 1096871"/>
              <a:gd name="connsiteX4" fmla="*/ 135347 w 2587040"/>
              <a:gd name="connsiteY4" fmla="*/ 1005490 h 1096871"/>
              <a:gd name="connsiteX5" fmla="*/ 135347 w 2587040"/>
              <a:gd name="connsiteY5" fmla="*/ 1005489 h 109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87040" h="1096871">
                <a:moveTo>
                  <a:pt x="2587040" y="0"/>
                </a:moveTo>
                <a:cubicBezTo>
                  <a:pt x="2258592" y="17079"/>
                  <a:pt x="1930144" y="34158"/>
                  <a:pt x="1656875" y="110358"/>
                </a:cubicBezTo>
                <a:cubicBezTo>
                  <a:pt x="1383606" y="186558"/>
                  <a:pt x="1201015" y="308012"/>
                  <a:pt x="947427" y="457200"/>
                </a:cubicBezTo>
                <a:cubicBezTo>
                  <a:pt x="693839" y="606388"/>
                  <a:pt x="270694" y="914107"/>
                  <a:pt x="135347" y="1005489"/>
                </a:cubicBezTo>
                <a:cubicBezTo>
                  <a:pt x="0" y="1096871"/>
                  <a:pt x="135347" y="1005490"/>
                  <a:pt x="135347" y="1005490"/>
                </a:cubicBezTo>
                <a:cubicBezTo>
                  <a:pt x="135347" y="1005490"/>
                  <a:pt x="72284" y="1065923"/>
                  <a:pt x="135347" y="1005489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1828800" y="3438525"/>
            <a:ext cx="3123324" cy="1019176"/>
          </a:xfrm>
          <a:custGeom>
            <a:avLst/>
            <a:gdLst>
              <a:gd name="connsiteX0" fmla="*/ 0 w 3205656"/>
              <a:gd name="connsiteY0" fmla="*/ 1382111 h 1408387"/>
              <a:gd name="connsiteX1" fmla="*/ 977463 w 3205656"/>
              <a:gd name="connsiteY1" fmla="*/ 1319049 h 1408387"/>
              <a:gd name="connsiteX2" fmla="*/ 2207173 w 3205656"/>
              <a:gd name="connsiteY2" fmla="*/ 846083 h 1408387"/>
              <a:gd name="connsiteX3" fmla="*/ 3058511 w 3205656"/>
              <a:gd name="connsiteY3" fmla="*/ 120869 h 1408387"/>
              <a:gd name="connsiteX4" fmla="*/ 3090042 w 3205656"/>
              <a:gd name="connsiteY4" fmla="*/ 120869 h 1408387"/>
              <a:gd name="connsiteX5" fmla="*/ 3105807 w 3205656"/>
              <a:gd name="connsiteY5" fmla="*/ 152400 h 1408387"/>
              <a:gd name="connsiteX0" fmla="*/ 0 w 3139090"/>
              <a:gd name="connsiteY0" fmla="*/ 1345325 h 1371601"/>
              <a:gd name="connsiteX1" fmla="*/ 977463 w 3139090"/>
              <a:gd name="connsiteY1" fmla="*/ 1282263 h 1371601"/>
              <a:gd name="connsiteX2" fmla="*/ 2207173 w 3139090"/>
              <a:gd name="connsiteY2" fmla="*/ 809297 h 1371601"/>
              <a:gd name="connsiteX3" fmla="*/ 2606566 w 3139090"/>
              <a:gd name="connsiteY3" fmla="*/ 588580 h 1371601"/>
              <a:gd name="connsiteX4" fmla="*/ 3058511 w 3139090"/>
              <a:gd name="connsiteY4" fmla="*/ 84083 h 1371601"/>
              <a:gd name="connsiteX5" fmla="*/ 3090042 w 3139090"/>
              <a:gd name="connsiteY5" fmla="*/ 84083 h 1371601"/>
              <a:gd name="connsiteX6" fmla="*/ 3105807 w 3139090"/>
              <a:gd name="connsiteY6" fmla="*/ 115614 h 1371601"/>
              <a:gd name="connsiteX0" fmla="*/ 0 w 3139090"/>
              <a:gd name="connsiteY0" fmla="*/ 1332625 h 1358901"/>
              <a:gd name="connsiteX1" fmla="*/ 977463 w 3139090"/>
              <a:gd name="connsiteY1" fmla="*/ 1269563 h 1358901"/>
              <a:gd name="connsiteX2" fmla="*/ 2207173 w 3139090"/>
              <a:gd name="connsiteY2" fmla="*/ 796597 h 1358901"/>
              <a:gd name="connsiteX3" fmla="*/ 2606566 w 3139090"/>
              <a:gd name="connsiteY3" fmla="*/ 499680 h 1358901"/>
              <a:gd name="connsiteX4" fmla="*/ 3058511 w 3139090"/>
              <a:gd name="connsiteY4" fmla="*/ 71383 h 1358901"/>
              <a:gd name="connsiteX5" fmla="*/ 3090042 w 3139090"/>
              <a:gd name="connsiteY5" fmla="*/ 71383 h 1358901"/>
              <a:gd name="connsiteX6" fmla="*/ 3105807 w 3139090"/>
              <a:gd name="connsiteY6" fmla="*/ 102914 h 1358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39090" h="1358901">
                <a:moveTo>
                  <a:pt x="0" y="1332625"/>
                </a:moveTo>
                <a:cubicBezTo>
                  <a:pt x="304800" y="1345763"/>
                  <a:pt x="609601" y="1358901"/>
                  <a:pt x="977463" y="1269563"/>
                </a:cubicBezTo>
                <a:cubicBezTo>
                  <a:pt x="1345325" y="1180225"/>
                  <a:pt x="1935656" y="924911"/>
                  <a:pt x="2207173" y="796597"/>
                </a:cubicBezTo>
                <a:cubicBezTo>
                  <a:pt x="2478690" y="668283"/>
                  <a:pt x="2464676" y="620549"/>
                  <a:pt x="2606566" y="499680"/>
                </a:cubicBezTo>
                <a:cubicBezTo>
                  <a:pt x="2748456" y="378811"/>
                  <a:pt x="2977932" y="142766"/>
                  <a:pt x="3058511" y="71383"/>
                </a:cubicBezTo>
                <a:cubicBezTo>
                  <a:pt x="3139090" y="0"/>
                  <a:pt x="3082159" y="66128"/>
                  <a:pt x="3090042" y="71383"/>
                </a:cubicBezTo>
                <a:cubicBezTo>
                  <a:pt x="3097925" y="76638"/>
                  <a:pt x="3101866" y="89776"/>
                  <a:pt x="3105807" y="102914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/>
        </p:nvSpPr>
        <p:spPr>
          <a:xfrm>
            <a:off x="4876802" y="800100"/>
            <a:ext cx="2514599" cy="2686050"/>
          </a:xfrm>
          <a:custGeom>
            <a:avLst/>
            <a:gdLst>
              <a:gd name="connsiteX0" fmla="*/ 0 w 2459421"/>
              <a:gd name="connsiteY0" fmla="*/ 3358055 h 3358055"/>
              <a:gd name="connsiteX1" fmla="*/ 993228 w 2459421"/>
              <a:gd name="connsiteY1" fmla="*/ 2317531 h 3358055"/>
              <a:gd name="connsiteX2" fmla="*/ 1639614 w 2459421"/>
              <a:gd name="connsiteY2" fmla="*/ 914400 h 3358055"/>
              <a:gd name="connsiteX3" fmla="*/ 1828800 w 2459421"/>
              <a:gd name="connsiteY3" fmla="*/ 457200 h 3358055"/>
              <a:gd name="connsiteX4" fmla="*/ 2096814 w 2459421"/>
              <a:gd name="connsiteY4" fmla="*/ 78828 h 3358055"/>
              <a:gd name="connsiteX5" fmla="*/ 2459421 w 2459421"/>
              <a:gd name="connsiteY5" fmla="*/ 0 h 3358055"/>
              <a:gd name="connsiteX0" fmla="*/ 0 w 2459421"/>
              <a:gd name="connsiteY0" fmla="*/ 3358055 h 3358055"/>
              <a:gd name="connsiteX1" fmla="*/ 993228 w 2459421"/>
              <a:gd name="connsiteY1" fmla="*/ 2317531 h 3358055"/>
              <a:gd name="connsiteX2" fmla="*/ 1639614 w 2459421"/>
              <a:gd name="connsiteY2" fmla="*/ 914400 h 3358055"/>
              <a:gd name="connsiteX3" fmla="*/ 1828800 w 2459421"/>
              <a:gd name="connsiteY3" fmla="*/ 457200 h 3358055"/>
              <a:gd name="connsiteX4" fmla="*/ 2133600 w 2459421"/>
              <a:gd name="connsiteY4" fmla="*/ 142896 h 3358055"/>
              <a:gd name="connsiteX5" fmla="*/ 2459421 w 2459421"/>
              <a:gd name="connsiteY5" fmla="*/ 0 h 3358055"/>
              <a:gd name="connsiteX0" fmla="*/ 0 w 2514600"/>
              <a:gd name="connsiteY0" fmla="*/ 3286607 h 3286607"/>
              <a:gd name="connsiteX1" fmla="*/ 993228 w 2514600"/>
              <a:gd name="connsiteY1" fmla="*/ 2246083 h 3286607"/>
              <a:gd name="connsiteX2" fmla="*/ 1639614 w 2514600"/>
              <a:gd name="connsiteY2" fmla="*/ 842952 h 3286607"/>
              <a:gd name="connsiteX3" fmla="*/ 1828800 w 2514600"/>
              <a:gd name="connsiteY3" fmla="*/ 385752 h 3286607"/>
              <a:gd name="connsiteX4" fmla="*/ 2133600 w 2514600"/>
              <a:gd name="connsiteY4" fmla="*/ 71448 h 3286607"/>
              <a:gd name="connsiteX5" fmla="*/ 2514600 w 2514600"/>
              <a:gd name="connsiteY5" fmla="*/ 0 h 3286607"/>
              <a:gd name="connsiteX0" fmla="*/ 0 w 2590799"/>
              <a:gd name="connsiteY0" fmla="*/ 3358055 h 3358055"/>
              <a:gd name="connsiteX1" fmla="*/ 993228 w 2590799"/>
              <a:gd name="connsiteY1" fmla="*/ 2317531 h 3358055"/>
              <a:gd name="connsiteX2" fmla="*/ 1639614 w 2590799"/>
              <a:gd name="connsiteY2" fmla="*/ 914400 h 3358055"/>
              <a:gd name="connsiteX3" fmla="*/ 1828800 w 2590799"/>
              <a:gd name="connsiteY3" fmla="*/ 457200 h 3358055"/>
              <a:gd name="connsiteX4" fmla="*/ 2133600 w 2590799"/>
              <a:gd name="connsiteY4" fmla="*/ 142896 h 3358055"/>
              <a:gd name="connsiteX5" fmla="*/ 2590799 w 2590799"/>
              <a:gd name="connsiteY5" fmla="*/ 0 h 335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0799" h="3358055">
                <a:moveTo>
                  <a:pt x="0" y="3358055"/>
                </a:moveTo>
                <a:cubicBezTo>
                  <a:pt x="359979" y="3041431"/>
                  <a:pt x="719959" y="2724807"/>
                  <a:pt x="993228" y="2317531"/>
                </a:cubicBezTo>
                <a:cubicBezTo>
                  <a:pt x="1266497" y="1910255"/>
                  <a:pt x="1500352" y="1224455"/>
                  <a:pt x="1639614" y="914400"/>
                </a:cubicBezTo>
                <a:cubicBezTo>
                  <a:pt x="1778876" y="604345"/>
                  <a:pt x="1746469" y="585784"/>
                  <a:pt x="1828800" y="457200"/>
                </a:cubicBezTo>
                <a:cubicBezTo>
                  <a:pt x="1911131" y="328616"/>
                  <a:pt x="2006600" y="219096"/>
                  <a:pt x="2133600" y="142896"/>
                </a:cubicBezTo>
                <a:cubicBezTo>
                  <a:pt x="2260600" y="66696"/>
                  <a:pt x="2462047" y="1314"/>
                  <a:pt x="2590799" y="0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1828800" y="2571750"/>
            <a:ext cx="1981200" cy="1892719"/>
          </a:xfrm>
          <a:custGeom>
            <a:avLst/>
            <a:gdLst>
              <a:gd name="connsiteX0" fmla="*/ 2364828 w 2364828"/>
              <a:gd name="connsiteY0" fmla="*/ 0 h 2525110"/>
              <a:gd name="connsiteX1" fmla="*/ 1592318 w 2364828"/>
              <a:gd name="connsiteY1" fmla="*/ 1434662 h 2525110"/>
              <a:gd name="connsiteX2" fmla="*/ 867104 w 2364828"/>
              <a:gd name="connsiteY2" fmla="*/ 2301766 h 2525110"/>
              <a:gd name="connsiteX3" fmla="*/ 346842 w 2364828"/>
              <a:gd name="connsiteY3" fmla="*/ 2490952 h 2525110"/>
              <a:gd name="connsiteX4" fmla="*/ 0 w 2364828"/>
              <a:gd name="connsiteY4" fmla="*/ 2506717 h 2525110"/>
              <a:gd name="connsiteX0" fmla="*/ 2364828 w 2364828"/>
              <a:gd name="connsiteY0" fmla="*/ 0 h 2559268"/>
              <a:gd name="connsiteX1" fmla="*/ 1592318 w 2364828"/>
              <a:gd name="connsiteY1" fmla="*/ 1434662 h 2559268"/>
              <a:gd name="connsiteX2" fmla="*/ 867104 w 2364828"/>
              <a:gd name="connsiteY2" fmla="*/ 2301766 h 2559268"/>
              <a:gd name="connsiteX3" fmla="*/ 244637 w 2364828"/>
              <a:gd name="connsiteY3" fmla="*/ 2525110 h 2559268"/>
              <a:gd name="connsiteX4" fmla="*/ 0 w 2364828"/>
              <a:gd name="connsiteY4" fmla="*/ 2506717 h 2559268"/>
              <a:gd name="connsiteX0" fmla="*/ 2364828 w 2364828"/>
              <a:gd name="connsiteY0" fmla="*/ 0 h 2692125"/>
              <a:gd name="connsiteX1" fmla="*/ 1592318 w 2364828"/>
              <a:gd name="connsiteY1" fmla="*/ 1434662 h 2692125"/>
              <a:gd name="connsiteX2" fmla="*/ 867104 w 2364828"/>
              <a:gd name="connsiteY2" fmla="*/ 2301766 h 2692125"/>
              <a:gd name="connsiteX3" fmla="*/ 244637 w 2364828"/>
              <a:gd name="connsiteY3" fmla="*/ 2525110 h 2692125"/>
              <a:gd name="connsiteX4" fmla="*/ 0 w 2364828"/>
              <a:gd name="connsiteY4" fmla="*/ 2682929 h 2692125"/>
              <a:gd name="connsiteX0" fmla="*/ 2364828 w 2364828"/>
              <a:gd name="connsiteY0" fmla="*/ 0 h 2562334"/>
              <a:gd name="connsiteX1" fmla="*/ 1592318 w 2364828"/>
              <a:gd name="connsiteY1" fmla="*/ 1434662 h 2562334"/>
              <a:gd name="connsiteX2" fmla="*/ 867104 w 2364828"/>
              <a:gd name="connsiteY2" fmla="*/ 2301766 h 2562334"/>
              <a:gd name="connsiteX3" fmla="*/ 244637 w 2364828"/>
              <a:gd name="connsiteY3" fmla="*/ 2525110 h 2562334"/>
              <a:gd name="connsiteX4" fmla="*/ 0 w 2364828"/>
              <a:gd name="connsiteY4" fmla="*/ 2525109 h 2562334"/>
              <a:gd name="connsiteX0" fmla="*/ 2277242 w 2277242"/>
              <a:gd name="connsiteY0" fmla="*/ 0 h 2562334"/>
              <a:gd name="connsiteX1" fmla="*/ 1592318 w 2277242"/>
              <a:gd name="connsiteY1" fmla="*/ 1434662 h 2562334"/>
              <a:gd name="connsiteX2" fmla="*/ 867104 w 2277242"/>
              <a:gd name="connsiteY2" fmla="*/ 2301766 h 2562334"/>
              <a:gd name="connsiteX3" fmla="*/ 244637 w 2277242"/>
              <a:gd name="connsiteY3" fmla="*/ 2525110 h 2562334"/>
              <a:gd name="connsiteX4" fmla="*/ 0 w 2277242"/>
              <a:gd name="connsiteY4" fmla="*/ 2525109 h 2562334"/>
              <a:gd name="connsiteX0" fmla="*/ 2277242 w 2277242"/>
              <a:gd name="connsiteY0" fmla="*/ 0 h 2649176"/>
              <a:gd name="connsiteX1" fmla="*/ 1592318 w 2277242"/>
              <a:gd name="connsiteY1" fmla="*/ 1434662 h 2649176"/>
              <a:gd name="connsiteX2" fmla="*/ 867104 w 2277242"/>
              <a:gd name="connsiteY2" fmla="*/ 2301766 h 2649176"/>
              <a:gd name="connsiteX3" fmla="*/ 244637 w 2277242"/>
              <a:gd name="connsiteY3" fmla="*/ 2525110 h 2649176"/>
              <a:gd name="connsiteX4" fmla="*/ 0 w 2277242"/>
              <a:gd name="connsiteY4" fmla="*/ 2639980 h 2649176"/>
              <a:gd name="connsiteX0" fmla="*/ 2277242 w 2277242"/>
              <a:gd name="connsiteY0" fmla="*/ 0 h 2571530"/>
              <a:gd name="connsiteX1" fmla="*/ 1592318 w 2277242"/>
              <a:gd name="connsiteY1" fmla="*/ 1434662 h 2571530"/>
              <a:gd name="connsiteX2" fmla="*/ 867104 w 2277242"/>
              <a:gd name="connsiteY2" fmla="*/ 2301766 h 2571530"/>
              <a:gd name="connsiteX3" fmla="*/ 244637 w 2277242"/>
              <a:gd name="connsiteY3" fmla="*/ 2525110 h 2571530"/>
              <a:gd name="connsiteX4" fmla="*/ 0 w 2277242"/>
              <a:gd name="connsiteY4" fmla="*/ 2562334 h 2571530"/>
              <a:gd name="connsiteX0" fmla="*/ 2277242 w 2277242"/>
              <a:gd name="connsiteY0" fmla="*/ 0 h 2555597"/>
              <a:gd name="connsiteX1" fmla="*/ 1592318 w 2277242"/>
              <a:gd name="connsiteY1" fmla="*/ 1434662 h 2555597"/>
              <a:gd name="connsiteX2" fmla="*/ 867104 w 2277242"/>
              <a:gd name="connsiteY2" fmla="*/ 2301766 h 2555597"/>
              <a:gd name="connsiteX3" fmla="*/ 244637 w 2277242"/>
              <a:gd name="connsiteY3" fmla="*/ 2525110 h 2555597"/>
              <a:gd name="connsiteX4" fmla="*/ 0 w 2277242"/>
              <a:gd name="connsiteY4" fmla="*/ 2484688 h 2555597"/>
              <a:gd name="connsiteX0" fmla="*/ 2277242 w 2277242"/>
              <a:gd name="connsiteY0" fmla="*/ 0 h 2571531"/>
              <a:gd name="connsiteX1" fmla="*/ 1592318 w 2277242"/>
              <a:gd name="connsiteY1" fmla="*/ 1434662 h 2571531"/>
              <a:gd name="connsiteX2" fmla="*/ 867104 w 2277242"/>
              <a:gd name="connsiteY2" fmla="*/ 2301766 h 2571531"/>
              <a:gd name="connsiteX3" fmla="*/ 244637 w 2277242"/>
              <a:gd name="connsiteY3" fmla="*/ 2525110 h 2571531"/>
              <a:gd name="connsiteX4" fmla="*/ 0 w 2277242"/>
              <a:gd name="connsiteY4" fmla="*/ 2562335 h 2571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7242" h="2571531">
                <a:moveTo>
                  <a:pt x="2277242" y="0"/>
                </a:moveTo>
                <a:cubicBezTo>
                  <a:pt x="2015797" y="525517"/>
                  <a:pt x="1827341" y="1051034"/>
                  <a:pt x="1592318" y="1434662"/>
                </a:cubicBezTo>
                <a:cubicBezTo>
                  <a:pt x="1357295" y="1818290"/>
                  <a:pt x="1091718" y="2120025"/>
                  <a:pt x="867104" y="2301766"/>
                </a:cubicBezTo>
                <a:cubicBezTo>
                  <a:pt x="642491" y="2483507"/>
                  <a:pt x="389154" y="2481682"/>
                  <a:pt x="244637" y="2525110"/>
                </a:cubicBezTo>
                <a:cubicBezTo>
                  <a:pt x="100120" y="2568538"/>
                  <a:pt x="101162" y="2571531"/>
                  <a:pt x="0" y="2562335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4871546" y="2286000"/>
            <a:ext cx="767255" cy="285750"/>
          </a:xfrm>
          <a:custGeom>
            <a:avLst/>
            <a:gdLst>
              <a:gd name="connsiteX0" fmla="*/ 0 w 804041"/>
              <a:gd name="connsiteY0" fmla="*/ 504496 h 504496"/>
              <a:gd name="connsiteX1" fmla="*/ 567558 w 804041"/>
              <a:gd name="connsiteY1" fmla="*/ 346841 h 504496"/>
              <a:gd name="connsiteX2" fmla="*/ 804041 w 804041"/>
              <a:gd name="connsiteY2" fmla="*/ 0 h 504496"/>
              <a:gd name="connsiteX3" fmla="*/ 804041 w 804041"/>
              <a:gd name="connsiteY3" fmla="*/ 0 h 504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4041" h="504496">
                <a:moveTo>
                  <a:pt x="0" y="504496"/>
                </a:moveTo>
                <a:cubicBezTo>
                  <a:pt x="216775" y="467710"/>
                  <a:pt x="433551" y="430924"/>
                  <a:pt x="567558" y="346841"/>
                </a:cubicBezTo>
                <a:cubicBezTo>
                  <a:pt x="701565" y="262758"/>
                  <a:pt x="804041" y="0"/>
                  <a:pt x="804041" y="0"/>
                </a:cubicBezTo>
                <a:lnTo>
                  <a:pt x="804041" y="0"/>
                </a:lnTo>
              </a:path>
            </a:pathLst>
          </a:cu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5638800" y="1143000"/>
            <a:ext cx="685800" cy="1143000"/>
          </a:xfrm>
          <a:custGeom>
            <a:avLst/>
            <a:gdLst>
              <a:gd name="connsiteX0" fmla="*/ 0 w 599090"/>
              <a:gd name="connsiteY0" fmla="*/ 1324303 h 1324303"/>
              <a:gd name="connsiteX1" fmla="*/ 599090 w 599090"/>
              <a:gd name="connsiteY1" fmla="*/ 0 h 1324303"/>
              <a:gd name="connsiteX0" fmla="*/ 0 w 599090"/>
              <a:gd name="connsiteY0" fmla="*/ 1397875 h 1397875"/>
              <a:gd name="connsiteX1" fmla="*/ 599090 w 599090"/>
              <a:gd name="connsiteY1" fmla="*/ 0 h 139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99090" h="1397875">
                <a:moveTo>
                  <a:pt x="0" y="1397875"/>
                </a:moveTo>
                <a:lnTo>
                  <a:pt x="599090" y="0"/>
                </a:lnTo>
              </a:path>
            </a:pathLst>
          </a:cu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1"/>
          <p:cNvSpPr/>
          <p:nvPr/>
        </p:nvSpPr>
        <p:spPr>
          <a:xfrm>
            <a:off x="3810000" y="1448238"/>
            <a:ext cx="1189858" cy="1123512"/>
          </a:xfrm>
          <a:custGeom>
            <a:avLst/>
            <a:gdLst>
              <a:gd name="connsiteX0" fmla="*/ 1056289 w 1056289"/>
              <a:gd name="connsiteY0" fmla="*/ 0 h 1340069"/>
              <a:gd name="connsiteX1" fmla="*/ 236482 w 1056289"/>
              <a:gd name="connsiteY1" fmla="*/ 740979 h 1340069"/>
              <a:gd name="connsiteX2" fmla="*/ 0 w 1056289"/>
              <a:gd name="connsiteY2" fmla="*/ 1340069 h 1340069"/>
              <a:gd name="connsiteX3" fmla="*/ 0 w 1056289"/>
              <a:gd name="connsiteY3" fmla="*/ 1340069 h 1340069"/>
              <a:gd name="connsiteX4" fmla="*/ 0 w 1056289"/>
              <a:gd name="connsiteY4" fmla="*/ 1340069 h 1340069"/>
              <a:gd name="connsiteX0" fmla="*/ 1056289 w 1056289"/>
              <a:gd name="connsiteY0" fmla="*/ 0 h 1340069"/>
              <a:gd name="connsiteX1" fmla="*/ 315310 w 1056289"/>
              <a:gd name="connsiteY1" fmla="*/ 722586 h 1340069"/>
              <a:gd name="connsiteX2" fmla="*/ 0 w 1056289"/>
              <a:gd name="connsiteY2" fmla="*/ 1340069 h 1340069"/>
              <a:gd name="connsiteX3" fmla="*/ 0 w 1056289"/>
              <a:gd name="connsiteY3" fmla="*/ 1340069 h 1340069"/>
              <a:gd name="connsiteX4" fmla="*/ 0 w 1056289"/>
              <a:gd name="connsiteY4" fmla="*/ 1340069 h 1340069"/>
              <a:gd name="connsiteX0" fmla="*/ 1056289 w 1056289"/>
              <a:gd name="connsiteY0" fmla="*/ 0 h 1340069"/>
              <a:gd name="connsiteX1" fmla="*/ 391510 w 1056289"/>
              <a:gd name="connsiteY1" fmla="*/ 722586 h 1340069"/>
              <a:gd name="connsiteX2" fmla="*/ 0 w 1056289"/>
              <a:gd name="connsiteY2" fmla="*/ 1340069 h 1340069"/>
              <a:gd name="connsiteX3" fmla="*/ 0 w 1056289"/>
              <a:gd name="connsiteY3" fmla="*/ 1340069 h 1340069"/>
              <a:gd name="connsiteX4" fmla="*/ 0 w 1056289"/>
              <a:gd name="connsiteY4" fmla="*/ 1340069 h 1340069"/>
              <a:gd name="connsiteX0" fmla="*/ 1001110 w 1001110"/>
              <a:gd name="connsiteY0" fmla="*/ 0 h 1227083"/>
              <a:gd name="connsiteX1" fmla="*/ 391510 w 1001110"/>
              <a:gd name="connsiteY1" fmla="*/ 609600 h 1227083"/>
              <a:gd name="connsiteX2" fmla="*/ 0 w 1001110"/>
              <a:gd name="connsiteY2" fmla="*/ 1227083 h 1227083"/>
              <a:gd name="connsiteX3" fmla="*/ 0 w 1001110"/>
              <a:gd name="connsiteY3" fmla="*/ 1227083 h 1227083"/>
              <a:gd name="connsiteX4" fmla="*/ 0 w 1001110"/>
              <a:gd name="connsiteY4" fmla="*/ 1227083 h 1227083"/>
              <a:gd name="connsiteX0" fmla="*/ 1001110 w 1178910"/>
              <a:gd name="connsiteY0" fmla="*/ 254000 h 1481083"/>
              <a:gd name="connsiteX1" fmla="*/ 1077310 w 1178910"/>
              <a:gd name="connsiteY1" fmla="*/ 101600 h 1481083"/>
              <a:gd name="connsiteX2" fmla="*/ 391510 w 1178910"/>
              <a:gd name="connsiteY2" fmla="*/ 863600 h 1481083"/>
              <a:gd name="connsiteX3" fmla="*/ 0 w 1178910"/>
              <a:gd name="connsiteY3" fmla="*/ 1481083 h 1481083"/>
              <a:gd name="connsiteX4" fmla="*/ 0 w 1178910"/>
              <a:gd name="connsiteY4" fmla="*/ 1481083 h 1481083"/>
              <a:gd name="connsiteX5" fmla="*/ 0 w 1178910"/>
              <a:gd name="connsiteY5" fmla="*/ 1481083 h 1481083"/>
              <a:gd name="connsiteX0" fmla="*/ 1066800 w 1189858"/>
              <a:gd name="connsiteY0" fmla="*/ 169333 h 1498016"/>
              <a:gd name="connsiteX1" fmla="*/ 1077310 w 1189858"/>
              <a:gd name="connsiteY1" fmla="*/ 118533 h 1498016"/>
              <a:gd name="connsiteX2" fmla="*/ 391510 w 1189858"/>
              <a:gd name="connsiteY2" fmla="*/ 880533 h 1498016"/>
              <a:gd name="connsiteX3" fmla="*/ 0 w 1189858"/>
              <a:gd name="connsiteY3" fmla="*/ 1498016 h 1498016"/>
              <a:gd name="connsiteX4" fmla="*/ 0 w 1189858"/>
              <a:gd name="connsiteY4" fmla="*/ 1498016 h 1498016"/>
              <a:gd name="connsiteX5" fmla="*/ 0 w 1189858"/>
              <a:gd name="connsiteY5" fmla="*/ 1498016 h 1498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9858" h="1498016">
                <a:moveTo>
                  <a:pt x="1066800" y="169333"/>
                </a:moveTo>
                <a:cubicBezTo>
                  <a:pt x="1065486" y="168895"/>
                  <a:pt x="1189858" y="0"/>
                  <a:pt x="1077310" y="118533"/>
                </a:cubicBezTo>
                <a:cubicBezTo>
                  <a:pt x="964762" y="237066"/>
                  <a:pt x="571062" y="650619"/>
                  <a:pt x="391510" y="880533"/>
                </a:cubicBezTo>
                <a:cubicBezTo>
                  <a:pt x="211958" y="1110447"/>
                  <a:pt x="52552" y="1395102"/>
                  <a:pt x="0" y="1498016"/>
                </a:cubicBezTo>
                <a:lnTo>
                  <a:pt x="0" y="1498016"/>
                </a:lnTo>
                <a:lnTo>
                  <a:pt x="0" y="1498016"/>
                </a:ln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6324600" y="800100"/>
            <a:ext cx="1066800" cy="301103"/>
          </a:xfrm>
          <a:custGeom>
            <a:avLst/>
            <a:gdLst>
              <a:gd name="connsiteX0" fmla="*/ 0 w 1105469"/>
              <a:gd name="connsiteY0" fmla="*/ 477671 h 477671"/>
              <a:gd name="connsiteX1" fmla="*/ 177421 w 1105469"/>
              <a:gd name="connsiteY1" fmla="*/ 245659 h 477671"/>
              <a:gd name="connsiteX2" fmla="*/ 464024 w 1105469"/>
              <a:gd name="connsiteY2" fmla="*/ 109182 h 477671"/>
              <a:gd name="connsiteX3" fmla="*/ 1105469 w 1105469"/>
              <a:gd name="connsiteY3" fmla="*/ 0 h 477671"/>
              <a:gd name="connsiteX0" fmla="*/ 0 w 1143000"/>
              <a:gd name="connsiteY0" fmla="*/ 401471 h 401471"/>
              <a:gd name="connsiteX1" fmla="*/ 177421 w 1143000"/>
              <a:gd name="connsiteY1" fmla="*/ 169459 h 401471"/>
              <a:gd name="connsiteX2" fmla="*/ 464024 w 1143000"/>
              <a:gd name="connsiteY2" fmla="*/ 32982 h 401471"/>
              <a:gd name="connsiteX3" fmla="*/ 1143000 w 1143000"/>
              <a:gd name="connsiteY3" fmla="*/ 0 h 401471"/>
              <a:gd name="connsiteX0" fmla="*/ 0 w 1143000"/>
              <a:gd name="connsiteY0" fmla="*/ 440924 h 440924"/>
              <a:gd name="connsiteX1" fmla="*/ 177421 w 1143000"/>
              <a:gd name="connsiteY1" fmla="*/ 208912 h 440924"/>
              <a:gd name="connsiteX2" fmla="*/ 464024 w 1143000"/>
              <a:gd name="connsiteY2" fmla="*/ 72435 h 440924"/>
              <a:gd name="connsiteX3" fmla="*/ 1143000 w 1143000"/>
              <a:gd name="connsiteY3" fmla="*/ 39453 h 440924"/>
              <a:gd name="connsiteX0" fmla="*/ 0 w 1142999"/>
              <a:gd name="connsiteY0" fmla="*/ 517124 h 517124"/>
              <a:gd name="connsiteX1" fmla="*/ 177421 w 1142999"/>
              <a:gd name="connsiteY1" fmla="*/ 285112 h 517124"/>
              <a:gd name="connsiteX2" fmla="*/ 464024 w 1142999"/>
              <a:gd name="connsiteY2" fmla="*/ 148635 h 517124"/>
              <a:gd name="connsiteX3" fmla="*/ 1142999 w 1142999"/>
              <a:gd name="connsiteY3" fmla="*/ 39453 h 517124"/>
              <a:gd name="connsiteX0" fmla="*/ 0 w 1142999"/>
              <a:gd name="connsiteY0" fmla="*/ 517124 h 517124"/>
              <a:gd name="connsiteX1" fmla="*/ 177421 w 1142999"/>
              <a:gd name="connsiteY1" fmla="*/ 285112 h 517124"/>
              <a:gd name="connsiteX2" fmla="*/ 533400 w 1142999"/>
              <a:gd name="connsiteY2" fmla="*/ 115653 h 517124"/>
              <a:gd name="connsiteX3" fmla="*/ 1142999 w 1142999"/>
              <a:gd name="connsiteY3" fmla="*/ 39453 h 517124"/>
              <a:gd name="connsiteX0" fmla="*/ 0 w 1142999"/>
              <a:gd name="connsiteY0" fmla="*/ 556576 h 556576"/>
              <a:gd name="connsiteX1" fmla="*/ 177421 w 1142999"/>
              <a:gd name="connsiteY1" fmla="*/ 324564 h 556576"/>
              <a:gd name="connsiteX2" fmla="*/ 533400 w 1142999"/>
              <a:gd name="connsiteY2" fmla="*/ 155105 h 556576"/>
              <a:gd name="connsiteX3" fmla="*/ 1142999 w 1142999"/>
              <a:gd name="connsiteY3" fmla="*/ 39453 h 556576"/>
              <a:gd name="connsiteX0" fmla="*/ 0 w 1142999"/>
              <a:gd name="connsiteY0" fmla="*/ 517124 h 517124"/>
              <a:gd name="connsiteX1" fmla="*/ 177421 w 1142999"/>
              <a:gd name="connsiteY1" fmla="*/ 285112 h 517124"/>
              <a:gd name="connsiteX2" fmla="*/ 533400 w 1142999"/>
              <a:gd name="connsiteY2" fmla="*/ 115653 h 517124"/>
              <a:gd name="connsiteX3" fmla="*/ 1142999 w 1142999"/>
              <a:gd name="connsiteY3" fmla="*/ 1 h 517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999" h="517124">
                <a:moveTo>
                  <a:pt x="0" y="517124"/>
                </a:moveTo>
                <a:cubicBezTo>
                  <a:pt x="50042" y="431825"/>
                  <a:pt x="88521" y="352024"/>
                  <a:pt x="177421" y="285112"/>
                </a:cubicBezTo>
                <a:cubicBezTo>
                  <a:pt x="266321" y="218200"/>
                  <a:pt x="372471" y="163171"/>
                  <a:pt x="533400" y="115653"/>
                </a:cubicBezTo>
                <a:cubicBezTo>
                  <a:pt x="694329" y="68135"/>
                  <a:pt x="814780" y="45161"/>
                  <a:pt x="1142999" y="1"/>
                </a:cubicBezTo>
              </a:path>
            </a:pathLst>
          </a:cu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Box 27"/>
          <p:cNvSpPr txBox="1">
            <a:spLocks noChangeArrowheads="1"/>
          </p:cNvSpPr>
          <p:nvPr/>
        </p:nvSpPr>
        <p:spPr bwMode="auto">
          <a:xfrm>
            <a:off x="5334000" y="4419600"/>
            <a:ext cx="3581400" cy="5143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B-H Curve </a:t>
            </a: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Hysteresis Loop</a:t>
            </a:r>
            <a:endParaRPr kumimoji="0" lang="en-US" sz="2000" b="1" i="0" u="none" strike="noStrike" cap="none" normalizeH="0" baseline="0" dirty="0" smtClean="0">
              <a:ln>
                <a:noFill/>
              </a:ln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Text Box 27"/>
          <p:cNvSpPr txBox="1">
            <a:spLocks noChangeArrowheads="1"/>
          </p:cNvSpPr>
          <p:nvPr/>
        </p:nvSpPr>
        <p:spPr bwMode="auto">
          <a:xfrm>
            <a:off x="4419600" y="262890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O</a:t>
            </a:r>
          </a:p>
        </p:txBody>
      </p:sp>
      <p:sp>
        <p:nvSpPr>
          <p:cNvPr id="37" name="Text Box 27"/>
          <p:cNvSpPr txBox="1">
            <a:spLocks noChangeArrowheads="1"/>
          </p:cNvSpPr>
          <p:nvPr/>
        </p:nvSpPr>
        <p:spPr bwMode="auto">
          <a:xfrm>
            <a:off x="5105400" y="217170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A</a:t>
            </a:r>
          </a:p>
        </p:txBody>
      </p:sp>
      <p:sp>
        <p:nvSpPr>
          <p:cNvPr id="38" name="Text Box 27"/>
          <p:cNvSpPr txBox="1">
            <a:spLocks noChangeArrowheads="1"/>
          </p:cNvSpPr>
          <p:nvPr/>
        </p:nvSpPr>
        <p:spPr bwMode="auto">
          <a:xfrm>
            <a:off x="5791200" y="102870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B</a:t>
            </a:r>
          </a:p>
        </p:txBody>
      </p:sp>
      <p:sp>
        <p:nvSpPr>
          <p:cNvPr id="39" name="Text Box 27"/>
          <p:cNvSpPr txBox="1">
            <a:spLocks noChangeArrowheads="1"/>
          </p:cNvSpPr>
          <p:nvPr/>
        </p:nvSpPr>
        <p:spPr bwMode="auto">
          <a:xfrm>
            <a:off x="7086600" y="51435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C</a:t>
            </a:r>
          </a:p>
        </p:txBody>
      </p:sp>
      <p:sp>
        <p:nvSpPr>
          <p:cNvPr id="40" name="Text Box 27"/>
          <p:cNvSpPr txBox="1">
            <a:spLocks noChangeArrowheads="1"/>
          </p:cNvSpPr>
          <p:nvPr/>
        </p:nvSpPr>
        <p:spPr bwMode="auto">
          <a:xfrm>
            <a:off x="4800600" y="114300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D</a:t>
            </a:r>
          </a:p>
        </p:txBody>
      </p:sp>
      <p:sp>
        <p:nvSpPr>
          <p:cNvPr id="41" name="Text Box 27"/>
          <p:cNvSpPr txBox="1">
            <a:spLocks noChangeArrowheads="1"/>
          </p:cNvSpPr>
          <p:nvPr/>
        </p:nvSpPr>
        <p:spPr bwMode="auto">
          <a:xfrm>
            <a:off x="3276600" y="262890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E</a:t>
            </a:r>
          </a:p>
        </p:txBody>
      </p:sp>
      <p:sp>
        <p:nvSpPr>
          <p:cNvPr id="42" name="Text Box 27"/>
          <p:cNvSpPr txBox="1">
            <a:spLocks noChangeArrowheads="1"/>
          </p:cNvSpPr>
          <p:nvPr/>
        </p:nvSpPr>
        <p:spPr bwMode="auto">
          <a:xfrm>
            <a:off x="1524000" y="417195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F</a:t>
            </a:r>
          </a:p>
        </p:txBody>
      </p:sp>
      <p:sp>
        <p:nvSpPr>
          <p:cNvPr id="43" name="Text Box 27"/>
          <p:cNvSpPr txBox="1">
            <a:spLocks noChangeArrowheads="1"/>
          </p:cNvSpPr>
          <p:nvPr/>
        </p:nvSpPr>
        <p:spPr bwMode="auto">
          <a:xfrm>
            <a:off x="4800600" y="348615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G</a:t>
            </a:r>
          </a:p>
        </p:txBody>
      </p:sp>
      <p:sp>
        <p:nvSpPr>
          <p:cNvPr id="44" name="Text Box 27"/>
          <p:cNvSpPr txBox="1">
            <a:spLocks noChangeArrowheads="1"/>
          </p:cNvSpPr>
          <p:nvPr/>
        </p:nvSpPr>
        <p:spPr bwMode="auto">
          <a:xfrm>
            <a:off x="5715000" y="268605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H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5638800" y="2171700"/>
            <a:ext cx="2057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Sluggish</a:t>
            </a:r>
            <a:r>
              <a:rPr kumimoji="0" lang="en-US" b="1" i="0" u="none" strike="noStrike" cap="none" normalizeH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 start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0" name="Text Box 27"/>
          <p:cNvSpPr txBox="1">
            <a:spLocks noChangeArrowheads="1"/>
          </p:cNvSpPr>
          <p:nvPr/>
        </p:nvSpPr>
        <p:spPr bwMode="auto">
          <a:xfrm>
            <a:off x="6019800" y="1600200"/>
            <a:ext cx="1676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Linear</a:t>
            </a:r>
            <a:r>
              <a:rPr kumimoji="0" lang="en-US" b="1" i="0" u="none" strike="noStrike" cap="none" normalizeH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rise</a:t>
            </a: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6705600" y="914400"/>
            <a:ext cx="15240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Saturation</a:t>
            </a:r>
          </a:p>
        </p:txBody>
      </p:sp>
      <p:sp>
        <p:nvSpPr>
          <p:cNvPr id="33" name="Text Box 27"/>
          <p:cNvSpPr txBox="1">
            <a:spLocks noChangeArrowheads="1"/>
          </p:cNvSpPr>
          <p:nvPr/>
        </p:nvSpPr>
        <p:spPr bwMode="auto">
          <a:xfrm>
            <a:off x="1981200" y="838200"/>
            <a:ext cx="3276600" cy="8191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OD =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Retaintivity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(Residual Magnetism)</a:t>
            </a:r>
          </a:p>
        </p:txBody>
      </p:sp>
      <p:sp>
        <p:nvSpPr>
          <p:cNvPr id="45" name="Text Box 27"/>
          <p:cNvSpPr txBox="1">
            <a:spLocks noChangeArrowheads="1"/>
          </p:cNvSpPr>
          <p:nvPr/>
        </p:nvSpPr>
        <p:spPr bwMode="auto">
          <a:xfrm>
            <a:off x="1600200" y="2133600"/>
            <a:ext cx="2743200" cy="5143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Magnetism  lost </a:t>
            </a:r>
          </a:p>
        </p:txBody>
      </p:sp>
      <p:sp>
        <p:nvSpPr>
          <p:cNvPr id="46" name="Text Box 27"/>
          <p:cNvSpPr txBox="1">
            <a:spLocks noChangeArrowheads="1"/>
          </p:cNvSpPr>
          <p:nvPr/>
        </p:nvSpPr>
        <p:spPr bwMode="auto">
          <a:xfrm>
            <a:off x="1295400" y="4514850"/>
            <a:ext cx="17526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Saturation</a:t>
            </a:r>
          </a:p>
        </p:txBody>
      </p:sp>
      <p:sp>
        <p:nvSpPr>
          <p:cNvPr id="47" name="Text Box 27"/>
          <p:cNvSpPr txBox="1">
            <a:spLocks noChangeArrowheads="1"/>
          </p:cNvSpPr>
          <p:nvPr/>
        </p:nvSpPr>
        <p:spPr bwMode="auto">
          <a:xfrm>
            <a:off x="4876800" y="3333750"/>
            <a:ext cx="2438400" cy="8191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OG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 =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Retaintivity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(Residual Magnetism)</a:t>
            </a:r>
          </a:p>
        </p:txBody>
      </p:sp>
      <p:sp>
        <p:nvSpPr>
          <p:cNvPr id="50" name="Oval 49"/>
          <p:cNvSpPr/>
          <p:nvPr/>
        </p:nvSpPr>
        <p:spPr>
          <a:xfrm>
            <a:off x="5562600" y="2228850"/>
            <a:ext cx="152400" cy="1143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6248400" y="1028700"/>
            <a:ext cx="152400" cy="1143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7391400" y="742950"/>
            <a:ext cx="152400" cy="1143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4800600" y="1485900"/>
            <a:ext cx="152400" cy="1143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3733800" y="2514600"/>
            <a:ext cx="152400" cy="1143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828800" y="4400550"/>
            <a:ext cx="152400" cy="1143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4800600" y="3429000"/>
            <a:ext cx="152400" cy="1143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5791200" y="2514600"/>
            <a:ext cx="152400" cy="1143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54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55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63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1783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0"/>
                            </p:stCondLst>
                            <p:childTnLst>
                              <p:par>
                                <p:cTn id="1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0"/>
                            </p:stCondLst>
                            <p:childTnLst>
                              <p:par>
                                <p:cTn id="2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0"/>
                            </p:stCondLst>
                            <p:childTnLst>
                              <p:par>
                                <p:cTn id="9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1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000"/>
                            </p:stCondLst>
                            <p:childTnLst>
                              <p:par>
                                <p:cTn id="12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500"/>
                            </p:stCondLst>
                            <p:childTnLst>
                              <p:par>
                                <p:cTn id="13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000"/>
                            </p:stCondLst>
                            <p:childTnLst>
                              <p:par>
                                <p:cTn id="14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500"/>
                            </p:stCondLst>
                            <p:childTnLst>
                              <p:par>
                                <p:cTn id="15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3000"/>
                            </p:stCondLst>
                            <p:childTnLst>
                              <p:par>
                                <p:cTn id="17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3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29" grpId="0" animBg="1"/>
      <p:bldP spid="30" grpId="0" animBg="1"/>
      <p:bldP spid="31" grpId="0" animBg="1"/>
      <p:bldP spid="33" grpId="0" animBg="1"/>
      <p:bldP spid="45" grpId="0" animBg="1"/>
      <p:bldP spid="46" grpId="0" animBg="1"/>
      <p:bldP spid="47" grpId="0" animBg="1"/>
      <p:bldP spid="50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171450"/>
            <a:ext cx="8077200" cy="4686300"/>
          </a:xfrm>
          <a:prstGeom prst="rect">
            <a:avLst/>
          </a:prstGeom>
          <a:solidFill>
            <a:srgbClr val="FFFFCC"/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IN" sz="2000" dirty="0" smtClean="0">
                <a:solidFill>
                  <a:schemeClr val="tx1"/>
                </a:solidFill>
              </a:rPr>
              <a:t>     </a:t>
            </a:r>
            <a:endParaRPr lang="en-IN" sz="2000" b="1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IN" sz="1600" b="1" dirty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IN" sz="1600" b="1" dirty="0" smtClean="0">
                <a:solidFill>
                  <a:schemeClr val="tx1"/>
                </a:solidFill>
              </a:rPr>
              <a:t>	</a:t>
            </a:r>
          </a:p>
        </p:txBody>
      </p:sp>
      <p:cxnSp>
        <p:nvCxnSpPr>
          <p:cNvPr id="12" name="AutoShape 34"/>
          <p:cNvCxnSpPr>
            <a:cxnSpLocks noChangeShapeType="1"/>
          </p:cNvCxnSpPr>
          <p:nvPr/>
        </p:nvCxnSpPr>
        <p:spPr bwMode="auto">
          <a:xfrm>
            <a:off x="1752600" y="2570559"/>
            <a:ext cx="6515100" cy="1191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stealth" w="lg" len="lg"/>
            <a:tailEnd type="stealth" w="lg" len="lg"/>
          </a:ln>
        </p:spPr>
      </p:cxnSp>
      <p:cxnSp>
        <p:nvCxnSpPr>
          <p:cNvPr id="15" name="AutoShape 34"/>
          <p:cNvCxnSpPr>
            <a:cxnSpLocks noChangeShapeType="1"/>
          </p:cNvCxnSpPr>
          <p:nvPr/>
        </p:nvCxnSpPr>
        <p:spPr bwMode="auto">
          <a:xfrm rot="5400000" flipH="1" flipV="1">
            <a:off x="2677319" y="2600127"/>
            <a:ext cx="4400550" cy="1588"/>
          </a:xfrm>
          <a:prstGeom prst="straightConnector1">
            <a:avLst/>
          </a:prstGeom>
          <a:noFill/>
          <a:ln w="38100">
            <a:solidFill>
              <a:srgbClr val="006600"/>
            </a:solidFill>
            <a:round/>
            <a:headEnd type="stealth" w="lg" len="lg"/>
            <a:tailEnd type="stealth" w="lg" len="lg"/>
          </a:ln>
        </p:spPr>
      </p:cxnSp>
      <p:sp>
        <p:nvSpPr>
          <p:cNvPr id="16" name="Text Box 27"/>
          <p:cNvSpPr txBox="1">
            <a:spLocks noChangeArrowheads="1"/>
          </p:cNvSpPr>
          <p:nvPr/>
        </p:nvSpPr>
        <p:spPr bwMode="auto">
          <a:xfrm>
            <a:off x="6934200" y="2628900"/>
            <a:ext cx="1981200" cy="5143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Magnetising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Force H</a:t>
            </a:r>
          </a:p>
        </p:txBody>
      </p:sp>
      <p:sp>
        <p:nvSpPr>
          <p:cNvPr id="17" name="Text Box 27"/>
          <p:cNvSpPr txBox="1">
            <a:spLocks noChangeArrowheads="1"/>
          </p:cNvSpPr>
          <p:nvPr/>
        </p:nvSpPr>
        <p:spPr bwMode="auto">
          <a:xfrm flipH="1">
            <a:off x="2667000" y="228600"/>
            <a:ext cx="2133600" cy="4000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8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Flux density B</a:t>
            </a:r>
            <a:endParaRPr kumimoji="0" lang="en-US" sz="4000" b="1" i="0" u="none" strike="noStrike" cap="none" normalizeH="0" baseline="0" dirty="0" smtClean="0">
              <a:ln>
                <a:noFill/>
              </a:ln>
              <a:solidFill>
                <a:srgbClr val="008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4737980" y="788933"/>
            <a:ext cx="2653420" cy="822653"/>
          </a:xfrm>
          <a:custGeom>
            <a:avLst/>
            <a:gdLst>
              <a:gd name="connsiteX0" fmla="*/ 2427890 w 2427890"/>
              <a:gd name="connsiteY0" fmla="*/ 0 h 1208689"/>
              <a:gd name="connsiteX1" fmla="*/ 1497725 w 2427890"/>
              <a:gd name="connsiteY1" fmla="*/ 110358 h 1208689"/>
              <a:gd name="connsiteX2" fmla="*/ 788277 w 2427890"/>
              <a:gd name="connsiteY2" fmla="*/ 457200 h 1208689"/>
              <a:gd name="connsiteX3" fmla="*/ 110359 w 2427890"/>
              <a:gd name="connsiteY3" fmla="*/ 1103586 h 1208689"/>
              <a:gd name="connsiteX4" fmla="*/ 126125 w 2427890"/>
              <a:gd name="connsiteY4" fmla="*/ 1087820 h 1208689"/>
              <a:gd name="connsiteX0" fmla="*/ 2425108 w 2425108"/>
              <a:gd name="connsiteY0" fmla="*/ 0 h 1203434"/>
              <a:gd name="connsiteX1" fmla="*/ 1494943 w 2425108"/>
              <a:gd name="connsiteY1" fmla="*/ 110358 h 1203434"/>
              <a:gd name="connsiteX2" fmla="*/ 785495 w 2425108"/>
              <a:gd name="connsiteY2" fmla="*/ 457200 h 1203434"/>
              <a:gd name="connsiteX3" fmla="*/ 107577 w 2425108"/>
              <a:gd name="connsiteY3" fmla="*/ 1103586 h 1203434"/>
              <a:gd name="connsiteX4" fmla="*/ 140035 w 2425108"/>
              <a:gd name="connsiteY4" fmla="*/ 1056289 h 1203434"/>
              <a:gd name="connsiteX0" fmla="*/ 2437009 w 2437009"/>
              <a:gd name="connsiteY0" fmla="*/ 0 h 1216134"/>
              <a:gd name="connsiteX1" fmla="*/ 1506844 w 2437009"/>
              <a:gd name="connsiteY1" fmla="*/ 110358 h 1216134"/>
              <a:gd name="connsiteX2" fmla="*/ 797396 w 2437009"/>
              <a:gd name="connsiteY2" fmla="*/ 457200 h 1216134"/>
              <a:gd name="connsiteX3" fmla="*/ 119478 w 2437009"/>
              <a:gd name="connsiteY3" fmla="*/ 1103586 h 1216134"/>
              <a:gd name="connsiteX4" fmla="*/ 80527 w 2437009"/>
              <a:gd name="connsiteY4" fmla="*/ 1132489 h 1216134"/>
              <a:gd name="connsiteX0" fmla="*/ 2419545 w 2419545"/>
              <a:gd name="connsiteY0" fmla="*/ 0 h 1192923"/>
              <a:gd name="connsiteX1" fmla="*/ 1489380 w 2419545"/>
              <a:gd name="connsiteY1" fmla="*/ 110358 h 1192923"/>
              <a:gd name="connsiteX2" fmla="*/ 779932 w 2419545"/>
              <a:gd name="connsiteY2" fmla="*/ 457200 h 1192923"/>
              <a:gd name="connsiteX3" fmla="*/ 205881 w 2419545"/>
              <a:gd name="connsiteY3" fmla="*/ 903889 h 1192923"/>
              <a:gd name="connsiteX4" fmla="*/ 102014 w 2419545"/>
              <a:gd name="connsiteY4" fmla="*/ 1103586 h 1192923"/>
              <a:gd name="connsiteX5" fmla="*/ 63063 w 2419545"/>
              <a:gd name="connsiteY5" fmla="*/ 1132489 h 1192923"/>
              <a:gd name="connsiteX0" fmla="*/ 2490953 w 2490953"/>
              <a:gd name="connsiteY0" fmla="*/ 0 h 1192924"/>
              <a:gd name="connsiteX1" fmla="*/ 1560788 w 2490953"/>
              <a:gd name="connsiteY1" fmla="*/ 110358 h 1192924"/>
              <a:gd name="connsiteX2" fmla="*/ 851340 w 2490953"/>
              <a:gd name="connsiteY2" fmla="*/ 457200 h 1192924"/>
              <a:gd name="connsiteX3" fmla="*/ 277289 w 2490953"/>
              <a:gd name="connsiteY3" fmla="*/ 903889 h 1192924"/>
              <a:gd name="connsiteX4" fmla="*/ 173422 w 2490953"/>
              <a:gd name="connsiteY4" fmla="*/ 1103586 h 1192924"/>
              <a:gd name="connsiteX5" fmla="*/ 63063 w 2490953"/>
              <a:gd name="connsiteY5" fmla="*/ 1132490 h 1192924"/>
              <a:gd name="connsiteX0" fmla="*/ 2490953 w 2490953"/>
              <a:gd name="connsiteY0" fmla="*/ 0 h 1192924"/>
              <a:gd name="connsiteX1" fmla="*/ 1560788 w 2490953"/>
              <a:gd name="connsiteY1" fmla="*/ 110358 h 1192924"/>
              <a:gd name="connsiteX2" fmla="*/ 851340 w 2490953"/>
              <a:gd name="connsiteY2" fmla="*/ 457200 h 1192924"/>
              <a:gd name="connsiteX3" fmla="*/ 277289 w 2490953"/>
              <a:gd name="connsiteY3" fmla="*/ 903889 h 1192924"/>
              <a:gd name="connsiteX4" fmla="*/ 63063 w 2490953"/>
              <a:gd name="connsiteY4" fmla="*/ 1132489 h 1192924"/>
              <a:gd name="connsiteX5" fmla="*/ 63063 w 2490953"/>
              <a:gd name="connsiteY5" fmla="*/ 1132490 h 1192924"/>
              <a:gd name="connsiteX0" fmla="*/ 2451693 w 2451693"/>
              <a:gd name="connsiteY0" fmla="*/ 0 h 1145189"/>
              <a:gd name="connsiteX1" fmla="*/ 1521528 w 2451693"/>
              <a:gd name="connsiteY1" fmla="*/ 110358 h 1145189"/>
              <a:gd name="connsiteX2" fmla="*/ 812080 w 2451693"/>
              <a:gd name="connsiteY2" fmla="*/ 457200 h 1145189"/>
              <a:gd name="connsiteX3" fmla="*/ 238029 w 2451693"/>
              <a:gd name="connsiteY3" fmla="*/ 903889 h 1145189"/>
              <a:gd name="connsiteX4" fmla="*/ 23803 w 2451693"/>
              <a:gd name="connsiteY4" fmla="*/ 1132489 h 1145189"/>
              <a:gd name="connsiteX5" fmla="*/ 95211 w 2451693"/>
              <a:gd name="connsiteY5" fmla="*/ 980089 h 1145189"/>
              <a:gd name="connsiteX0" fmla="*/ 2451693 w 2451693"/>
              <a:gd name="connsiteY0" fmla="*/ 0 h 1157889"/>
              <a:gd name="connsiteX1" fmla="*/ 1521528 w 2451693"/>
              <a:gd name="connsiteY1" fmla="*/ 110358 h 1157889"/>
              <a:gd name="connsiteX2" fmla="*/ 812080 w 2451693"/>
              <a:gd name="connsiteY2" fmla="*/ 457200 h 1157889"/>
              <a:gd name="connsiteX3" fmla="*/ 238029 w 2451693"/>
              <a:gd name="connsiteY3" fmla="*/ 903889 h 1157889"/>
              <a:gd name="connsiteX4" fmla="*/ 23803 w 2451693"/>
              <a:gd name="connsiteY4" fmla="*/ 1132489 h 1157889"/>
              <a:gd name="connsiteX5" fmla="*/ 95211 w 2451693"/>
              <a:gd name="connsiteY5" fmla="*/ 1056290 h 1157889"/>
              <a:gd name="connsiteX0" fmla="*/ 2475496 w 2475496"/>
              <a:gd name="connsiteY0" fmla="*/ 0 h 1116724"/>
              <a:gd name="connsiteX1" fmla="*/ 1545331 w 2475496"/>
              <a:gd name="connsiteY1" fmla="*/ 110358 h 1116724"/>
              <a:gd name="connsiteX2" fmla="*/ 835883 w 2475496"/>
              <a:gd name="connsiteY2" fmla="*/ 457200 h 1116724"/>
              <a:gd name="connsiteX3" fmla="*/ 261832 w 2475496"/>
              <a:gd name="connsiteY3" fmla="*/ 903889 h 1116724"/>
              <a:gd name="connsiteX4" fmla="*/ 23803 w 2475496"/>
              <a:gd name="connsiteY4" fmla="*/ 1081689 h 1116724"/>
              <a:gd name="connsiteX5" fmla="*/ 119014 w 2475496"/>
              <a:gd name="connsiteY5" fmla="*/ 1056290 h 1116724"/>
              <a:gd name="connsiteX0" fmla="*/ 2472971 w 2472971"/>
              <a:gd name="connsiteY0" fmla="*/ 0 h 1116724"/>
              <a:gd name="connsiteX1" fmla="*/ 1542806 w 2472971"/>
              <a:gd name="connsiteY1" fmla="*/ 110358 h 1116724"/>
              <a:gd name="connsiteX2" fmla="*/ 833358 w 2472971"/>
              <a:gd name="connsiteY2" fmla="*/ 457200 h 1116724"/>
              <a:gd name="connsiteX3" fmla="*/ 244159 w 2472971"/>
              <a:gd name="connsiteY3" fmla="*/ 929289 h 1116724"/>
              <a:gd name="connsiteX4" fmla="*/ 21278 w 2472971"/>
              <a:gd name="connsiteY4" fmla="*/ 1081689 h 1116724"/>
              <a:gd name="connsiteX5" fmla="*/ 116489 w 2472971"/>
              <a:gd name="connsiteY5" fmla="*/ 1056290 h 1116724"/>
              <a:gd name="connsiteX0" fmla="*/ 2587040 w 2587040"/>
              <a:gd name="connsiteY0" fmla="*/ 0 h 1116724"/>
              <a:gd name="connsiteX1" fmla="*/ 1656875 w 2587040"/>
              <a:gd name="connsiteY1" fmla="*/ 110358 h 1116724"/>
              <a:gd name="connsiteX2" fmla="*/ 947427 w 2587040"/>
              <a:gd name="connsiteY2" fmla="*/ 457200 h 1116724"/>
              <a:gd name="connsiteX3" fmla="*/ 135347 w 2587040"/>
              <a:gd name="connsiteY3" fmla="*/ 1005489 h 1116724"/>
              <a:gd name="connsiteX4" fmla="*/ 135347 w 2587040"/>
              <a:gd name="connsiteY4" fmla="*/ 1081689 h 1116724"/>
              <a:gd name="connsiteX5" fmla="*/ 230558 w 2587040"/>
              <a:gd name="connsiteY5" fmla="*/ 1056290 h 1116724"/>
              <a:gd name="connsiteX0" fmla="*/ 2587040 w 2587040"/>
              <a:gd name="connsiteY0" fmla="*/ 0 h 1109571"/>
              <a:gd name="connsiteX1" fmla="*/ 1656875 w 2587040"/>
              <a:gd name="connsiteY1" fmla="*/ 110358 h 1109571"/>
              <a:gd name="connsiteX2" fmla="*/ 947427 w 2587040"/>
              <a:gd name="connsiteY2" fmla="*/ 457200 h 1109571"/>
              <a:gd name="connsiteX3" fmla="*/ 135347 w 2587040"/>
              <a:gd name="connsiteY3" fmla="*/ 1005489 h 1109571"/>
              <a:gd name="connsiteX4" fmla="*/ 135347 w 2587040"/>
              <a:gd name="connsiteY4" fmla="*/ 1081689 h 1109571"/>
              <a:gd name="connsiteX5" fmla="*/ 135347 w 2587040"/>
              <a:gd name="connsiteY5" fmla="*/ 1005489 h 1109571"/>
              <a:gd name="connsiteX0" fmla="*/ 2587040 w 2587040"/>
              <a:gd name="connsiteY0" fmla="*/ 0 h 1096871"/>
              <a:gd name="connsiteX1" fmla="*/ 1656875 w 2587040"/>
              <a:gd name="connsiteY1" fmla="*/ 110358 h 1096871"/>
              <a:gd name="connsiteX2" fmla="*/ 947427 w 2587040"/>
              <a:gd name="connsiteY2" fmla="*/ 457200 h 1096871"/>
              <a:gd name="connsiteX3" fmla="*/ 135347 w 2587040"/>
              <a:gd name="connsiteY3" fmla="*/ 1005489 h 1096871"/>
              <a:gd name="connsiteX4" fmla="*/ 135347 w 2587040"/>
              <a:gd name="connsiteY4" fmla="*/ 1005490 h 1096871"/>
              <a:gd name="connsiteX5" fmla="*/ 135347 w 2587040"/>
              <a:gd name="connsiteY5" fmla="*/ 1005489 h 109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87040" h="1096871">
                <a:moveTo>
                  <a:pt x="2587040" y="0"/>
                </a:moveTo>
                <a:cubicBezTo>
                  <a:pt x="2258592" y="17079"/>
                  <a:pt x="1930144" y="34158"/>
                  <a:pt x="1656875" y="110358"/>
                </a:cubicBezTo>
                <a:cubicBezTo>
                  <a:pt x="1383606" y="186558"/>
                  <a:pt x="1201015" y="308012"/>
                  <a:pt x="947427" y="457200"/>
                </a:cubicBezTo>
                <a:cubicBezTo>
                  <a:pt x="693839" y="606388"/>
                  <a:pt x="270694" y="914107"/>
                  <a:pt x="135347" y="1005489"/>
                </a:cubicBezTo>
                <a:cubicBezTo>
                  <a:pt x="0" y="1096871"/>
                  <a:pt x="135347" y="1005490"/>
                  <a:pt x="135347" y="1005490"/>
                </a:cubicBezTo>
                <a:cubicBezTo>
                  <a:pt x="135347" y="1005490"/>
                  <a:pt x="72284" y="1065923"/>
                  <a:pt x="135347" y="1005489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1828800" y="3438525"/>
            <a:ext cx="3123324" cy="1019176"/>
          </a:xfrm>
          <a:custGeom>
            <a:avLst/>
            <a:gdLst>
              <a:gd name="connsiteX0" fmla="*/ 0 w 3205656"/>
              <a:gd name="connsiteY0" fmla="*/ 1382111 h 1408387"/>
              <a:gd name="connsiteX1" fmla="*/ 977463 w 3205656"/>
              <a:gd name="connsiteY1" fmla="*/ 1319049 h 1408387"/>
              <a:gd name="connsiteX2" fmla="*/ 2207173 w 3205656"/>
              <a:gd name="connsiteY2" fmla="*/ 846083 h 1408387"/>
              <a:gd name="connsiteX3" fmla="*/ 3058511 w 3205656"/>
              <a:gd name="connsiteY3" fmla="*/ 120869 h 1408387"/>
              <a:gd name="connsiteX4" fmla="*/ 3090042 w 3205656"/>
              <a:gd name="connsiteY4" fmla="*/ 120869 h 1408387"/>
              <a:gd name="connsiteX5" fmla="*/ 3105807 w 3205656"/>
              <a:gd name="connsiteY5" fmla="*/ 152400 h 1408387"/>
              <a:gd name="connsiteX0" fmla="*/ 0 w 3139090"/>
              <a:gd name="connsiteY0" fmla="*/ 1345325 h 1371601"/>
              <a:gd name="connsiteX1" fmla="*/ 977463 w 3139090"/>
              <a:gd name="connsiteY1" fmla="*/ 1282263 h 1371601"/>
              <a:gd name="connsiteX2" fmla="*/ 2207173 w 3139090"/>
              <a:gd name="connsiteY2" fmla="*/ 809297 h 1371601"/>
              <a:gd name="connsiteX3" fmla="*/ 2606566 w 3139090"/>
              <a:gd name="connsiteY3" fmla="*/ 588580 h 1371601"/>
              <a:gd name="connsiteX4" fmla="*/ 3058511 w 3139090"/>
              <a:gd name="connsiteY4" fmla="*/ 84083 h 1371601"/>
              <a:gd name="connsiteX5" fmla="*/ 3090042 w 3139090"/>
              <a:gd name="connsiteY5" fmla="*/ 84083 h 1371601"/>
              <a:gd name="connsiteX6" fmla="*/ 3105807 w 3139090"/>
              <a:gd name="connsiteY6" fmla="*/ 115614 h 1371601"/>
              <a:gd name="connsiteX0" fmla="*/ 0 w 3139090"/>
              <a:gd name="connsiteY0" fmla="*/ 1332625 h 1358901"/>
              <a:gd name="connsiteX1" fmla="*/ 977463 w 3139090"/>
              <a:gd name="connsiteY1" fmla="*/ 1269563 h 1358901"/>
              <a:gd name="connsiteX2" fmla="*/ 2207173 w 3139090"/>
              <a:gd name="connsiteY2" fmla="*/ 796597 h 1358901"/>
              <a:gd name="connsiteX3" fmla="*/ 2606566 w 3139090"/>
              <a:gd name="connsiteY3" fmla="*/ 499680 h 1358901"/>
              <a:gd name="connsiteX4" fmla="*/ 3058511 w 3139090"/>
              <a:gd name="connsiteY4" fmla="*/ 71383 h 1358901"/>
              <a:gd name="connsiteX5" fmla="*/ 3090042 w 3139090"/>
              <a:gd name="connsiteY5" fmla="*/ 71383 h 1358901"/>
              <a:gd name="connsiteX6" fmla="*/ 3105807 w 3139090"/>
              <a:gd name="connsiteY6" fmla="*/ 102914 h 1358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39090" h="1358901">
                <a:moveTo>
                  <a:pt x="0" y="1332625"/>
                </a:moveTo>
                <a:cubicBezTo>
                  <a:pt x="304800" y="1345763"/>
                  <a:pt x="609601" y="1358901"/>
                  <a:pt x="977463" y="1269563"/>
                </a:cubicBezTo>
                <a:cubicBezTo>
                  <a:pt x="1345325" y="1180225"/>
                  <a:pt x="1935656" y="924911"/>
                  <a:pt x="2207173" y="796597"/>
                </a:cubicBezTo>
                <a:cubicBezTo>
                  <a:pt x="2478690" y="668283"/>
                  <a:pt x="2464676" y="620549"/>
                  <a:pt x="2606566" y="499680"/>
                </a:cubicBezTo>
                <a:cubicBezTo>
                  <a:pt x="2748456" y="378811"/>
                  <a:pt x="2977932" y="142766"/>
                  <a:pt x="3058511" y="71383"/>
                </a:cubicBezTo>
                <a:cubicBezTo>
                  <a:pt x="3139090" y="0"/>
                  <a:pt x="3082159" y="66128"/>
                  <a:pt x="3090042" y="71383"/>
                </a:cubicBezTo>
                <a:cubicBezTo>
                  <a:pt x="3097925" y="76638"/>
                  <a:pt x="3101866" y="89776"/>
                  <a:pt x="3105807" y="102914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/>
        </p:nvSpPr>
        <p:spPr>
          <a:xfrm>
            <a:off x="4876802" y="800100"/>
            <a:ext cx="2514599" cy="2686050"/>
          </a:xfrm>
          <a:custGeom>
            <a:avLst/>
            <a:gdLst>
              <a:gd name="connsiteX0" fmla="*/ 0 w 2459421"/>
              <a:gd name="connsiteY0" fmla="*/ 3358055 h 3358055"/>
              <a:gd name="connsiteX1" fmla="*/ 993228 w 2459421"/>
              <a:gd name="connsiteY1" fmla="*/ 2317531 h 3358055"/>
              <a:gd name="connsiteX2" fmla="*/ 1639614 w 2459421"/>
              <a:gd name="connsiteY2" fmla="*/ 914400 h 3358055"/>
              <a:gd name="connsiteX3" fmla="*/ 1828800 w 2459421"/>
              <a:gd name="connsiteY3" fmla="*/ 457200 h 3358055"/>
              <a:gd name="connsiteX4" fmla="*/ 2096814 w 2459421"/>
              <a:gd name="connsiteY4" fmla="*/ 78828 h 3358055"/>
              <a:gd name="connsiteX5" fmla="*/ 2459421 w 2459421"/>
              <a:gd name="connsiteY5" fmla="*/ 0 h 3358055"/>
              <a:gd name="connsiteX0" fmla="*/ 0 w 2459421"/>
              <a:gd name="connsiteY0" fmla="*/ 3358055 h 3358055"/>
              <a:gd name="connsiteX1" fmla="*/ 993228 w 2459421"/>
              <a:gd name="connsiteY1" fmla="*/ 2317531 h 3358055"/>
              <a:gd name="connsiteX2" fmla="*/ 1639614 w 2459421"/>
              <a:gd name="connsiteY2" fmla="*/ 914400 h 3358055"/>
              <a:gd name="connsiteX3" fmla="*/ 1828800 w 2459421"/>
              <a:gd name="connsiteY3" fmla="*/ 457200 h 3358055"/>
              <a:gd name="connsiteX4" fmla="*/ 2133600 w 2459421"/>
              <a:gd name="connsiteY4" fmla="*/ 142896 h 3358055"/>
              <a:gd name="connsiteX5" fmla="*/ 2459421 w 2459421"/>
              <a:gd name="connsiteY5" fmla="*/ 0 h 3358055"/>
              <a:gd name="connsiteX0" fmla="*/ 0 w 2514600"/>
              <a:gd name="connsiteY0" fmla="*/ 3286607 h 3286607"/>
              <a:gd name="connsiteX1" fmla="*/ 993228 w 2514600"/>
              <a:gd name="connsiteY1" fmla="*/ 2246083 h 3286607"/>
              <a:gd name="connsiteX2" fmla="*/ 1639614 w 2514600"/>
              <a:gd name="connsiteY2" fmla="*/ 842952 h 3286607"/>
              <a:gd name="connsiteX3" fmla="*/ 1828800 w 2514600"/>
              <a:gd name="connsiteY3" fmla="*/ 385752 h 3286607"/>
              <a:gd name="connsiteX4" fmla="*/ 2133600 w 2514600"/>
              <a:gd name="connsiteY4" fmla="*/ 71448 h 3286607"/>
              <a:gd name="connsiteX5" fmla="*/ 2514600 w 2514600"/>
              <a:gd name="connsiteY5" fmla="*/ 0 h 3286607"/>
              <a:gd name="connsiteX0" fmla="*/ 0 w 2590799"/>
              <a:gd name="connsiteY0" fmla="*/ 3358055 h 3358055"/>
              <a:gd name="connsiteX1" fmla="*/ 993228 w 2590799"/>
              <a:gd name="connsiteY1" fmla="*/ 2317531 h 3358055"/>
              <a:gd name="connsiteX2" fmla="*/ 1639614 w 2590799"/>
              <a:gd name="connsiteY2" fmla="*/ 914400 h 3358055"/>
              <a:gd name="connsiteX3" fmla="*/ 1828800 w 2590799"/>
              <a:gd name="connsiteY3" fmla="*/ 457200 h 3358055"/>
              <a:gd name="connsiteX4" fmla="*/ 2133600 w 2590799"/>
              <a:gd name="connsiteY4" fmla="*/ 142896 h 3358055"/>
              <a:gd name="connsiteX5" fmla="*/ 2590799 w 2590799"/>
              <a:gd name="connsiteY5" fmla="*/ 0 h 335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0799" h="3358055">
                <a:moveTo>
                  <a:pt x="0" y="3358055"/>
                </a:moveTo>
                <a:cubicBezTo>
                  <a:pt x="359979" y="3041431"/>
                  <a:pt x="719959" y="2724807"/>
                  <a:pt x="993228" y="2317531"/>
                </a:cubicBezTo>
                <a:cubicBezTo>
                  <a:pt x="1266497" y="1910255"/>
                  <a:pt x="1500352" y="1224455"/>
                  <a:pt x="1639614" y="914400"/>
                </a:cubicBezTo>
                <a:cubicBezTo>
                  <a:pt x="1778876" y="604345"/>
                  <a:pt x="1746469" y="585784"/>
                  <a:pt x="1828800" y="457200"/>
                </a:cubicBezTo>
                <a:cubicBezTo>
                  <a:pt x="1911131" y="328616"/>
                  <a:pt x="2006600" y="219096"/>
                  <a:pt x="2133600" y="142896"/>
                </a:cubicBezTo>
                <a:cubicBezTo>
                  <a:pt x="2260600" y="66696"/>
                  <a:pt x="2462047" y="1314"/>
                  <a:pt x="2590799" y="0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1828800" y="2571750"/>
            <a:ext cx="1981200" cy="1885950"/>
          </a:xfrm>
          <a:custGeom>
            <a:avLst/>
            <a:gdLst>
              <a:gd name="connsiteX0" fmla="*/ 2364828 w 2364828"/>
              <a:gd name="connsiteY0" fmla="*/ 0 h 2525110"/>
              <a:gd name="connsiteX1" fmla="*/ 1592318 w 2364828"/>
              <a:gd name="connsiteY1" fmla="*/ 1434662 h 2525110"/>
              <a:gd name="connsiteX2" fmla="*/ 867104 w 2364828"/>
              <a:gd name="connsiteY2" fmla="*/ 2301766 h 2525110"/>
              <a:gd name="connsiteX3" fmla="*/ 346842 w 2364828"/>
              <a:gd name="connsiteY3" fmla="*/ 2490952 h 2525110"/>
              <a:gd name="connsiteX4" fmla="*/ 0 w 2364828"/>
              <a:gd name="connsiteY4" fmla="*/ 2506717 h 2525110"/>
              <a:gd name="connsiteX0" fmla="*/ 2364828 w 2364828"/>
              <a:gd name="connsiteY0" fmla="*/ 0 h 2559268"/>
              <a:gd name="connsiteX1" fmla="*/ 1592318 w 2364828"/>
              <a:gd name="connsiteY1" fmla="*/ 1434662 h 2559268"/>
              <a:gd name="connsiteX2" fmla="*/ 867104 w 2364828"/>
              <a:gd name="connsiteY2" fmla="*/ 2301766 h 2559268"/>
              <a:gd name="connsiteX3" fmla="*/ 244637 w 2364828"/>
              <a:gd name="connsiteY3" fmla="*/ 2525110 h 2559268"/>
              <a:gd name="connsiteX4" fmla="*/ 0 w 2364828"/>
              <a:gd name="connsiteY4" fmla="*/ 2506717 h 2559268"/>
              <a:gd name="connsiteX0" fmla="*/ 2364828 w 2364828"/>
              <a:gd name="connsiteY0" fmla="*/ 0 h 2692125"/>
              <a:gd name="connsiteX1" fmla="*/ 1592318 w 2364828"/>
              <a:gd name="connsiteY1" fmla="*/ 1434662 h 2692125"/>
              <a:gd name="connsiteX2" fmla="*/ 867104 w 2364828"/>
              <a:gd name="connsiteY2" fmla="*/ 2301766 h 2692125"/>
              <a:gd name="connsiteX3" fmla="*/ 244637 w 2364828"/>
              <a:gd name="connsiteY3" fmla="*/ 2525110 h 2692125"/>
              <a:gd name="connsiteX4" fmla="*/ 0 w 2364828"/>
              <a:gd name="connsiteY4" fmla="*/ 2682929 h 2692125"/>
              <a:gd name="connsiteX0" fmla="*/ 2364828 w 2364828"/>
              <a:gd name="connsiteY0" fmla="*/ 0 h 2562334"/>
              <a:gd name="connsiteX1" fmla="*/ 1592318 w 2364828"/>
              <a:gd name="connsiteY1" fmla="*/ 1434662 h 2562334"/>
              <a:gd name="connsiteX2" fmla="*/ 867104 w 2364828"/>
              <a:gd name="connsiteY2" fmla="*/ 2301766 h 2562334"/>
              <a:gd name="connsiteX3" fmla="*/ 244637 w 2364828"/>
              <a:gd name="connsiteY3" fmla="*/ 2525110 h 2562334"/>
              <a:gd name="connsiteX4" fmla="*/ 0 w 2364828"/>
              <a:gd name="connsiteY4" fmla="*/ 2525109 h 2562334"/>
              <a:gd name="connsiteX0" fmla="*/ 2277242 w 2277242"/>
              <a:gd name="connsiteY0" fmla="*/ 0 h 2562334"/>
              <a:gd name="connsiteX1" fmla="*/ 1592318 w 2277242"/>
              <a:gd name="connsiteY1" fmla="*/ 1434662 h 2562334"/>
              <a:gd name="connsiteX2" fmla="*/ 867104 w 2277242"/>
              <a:gd name="connsiteY2" fmla="*/ 2301766 h 2562334"/>
              <a:gd name="connsiteX3" fmla="*/ 244637 w 2277242"/>
              <a:gd name="connsiteY3" fmla="*/ 2525110 h 2562334"/>
              <a:gd name="connsiteX4" fmla="*/ 0 w 2277242"/>
              <a:gd name="connsiteY4" fmla="*/ 2525109 h 2562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7242" h="2562334">
                <a:moveTo>
                  <a:pt x="2277242" y="0"/>
                </a:moveTo>
                <a:cubicBezTo>
                  <a:pt x="2015797" y="525517"/>
                  <a:pt x="1827341" y="1051034"/>
                  <a:pt x="1592318" y="1434662"/>
                </a:cubicBezTo>
                <a:cubicBezTo>
                  <a:pt x="1357295" y="1818290"/>
                  <a:pt x="1091718" y="2120025"/>
                  <a:pt x="867104" y="2301766"/>
                </a:cubicBezTo>
                <a:cubicBezTo>
                  <a:pt x="642491" y="2483507"/>
                  <a:pt x="389154" y="2487886"/>
                  <a:pt x="244637" y="2525110"/>
                </a:cubicBezTo>
                <a:cubicBezTo>
                  <a:pt x="100120" y="2562334"/>
                  <a:pt x="101162" y="2534305"/>
                  <a:pt x="0" y="2525109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4871546" y="2163817"/>
            <a:ext cx="804041" cy="407933"/>
          </a:xfrm>
          <a:custGeom>
            <a:avLst/>
            <a:gdLst>
              <a:gd name="connsiteX0" fmla="*/ 0 w 804041"/>
              <a:gd name="connsiteY0" fmla="*/ 504496 h 504496"/>
              <a:gd name="connsiteX1" fmla="*/ 567558 w 804041"/>
              <a:gd name="connsiteY1" fmla="*/ 346841 h 504496"/>
              <a:gd name="connsiteX2" fmla="*/ 804041 w 804041"/>
              <a:gd name="connsiteY2" fmla="*/ 0 h 504496"/>
              <a:gd name="connsiteX3" fmla="*/ 804041 w 804041"/>
              <a:gd name="connsiteY3" fmla="*/ 0 h 504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4041" h="504496">
                <a:moveTo>
                  <a:pt x="0" y="504496"/>
                </a:moveTo>
                <a:cubicBezTo>
                  <a:pt x="216775" y="467710"/>
                  <a:pt x="433551" y="430924"/>
                  <a:pt x="567558" y="346841"/>
                </a:cubicBezTo>
                <a:cubicBezTo>
                  <a:pt x="701565" y="262758"/>
                  <a:pt x="804041" y="0"/>
                  <a:pt x="804041" y="0"/>
                </a:cubicBezTo>
                <a:lnTo>
                  <a:pt x="804041" y="0"/>
                </a:lnTo>
              </a:path>
            </a:pathLst>
          </a:cu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5638800" y="1143000"/>
            <a:ext cx="685800" cy="1085850"/>
          </a:xfrm>
          <a:custGeom>
            <a:avLst/>
            <a:gdLst>
              <a:gd name="connsiteX0" fmla="*/ 0 w 599090"/>
              <a:gd name="connsiteY0" fmla="*/ 1324303 h 1324303"/>
              <a:gd name="connsiteX1" fmla="*/ 599090 w 599090"/>
              <a:gd name="connsiteY1" fmla="*/ 0 h 1324303"/>
              <a:gd name="connsiteX0" fmla="*/ 0 w 599090"/>
              <a:gd name="connsiteY0" fmla="*/ 1397875 h 1397875"/>
              <a:gd name="connsiteX1" fmla="*/ 599090 w 599090"/>
              <a:gd name="connsiteY1" fmla="*/ 0 h 139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99090" h="1397875">
                <a:moveTo>
                  <a:pt x="0" y="1397875"/>
                </a:moveTo>
                <a:lnTo>
                  <a:pt x="599090" y="0"/>
                </a:lnTo>
              </a:path>
            </a:pathLst>
          </a:cu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1"/>
          <p:cNvSpPr/>
          <p:nvPr/>
        </p:nvSpPr>
        <p:spPr>
          <a:xfrm>
            <a:off x="3810000" y="1448238"/>
            <a:ext cx="1189858" cy="1123512"/>
          </a:xfrm>
          <a:custGeom>
            <a:avLst/>
            <a:gdLst>
              <a:gd name="connsiteX0" fmla="*/ 1056289 w 1056289"/>
              <a:gd name="connsiteY0" fmla="*/ 0 h 1340069"/>
              <a:gd name="connsiteX1" fmla="*/ 236482 w 1056289"/>
              <a:gd name="connsiteY1" fmla="*/ 740979 h 1340069"/>
              <a:gd name="connsiteX2" fmla="*/ 0 w 1056289"/>
              <a:gd name="connsiteY2" fmla="*/ 1340069 h 1340069"/>
              <a:gd name="connsiteX3" fmla="*/ 0 w 1056289"/>
              <a:gd name="connsiteY3" fmla="*/ 1340069 h 1340069"/>
              <a:gd name="connsiteX4" fmla="*/ 0 w 1056289"/>
              <a:gd name="connsiteY4" fmla="*/ 1340069 h 1340069"/>
              <a:gd name="connsiteX0" fmla="*/ 1056289 w 1056289"/>
              <a:gd name="connsiteY0" fmla="*/ 0 h 1340069"/>
              <a:gd name="connsiteX1" fmla="*/ 315310 w 1056289"/>
              <a:gd name="connsiteY1" fmla="*/ 722586 h 1340069"/>
              <a:gd name="connsiteX2" fmla="*/ 0 w 1056289"/>
              <a:gd name="connsiteY2" fmla="*/ 1340069 h 1340069"/>
              <a:gd name="connsiteX3" fmla="*/ 0 w 1056289"/>
              <a:gd name="connsiteY3" fmla="*/ 1340069 h 1340069"/>
              <a:gd name="connsiteX4" fmla="*/ 0 w 1056289"/>
              <a:gd name="connsiteY4" fmla="*/ 1340069 h 1340069"/>
              <a:gd name="connsiteX0" fmla="*/ 1056289 w 1056289"/>
              <a:gd name="connsiteY0" fmla="*/ 0 h 1340069"/>
              <a:gd name="connsiteX1" fmla="*/ 391510 w 1056289"/>
              <a:gd name="connsiteY1" fmla="*/ 722586 h 1340069"/>
              <a:gd name="connsiteX2" fmla="*/ 0 w 1056289"/>
              <a:gd name="connsiteY2" fmla="*/ 1340069 h 1340069"/>
              <a:gd name="connsiteX3" fmla="*/ 0 w 1056289"/>
              <a:gd name="connsiteY3" fmla="*/ 1340069 h 1340069"/>
              <a:gd name="connsiteX4" fmla="*/ 0 w 1056289"/>
              <a:gd name="connsiteY4" fmla="*/ 1340069 h 1340069"/>
              <a:gd name="connsiteX0" fmla="*/ 1001110 w 1001110"/>
              <a:gd name="connsiteY0" fmla="*/ 0 h 1227083"/>
              <a:gd name="connsiteX1" fmla="*/ 391510 w 1001110"/>
              <a:gd name="connsiteY1" fmla="*/ 609600 h 1227083"/>
              <a:gd name="connsiteX2" fmla="*/ 0 w 1001110"/>
              <a:gd name="connsiteY2" fmla="*/ 1227083 h 1227083"/>
              <a:gd name="connsiteX3" fmla="*/ 0 w 1001110"/>
              <a:gd name="connsiteY3" fmla="*/ 1227083 h 1227083"/>
              <a:gd name="connsiteX4" fmla="*/ 0 w 1001110"/>
              <a:gd name="connsiteY4" fmla="*/ 1227083 h 1227083"/>
              <a:gd name="connsiteX0" fmla="*/ 1001110 w 1178910"/>
              <a:gd name="connsiteY0" fmla="*/ 254000 h 1481083"/>
              <a:gd name="connsiteX1" fmla="*/ 1077310 w 1178910"/>
              <a:gd name="connsiteY1" fmla="*/ 101600 h 1481083"/>
              <a:gd name="connsiteX2" fmla="*/ 391510 w 1178910"/>
              <a:gd name="connsiteY2" fmla="*/ 863600 h 1481083"/>
              <a:gd name="connsiteX3" fmla="*/ 0 w 1178910"/>
              <a:gd name="connsiteY3" fmla="*/ 1481083 h 1481083"/>
              <a:gd name="connsiteX4" fmla="*/ 0 w 1178910"/>
              <a:gd name="connsiteY4" fmla="*/ 1481083 h 1481083"/>
              <a:gd name="connsiteX5" fmla="*/ 0 w 1178910"/>
              <a:gd name="connsiteY5" fmla="*/ 1481083 h 1481083"/>
              <a:gd name="connsiteX0" fmla="*/ 1066800 w 1189858"/>
              <a:gd name="connsiteY0" fmla="*/ 169333 h 1498016"/>
              <a:gd name="connsiteX1" fmla="*/ 1077310 w 1189858"/>
              <a:gd name="connsiteY1" fmla="*/ 118533 h 1498016"/>
              <a:gd name="connsiteX2" fmla="*/ 391510 w 1189858"/>
              <a:gd name="connsiteY2" fmla="*/ 880533 h 1498016"/>
              <a:gd name="connsiteX3" fmla="*/ 0 w 1189858"/>
              <a:gd name="connsiteY3" fmla="*/ 1498016 h 1498016"/>
              <a:gd name="connsiteX4" fmla="*/ 0 w 1189858"/>
              <a:gd name="connsiteY4" fmla="*/ 1498016 h 1498016"/>
              <a:gd name="connsiteX5" fmla="*/ 0 w 1189858"/>
              <a:gd name="connsiteY5" fmla="*/ 1498016 h 1498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9858" h="1498016">
                <a:moveTo>
                  <a:pt x="1066800" y="169333"/>
                </a:moveTo>
                <a:cubicBezTo>
                  <a:pt x="1065486" y="168895"/>
                  <a:pt x="1189858" y="0"/>
                  <a:pt x="1077310" y="118533"/>
                </a:cubicBezTo>
                <a:cubicBezTo>
                  <a:pt x="964762" y="237066"/>
                  <a:pt x="571062" y="650619"/>
                  <a:pt x="391510" y="880533"/>
                </a:cubicBezTo>
                <a:cubicBezTo>
                  <a:pt x="211958" y="1110447"/>
                  <a:pt x="52552" y="1395102"/>
                  <a:pt x="0" y="1498016"/>
                </a:cubicBezTo>
                <a:lnTo>
                  <a:pt x="0" y="1498016"/>
                </a:lnTo>
                <a:lnTo>
                  <a:pt x="0" y="1498016"/>
                </a:ln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6318914" y="788159"/>
            <a:ext cx="1105469" cy="358253"/>
          </a:xfrm>
          <a:custGeom>
            <a:avLst/>
            <a:gdLst>
              <a:gd name="connsiteX0" fmla="*/ 0 w 1105469"/>
              <a:gd name="connsiteY0" fmla="*/ 477671 h 477671"/>
              <a:gd name="connsiteX1" fmla="*/ 177421 w 1105469"/>
              <a:gd name="connsiteY1" fmla="*/ 245659 h 477671"/>
              <a:gd name="connsiteX2" fmla="*/ 464024 w 1105469"/>
              <a:gd name="connsiteY2" fmla="*/ 109182 h 477671"/>
              <a:gd name="connsiteX3" fmla="*/ 1105469 w 1105469"/>
              <a:gd name="connsiteY3" fmla="*/ 0 h 477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469" h="477671">
                <a:moveTo>
                  <a:pt x="0" y="477671"/>
                </a:moveTo>
                <a:cubicBezTo>
                  <a:pt x="50042" y="392372"/>
                  <a:pt x="100084" y="307074"/>
                  <a:pt x="177421" y="245659"/>
                </a:cubicBezTo>
                <a:cubicBezTo>
                  <a:pt x="254758" y="184244"/>
                  <a:pt x="309349" y="150125"/>
                  <a:pt x="464024" y="109182"/>
                </a:cubicBezTo>
                <a:cubicBezTo>
                  <a:pt x="618699" y="68239"/>
                  <a:pt x="862084" y="34119"/>
                  <a:pt x="1105469" y="0"/>
                </a:cubicBezTo>
              </a:path>
            </a:pathLst>
          </a:cu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Box 27"/>
          <p:cNvSpPr txBox="1">
            <a:spLocks noChangeArrowheads="1"/>
          </p:cNvSpPr>
          <p:nvPr/>
        </p:nvSpPr>
        <p:spPr bwMode="auto">
          <a:xfrm>
            <a:off x="6172200" y="3771900"/>
            <a:ext cx="2286000" cy="5143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B-H Curve</a:t>
            </a:r>
          </a:p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Hysteresis Loop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Text Box 27"/>
          <p:cNvSpPr txBox="1">
            <a:spLocks noChangeArrowheads="1"/>
          </p:cNvSpPr>
          <p:nvPr/>
        </p:nvSpPr>
        <p:spPr bwMode="auto">
          <a:xfrm>
            <a:off x="4419600" y="262890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O</a:t>
            </a:r>
          </a:p>
        </p:txBody>
      </p:sp>
      <p:sp>
        <p:nvSpPr>
          <p:cNvPr id="37" name="Text Box 27"/>
          <p:cNvSpPr txBox="1">
            <a:spLocks noChangeArrowheads="1"/>
          </p:cNvSpPr>
          <p:nvPr/>
        </p:nvSpPr>
        <p:spPr bwMode="auto">
          <a:xfrm>
            <a:off x="5105400" y="205740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A</a:t>
            </a:r>
          </a:p>
        </p:txBody>
      </p:sp>
      <p:sp>
        <p:nvSpPr>
          <p:cNvPr id="38" name="Text Box 27"/>
          <p:cNvSpPr txBox="1">
            <a:spLocks noChangeArrowheads="1"/>
          </p:cNvSpPr>
          <p:nvPr/>
        </p:nvSpPr>
        <p:spPr bwMode="auto">
          <a:xfrm>
            <a:off x="5791200" y="102870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B</a:t>
            </a:r>
          </a:p>
        </p:txBody>
      </p:sp>
      <p:sp>
        <p:nvSpPr>
          <p:cNvPr id="39" name="Text Box 27"/>
          <p:cNvSpPr txBox="1">
            <a:spLocks noChangeArrowheads="1"/>
          </p:cNvSpPr>
          <p:nvPr/>
        </p:nvSpPr>
        <p:spPr bwMode="auto">
          <a:xfrm>
            <a:off x="7086600" y="51435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C</a:t>
            </a:r>
          </a:p>
        </p:txBody>
      </p:sp>
      <p:sp>
        <p:nvSpPr>
          <p:cNvPr id="40" name="Text Box 27"/>
          <p:cNvSpPr txBox="1">
            <a:spLocks noChangeArrowheads="1"/>
          </p:cNvSpPr>
          <p:nvPr/>
        </p:nvSpPr>
        <p:spPr bwMode="auto">
          <a:xfrm>
            <a:off x="4343400" y="137160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D</a:t>
            </a:r>
          </a:p>
        </p:txBody>
      </p:sp>
      <p:sp>
        <p:nvSpPr>
          <p:cNvPr id="41" name="Text Box 27"/>
          <p:cNvSpPr txBox="1">
            <a:spLocks noChangeArrowheads="1"/>
          </p:cNvSpPr>
          <p:nvPr/>
        </p:nvSpPr>
        <p:spPr bwMode="auto">
          <a:xfrm>
            <a:off x="3276600" y="262890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E</a:t>
            </a:r>
          </a:p>
        </p:txBody>
      </p:sp>
      <p:sp>
        <p:nvSpPr>
          <p:cNvPr id="42" name="Text Box 27"/>
          <p:cNvSpPr txBox="1">
            <a:spLocks noChangeArrowheads="1"/>
          </p:cNvSpPr>
          <p:nvPr/>
        </p:nvSpPr>
        <p:spPr bwMode="auto">
          <a:xfrm>
            <a:off x="1524000" y="417195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F</a:t>
            </a:r>
          </a:p>
        </p:txBody>
      </p:sp>
      <p:sp>
        <p:nvSpPr>
          <p:cNvPr id="43" name="Text Box 27"/>
          <p:cNvSpPr txBox="1">
            <a:spLocks noChangeArrowheads="1"/>
          </p:cNvSpPr>
          <p:nvPr/>
        </p:nvSpPr>
        <p:spPr bwMode="auto">
          <a:xfrm>
            <a:off x="4800600" y="348615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G</a:t>
            </a:r>
          </a:p>
        </p:txBody>
      </p:sp>
      <p:sp>
        <p:nvSpPr>
          <p:cNvPr id="44" name="Text Box 27"/>
          <p:cNvSpPr txBox="1">
            <a:spLocks noChangeArrowheads="1"/>
          </p:cNvSpPr>
          <p:nvPr/>
        </p:nvSpPr>
        <p:spPr bwMode="auto">
          <a:xfrm>
            <a:off x="5715000" y="268605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H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5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26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8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1783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0"/>
                            </p:stCondLst>
                            <p:childTnLst>
                              <p:par>
                                <p:cTn id="1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0"/>
                            </p:stCondLst>
                            <p:childTnLst>
                              <p:par>
                                <p:cTn id="2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000"/>
                            </p:stCondLst>
                            <p:childTnLst>
                              <p:par>
                                <p:cTn id="51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1000"/>
                            </p:stCondLst>
                            <p:childTnLst>
                              <p:par>
                                <p:cTn id="6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000"/>
                            </p:stCondLst>
                            <p:childTnLst>
                              <p:par>
                                <p:cTn id="6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0"/>
                            </p:stCondLst>
                            <p:childTnLst>
                              <p:par>
                                <p:cTn id="7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7000"/>
                            </p:stCondLst>
                            <p:childTnLst>
                              <p:par>
                                <p:cTn id="7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0"/>
                            </p:stCondLst>
                            <p:childTnLst>
                              <p:par>
                                <p:cTn id="8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1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3000"/>
                            </p:stCondLst>
                            <p:childTnLst>
                              <p:par>
                                <p:cTn id="9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4000"/>
                            </p:stCondLst>
                            <p:childTnLst>
                              <p:par>
                                <p:cTn id="101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3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/>
          <p:cNvGrpSpPr/>
          <p:nvPr/>
        </p:nvGrpSpPr>
        <p:grpSpPr>
          <a:xfrm>
            <a:off x="3581400" y="490362"/>
            <a:ext cx="2743200" cy="2138538"/>
            <a:chOff x="2743200" y="806216"/>
            <a:chExt cx="2727251" cy="3079984"/>
          </a:xfrm>
        </p:grpSpPr>
        <p:cxnSp>
          <p:nvCxnSpPr>
            <p:cNvPr id="12" name="AutoShape 34"/>
            <p:cNvCxnSpPr>
              <a:cxnSpLocks noChangeShapeType="1"/>
            </p:cNvCxnSpPr>
            <p:nvPr/>
          </p:nvCxnSpPr>
          <p:spPr bwMode="auto">
            <a:xfrm>
              <a:off x="2743200" y="2324958"/>
              <a:ext cx="2727251" cy="833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 type="stealth" w="lg" len="lg"/>
              <a:tailEnd type="stealth" w="lg" len="lg"/>
            </a:ln>
          </p:spPr>
        </p:cxnSp>
        <p:cxnSp>
          <p:nvCxnSpPr>
            <p:cNvPr id="15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2511345" y="2345875"/>
              <a:ext cx="3079984" cy="665"/>
            </a:xfrm>
            <a:prstGeom prst="straightConnector1">
              <a:avLst/>
            </a:prstGeom>
            <a:noFill/>
            <a:ln w="38100">
              <a:solidFill>
                <a:srgbClr val="006600"/>
              </a:solidFill>
              <a:round/>
              <a:headEnd type="stealth" w="lg" len="lg"/>
              <a:tailEnd type="stealth" w="lg" len="lg"/>
            </a:ln>
          </p:spPr>
        </p:cxnSp>
        <p:sp>
          <p:nvSpPr>
            <p:cNvPr id="13" name="Freeform 12"/>
            <p:cNvSpPr/>
            <p:nvPr/>
          </p:nvSpPr>
          <p:spPr>
            <a:xfrm>
              <a:off x="3992894" y="1077982"/>
              <a:ext cx="1110734" cy="575782"/>
            </a:xfrm>
            <a:custGeom>
              <a:avLst/>
              <a:gdLst>
                <a:gd name="connsiteX0" fmla="*/ 2427890 w 2427890"/>
                <a:gd name="connsiteY0" fmla="*/ 0 h 1208689"/>
                <a:gd name="connsiteX1" fmla="*/ 1497725 w 2427890"/>
                <a:gd name="connsiteY1" fmla="*/ 110358 h 1208689"/>
                <a:gd name="connsiteX2" fmla="*/ 788277 w 2427890"/>
                <a:gd name="connsiteY2" fmla="*/ 457200 h 1208689"/>
                <a:gd name="connsiteX3" fmla="*/ 110359 w 2427890"/>
                <a:gd name="connsiteY3" fmla="*/ 1103586 h 1208689"/>
                <a:gd name="connsiteX4" fmla="*/ 126125 w 2427890"/>
                <a:gd name="connsiteY4" fmla="*/ 1087820 h 1208689"/>
                <a:gd name="connsiteX0" fmla="*/ 2425108 w 2425108"/>
                <a:gd name="connsiteY0" fmla="*/ 0 h 1203434"/>
                <a:gd name="connsiteX1" fmla="*/ 1494943 w 2425108"/>
                <a:gd name="connsiteY1" fmla="*/ 110358 h 1203434"/>
                <a:gd name="connsiteX2" fmla="*/ 785495 w 2425108"/>
                <a:gd name="connsiteY2" fmla="*/ 457200 h 1203434"/>
                <a:gd name="connsiteX3" fmla="*/ 107577 w 2425108"/>
                <a:gd name="connsiteY3" fmla="*/ 1103586 h 1203434"/>
                <a:gd name="connsiteX4" fmla="*/ 140035 w 2425108"/>
                <a:gd name="connsiteY4" fmla="*/ 1056289 h 1203434"/>
                <a:gd name="connsiteX0" fmla="*/ 2437009 w 2437009"/>
                <a:gd name="connsiteY0" fmla="*/ 0 h 1216134"/>
                <a:gd name="connsiteX1" fmla="*/ 1506844 w 2437009"/>
                <a:gd name="connsiteY1" fmla="*/ 110358 h 1216134"/>
                <a:gd name="connsiteX2" fmla="*/ 797396 w 2437009"/>
                <a:gd name="connsiteY2" fmla="*/ 457200 h 1216134"/>
                <a:gd name="connsiteX3" fmla="*/ 119478 w 2437009"/>
                <a:gd name="connsiteY3" fmla="*/ 1103586 h 1216134"/>
                <a:gd name="connsiteX4" fmla="*/ 80527 w 2437009"/>
                <a:gd name="connsiteY4" fmla="*/ 1132489 h 1216134"/>
                <a:gd name="connsiteX0" fmla="*/ 2419545 w 2419545"/>
                <a:gd name="connsiteY0" fmla="*/ 0 h 1192923"/>
                <a:gd name="connsiteX1" fmla="*/ 1489380 w 2419545"/>
                <a:gd name="connsiteY1" fmla="*/ 110358 h 1192923"/>
                <a:gd name="connsiteX2" fmla="*/ 779932 w 2419545"/>
                <a:gd name="connsiteY2" fmla="*/ 457200 h 1192923"/>
                <a:gd name="connsiteX3" fmla="*/ 205881 w 2419545"/>
                <a:gd name="connsiteY3" fmla="*/ 903889 h 1192923"/>
                <a:gd name="connsiteX4" fmla="*/ 102014 w 2419545"/>
                <a:gd name="connsiteY4" fmla="*/ 1103586 h 1192923"/>
                <a:gd name="connsiteX5" fmla="*/ 63063 w 2419545"/>
                <a:gd name="connsiteY5" fmla="*/ 1132489 h 1192923"/>
                <a:gd name="connsiteX0" fmla="*/ 2490953 w 2490953"/>
                <a:gd name="connsiteY0" fmla="*/ 0 h 1192924"/>
                <a:gd name="connsiteX1" fmla="*/ 1560788 w 2490953"/>
                <a:gd name="connsiteY1" fmla="*/ 110358 h 1192924"/>
                <a:gd name="connsiteX2" fmla="*/ 851340 w 2490953"/>
                <a:gd name="connsiteY2" fmla="*/ 457200 h 1192924"/>
                <a:gd name="connsiteX3" fmla="*/ 277289 w 2490953"/>
                <a:gd name="connsiteY3" fmla="*/ 903889 h 1192924"/>
                <a:gd name="connsiteX4" fmla="*/ 173422 w 2490953"/>
                <a:gd name="connsiteY4" fmla="*/ 1103586 h 1192924"/>
                <a:gd name="connsiteX5" fmla="*/ 63063 w 2490953"/>
                <a:gd name="connsiteY5" fmla="*/ 1132490 h 1192924"/>
                <a:gd name="connsiteX0" fmla="*/ 2490953 w 2490953"/>
                <a:gd name="connsiteY0" fmla="*/ 0 h 1192924"/>
                <a:gd name="connsiteX1" fmla="*/ 1560788 w 2490953"/>
                <a:gd name="connsiteY1" fmla="*/ 110358 h 1192924"/>
                <a:gd name="connsiteX2" fmla="*/ 851340 w 2490953"/>
                <a:gd name="connsiteY2" fmla="*/ 457200 h 1192924"/>
                <a:gd name="connsiteX3" fmla="*/ 277289 w 2490953"/>
                <a:gd name="connsiteY3" fmla="*/ 903889 h 1192924"/>
                <a:gd name="connsiteX4" fmla="*/ 63063 w 2490953"/>
                <a:gd name="connsiteY4" fmla="*/ 1132489 h 1192924"/>
                <a:gd name="connsiteX5" fmla="*/ 63063 w 2490953"/>
                <a:gd name="connsiteY5" fmla="*/ 1132490 h 1192924"/>
                <a:gd name="connsiteX0" fmla="*/ 2451693 w 2451693"/>
                <a:gd name="connsiteY0" fmla="*/ 0 h 1145189"/>
                <a:gd name="connsiteX1" fmla="*/ 1521528 w 2451693"/>
                <a:gd name="connsiteY1" fmla="*/ 110358 h 1145189"/>
                <a:gd name="connsiteX2" fmla="*/ 812080 w 2451693"/>
                <a:gd name="connsiteY2" fmla="*/ 457200 h 1145189"/>
                <a:gd name="connsiteX3" fmla="*/ 238029 w 2451693"/>
                <a:gd name="connsiteY3" fmla="*/ 903889 h 1145189"/>
                <a:gd name="connsiteX4" fmla="*/ 23803 w 2451693"/>
                <a:gd name="connsiteY4" fmla="*/ 1132489 h 1145189"/>
                <a:gd name="connsiteX5" fmla="*/ 95211 w 2451693"/>
                <a:gd name="connsiteY5" fmla="*/ 980089 h 1145189"/>
                <a:gd name="connsiteX0" fmla="*/ 2451693 w 2451693"/>
                <a:gd name="connsiteY0" fmla="*/ 0 h 1157889"/>
                <a:gd name="connsiteX1" fmla="*/ 1521528 w 2451693"/>
                <a:gd name="connsiteY1" fmla="*/ 110358 h 1157889"/>
                <a:gd name="connsiteX2" fmla="*/ 812080 w 2451693"/>
                <a:gd name="connsiteY2" fmla="*/ 457200 h 1157889"/>
                <a:gd name="connsiteX3" fmla="*/ 238029 w 2451693"/>
                <a:gd name="connsiteY3" fmla="*/ 903889 h 1157889"/>
                <a:gd name="connsiteX4" fmla="*/ 23803 w 2451693"/>
                <a:gd name="connsiteY4" fmla="*/ 1132489 h 1157889"/>
                <a:gd name="connsiteX5" fmla="*/ 95211 w 2451693"/>
                <a:gd name="connsiteY5" fmla="*/ 1056290 h 1157889"/>
                <a:gd name="connsiteX0" fmla="*/ 2475496 w 2475496"/>
                <a:gd name="connsiteY0" fmla="*/ 0 h 1116724"/>
                <a:gd name="connsiteX1" fmla="*/ 1545331 w 2475496"/>
                <a:gd name="connsiteY1" fmla="*/ 110358 h 1116724"/>
                <a:gd name="connsiteX2" fmla="*/ 835883 w 2475496"/>
                <a:gd name="connsiteY2" fmla="*/ 457200 h 1116724"/>
                <a:gd name="connsiteX3" fmla="*/ 261832 w 2475496"/>
                <a:gd name="connsiteY3" fmla="*/ 903889 h 1116724"/>
                <a:gd name="connsiteX4" fmla="*/ 23803 w 2475496"/>
                <a:gd name="connsiteY4" fmla="*/ 1081689 h 1116724"/>
                <a:gd name="connsiteX5" fmla="*/ 119014 w 2475496"/>
                <a:gd name="connsiteY5" fmla="*/ 1056290 h 1116724"/>
                <a:gd name="connsiteX0" fmla="*/ 2472971 w 2472971"/>
                <a:gd name="connsiteY0" fmla="*/ 0 h 1116724"/>
                <a:gd name="connsiteX1" fmla="*/ 1542806 w 2472971"/>
                <a:gd name="connsiteY1" fmla="*/ 110358 h 1116724"/>
                <a:gd name="connsiteX2" fmla="*/ 833358 w 2472971"/>
                <a:gd name="connsiteY2" fmla="*/ 457200 h 1116724"/>
                <a:gd name="connsiteX3" fmla="*/ 244159 w 2472971"/>
                <a:gd name="connsiteY3" fmla="*/ 929289 h 1116724"/>
                <a:gd name="connsiteX4" fmla="*/ 21278 w 2472971"/>
                <a:gd name="connsiteY4" fmla="*/ 1081689 h 1116724"/>
                <a:gd name="connsiteX5" fmla="*/ 116489 w 2472971"/>
                <a:gd name="connsiteY5" fmla="*/ 1056290 h 1116724"/>
                <a:gd name="connsiteX0" fmla="*/ 2587040 w 2587040"/>
                <a:gd name="connsiteY0" fmla="*/ 0 h 1116724"/>
                <a:gd name="connsiteX1" fmla="*/ 1656875 w 2587040"/>
                <a:gd name="connsiteY1" fmla="*/ 110358 h 1116724"/>
                <a:gd name="connsiteX2" fmla="*/ 947427 w 2587040"/>
                <a:gd name="connsiteY2" fmla="*/ 457200 h 1116724"/>
                <a:gd name="connsiteX3" fmla="*/ 135347 w 2587040"/>
                <a:gd name="connsiteY3" fmla="*/ 1005489 h 1116724"/>
                <a:gd name="connsiteX4" fmla="*/ 135347 w 2587040"/>
                <a:gd name="connsiteY4" fmla="*/ 1081689 h 1116724"/>
                <a:gd name="connsiteX5" fmla="*/ 230558 w 2587040"/>
                <a:gd name="connsiteY5" fmla="*/ 1056290 h 1116724"/>
                <a:gd name="connsiteX0" fmla="*/ 2587040 w 2587040"/>
                <a:gd name="connsiteY0" fmla="*/ 0 h 1109571"/>
                <a:gd name="connsiteX1" fmla="*/ 1656875 w 2587040"/>
                <a:gd name="connsiteY1" fmla="*/ 110358 h 1109571"/>
                <a:gd name="connsiteX2" fmla="*/ 947427 w 2587040"/>
                <a:gd name="connsiteY2" fmla="*/ 457200 h 1109571"/>
                <a:gd name="connsiteX3" fmla="*/ 135347 w 2587040"/>
                <a:gd name="connsiteY3" fmla="*/ 1005489 h 1109571"/>
                <a:gd name="connsiteX4" fmla="*/ 135347 w 2587040"/>
                <a:gd name="connsiteY4" fmla="*/ 1081689 h 1109571"/>
                <a:gd name="connsiteX5" fmla="*/ 135347 w 2587040"/>
                <a:gd name="connsiteY5" fmla="*/ 1005489 h 1109571"/>
                <a:gd name="connsiteX0" fmla="*/ 2587040 w 2587040"/>
                <a:gd name="connsiteY0" fmla="*/ 0 h 1096871"/>
                <a:gd name="connsiteX1" fmla="*/ 1656875 w 2587040"/>
                <a:gd name="connsiteY1" fmla="*/ 110358 h 1096871"/>
                <a:gd name="connsiteX2" fmla="*/ 947427 w 2587040"/>
                <a:gd name="connsiteY2" fmla="*/ 457200 h 1096871"/>
                <a:gd name="connsiteX3" fmla="*/ 135347 w 2587040"/>
                <a:gd name="connsiteY3" fmla="*/ 1005489 h 1096871"/>
                <a:gd name="connsiteX4" fmla="*/ 135347 w 2587040"/>
                <a:gd name="connsiteY4" fmla="*/ 1005490 h 1096871"/>
                <a:gd name="connsiteX5" fmla="*/ 135347 w 2587040"/>
                <a:gd name="connsiteY5" fmla="*/ 1005489 h 1096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7040" h="1096871">
                  <a:moveTo>
                    <a:pt x="2587040" y="0"/>
                  </a:moveTo>
                  <a:cubicBezTo>
                    <a:pt x="2258592" y="17079"/>
                    <a:pt x="1930144" y="34158"/>
                    <a:pt x="1656875" y="110358"/>
                  </a:cubicBezTo>
                  <a:cubicBezTo>
                    <a:pt x="1383606" y="186558"/>
                    <a:pt x="1201015" y="308012"/>
                    <a:pt x="947427" y="457200"/>
                  </a:cubicBezTo>
                  <a:cubicBezTo>
                    <a:pt x="693839" y="606388"/>
                    <a:pt x="270694" y="914107"/>
                    <a:pt x="135347" y="1005489"/>
                  </a:cubicBezTo>
                  <a:cubicBezTo>
                    <a:pt x="0" y="1096871"/>
                    <a:pt x="135347" y="1005490"/>
                    <a:pt x="135347" y="1005490"/>
                  </a:cubicBezTo>
                  <a:cubicBezTo>
                    <a:pt x="135347" y="1005490"/>
                    <a:pt x="72284" y="1065923"/>
                    <a:pt x="135347" y="1005489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2775097" y="2932454"/>
              <a:ext cx="1307438" cy="713330"/>
            </a:xfrm>
            <a:custGeom>
              <a:avLst/>
              <a:gdLst>
                <a:gd name="connsiteX0" fmla="*/ 0 w 3205656"/>
                <a:gd name="connsiteY0" fmla="*/ 1382111 h 1408387"/>
                <a:gd name="connsiteX1" fmla="*/ 977463 w 3205656"/>
                <a:gd name="connsiteY1" fmla="*/ 1319049 h 1408387"/>
                <a:gd name="connsiteX2" fmla="*/ 2207173 w 3205656"/>
                <a:gd name="connsiteY2" fmla="*/ 846083 h 1408387"/>
                <a:gd name="connsiteX3" fmla="*/ 3058511 w 3205656"/>
                <a:gd name="connsiteY3" fmla="*/ 120869 h 1408387"/>
                <a:gd name="connsiteX4" fmla="*/ 3090042 w 3205656"/>
                <a:gd name="connsiteY4" fmla="*/ 120869 h 1408387"/>
                <a:gd name="connsiteX5" fmla="*/ 3105807 w 3205656"/>
                <a:gd name="connsiteY5" fmla="*/ 152400 h 1408387"/>
                <a:gd name="connsiteX0" fmla="*/ 0 w 3139090"/>
                <a:gd name="connsiteY0" fmla="*/ 1345325 h 1371601"/>
                <a:gd name="connsiteX1" fmla="*/ 977463 w 3139090"/>
                <a:gd name="connsiteY1" fmla="*/ 1282263 h 1371601"/>
                <a:gd name="connsiteX2" fmla="*/ 2207173 w 3139090"/>
                <a:gd name="connsiteY2" fmla="*/ 809297 h 1371601"/>
                <a:gd name="connsiteX3" fmla="*/ 2606566 w 3139090"/>
                <a:gd name="connsiteY3" fmla="*/ 588580 h 1371601"/>
                <a:gd name="connsiteX4" fmla="*/ 3058511 w 3139090"/>
                <a:gd name="connsiteY4" fmla="*/ 84083 h 1371601"/>
                <a:gd name="connsiteX5" fmla="*/ 3090042 w 3139090"/>
                <a:gd name="connsiteY5" fmla="*/ 84083 h 1371601"/>
                <a:gd name="connsiteX6" fmla="*/ 3105807 w 3139090"/>
                <a:gd name="connsiteY6" fmla="*/ 115614 h 1371601"/>
                <a:gd name="connsiteX0" fmla="*/ 0 w 3139090"/>
                <a:gd name="connsiteY0" fmla="*/ 1332625 h 1358901"/>
                <a:gd name="connsiteX1" fmla="*/ 977463 w 3139090"/>
                <a:gd name="connsiteY1" fmla="*/ 1269563 h 1358901"/>
                <a:gd name="connsiteX2" fmla="*/ 2207173 w 3139090"/>
                <a:gd name="connsiteY2" fmla="*/ 796597 h 1358901"/>
                <a:gd name="connsiteX3" fmla="*/ 2606566 w 3139090"/>
                <a:gd name="connsiteY3" fmla="*/ 499680 h 1358901"/>
                <a:gd name="connsiteX4" fmla="*/ 3058511 w 3139090"/>
                <a:gd name="connsiteY4" fmla="*/ 71383 h 1358901"/>
                <a:gd name="connsiteX5" fmla="*/ 3090042 w 3139090"/>
                <a:gd name="connsiteY5" fmla="*/ 71383 h 1358901"/>
                <a:gd name="connsiteX6" fmla="*/ 3105807 w 3139090"/>
                <a:gd name="connsiteY6" fmla="*/ 102914 h 135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39090" h="1358901">
                  <a:moveTo>
                    <a:pt x="0" y="1332625"/>
                  </a:moveTo>
                  <a:cubicBezTo>
                    <a:pt x="304800" y="1345763"/>
                    <a:pt x="609601" y="1358901"/>
                    <a:pt x="977463" y="1269563"/>
                  </a:cubicBezTo>
                  <a:cubicBezTo>
                    <a:pt x="1345325" y="1180225"/>
                    <a:pt x="1935656" y="924911"/>
                    <a:pt x="2207173" y="796597"/>
                  </a:cubicBezTo>
                  <a:cubicBezTo>
                    <a:pt x="2478690" y="668283"/>
                    <a:pt x="2464676" y="620549"/>
                    <a:pt x="2606566" y="499680"/>
                  </a:cubicBezTo>
                  <a:cubicBezTo>
                    <a:pt x="2748456" y="378811"/>
                    <a:pt x="2977932" y="142766"/>
                    <a:pt x="3058511" y="71383"/>
                  </a:cubicBezTo>
                  <a:cubicBezTo>
                    <a:pt x="3139090" y="0"/>
                    <a:pt x="3082159" y="66128"/>
                    <a:pt x="3090042" y="71383"/>
                  </a:cubicBezTo>
                  <a:cubicBezTo>
                    <a:pt x="3097925" y="76638"/>
                    <a:pt x="3101866" y="89776"/>
                    <a:pt x="3105807" y="102914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4051005" y="1085798"/>
              <a:ext cx="1052623" cy="1879990"/>
            </a:xfrm>
            <a:custGeom>
              <a:avLst/>
              <a:gdLst>
                <a:gd name="connsiteX0" fmla="*/ 0 w 2459421"/>
                <a:gd name="connsiteY0" fmla="*/ 3358055 h 3358055"/>
                <a:gd name="connsiteX1" fmla="*/ 993228 w 2459421"/>
                <a:gd name="connsiteY1" fmla="*/ 2317531 h 3358055"/>
                <a:gd name="connsiteX2" fmla="*/ 1639614 w 2459421"/>
                <a:gd name="connsiteY2" fmla="*/ 914400 h 3358055"/>
                <a:gd name="connsiteX3" fmla="*/ 1828800 w 2459421"/>
                <a:gd name="connsiteY3" fmla="*/ 457200 h 3358055"/>
                <a:gd name="connsiteX4" fmla="*/ 2096814 w 2459421"/>
                <a:gd name="connsiteY4" fmla="*/ 78828 h 3358055"/>
                <a:gd name="connsiteX5" fmla="*/ 2459421 w 2459421"/>
                <a:gd name="connsiteY5" fmla="*/ 0 h 3358055"/>
                <a:gd name="connsiteX0" fmla="*/ 0 w 2459421"/>
                <a:gd name="connsiteY0" fmla="*/ 3358055 h 3358055"/>
                <a:gd name="connsiteX1" fmla="*/ 993228 w 2459421"/>
                <a:gd name="connsiteY1" fmla="*/ 2317531 h 3358055"/>
                <a:gd name="connsiteX2" fmla="*/ 1639614 w 2459421"/>
                <a:gd name="connsiteY2" fmla="*/ 914400 h 3358055"/>
                <a:gd name="connsiteX3" fmla="*/ 1828800 w 2459421"/>
                <a:gd name="connsiteY3" fmla="*/ 457200 h 3358055"/>
                <a:gd name="connsiteX4" fmla="*/ 2133600 w 2459421"/>
                <a:gd name="connsiteY4" fmla="*/ 142896 h 3358055"/>
                <a:gd name="connsiteX5" fmla="*/ 2459421 w 2459421"/>
                <a:gd name="connsiteY5" fmla="*/ 0 h 3358055"/>
                <a:gd name="connsiteX0" fmla="*/ 0 w 2514600"/>
                <a:gd name="connsiteY0" fmla="*/ 3286607 h 3286607"/>
                <a:gd name="connsiteX1" fmla="*/ 993228 w 2514600"/>
                <a:gd name="connsiteY1" fmla="*/ 2246083 h 3286607"/>
                <a:gd name="connsiteX2" fmla="*/ 1639614 w 2514600"/>
                <a:gd name="connsiteY2" fmla="*/ 842952 h 3286607"/>
                <a:gd name="connsiteX3" fmla="*/ 1828800 w 2514600"/>
                <a:gd name="connsiteY3" fmla="*/ 385752 h 3286607"/>
                <a:gd name="connsiteX4" fmla="*/ 2133600 w 2514600"/>
                <a:gd name="connsiteY4" fmla="*/ 71448 h 3286607"/>
                <a:gd name="connsiteX5" fmla="*/ 2514600 w 2514600"/>
                <a:gd name="connsiteY5" fmla="*/ 0 h 3286607"/>
                <a:gd name="connsiteX0" fmla="*/ 0 w 2590799"/>
                <a:gd name="connsiteY0" fmla="*/ 3358055 h 3358055"/>
                <a:gd name="connsiteX1" fmla="*/ 993228 w 2590799"/>
                <a:gd name="connsiteY1" fmla="*/ 2317531 h 3358055"/>
                <a:gd name="connsiteX2" fmla="*/ 1639614 w 2590799"/>
                <a:gd name="connsiteY2" fmla="*/ 914400 h 3358055"/>
                <a:gd name="connsiteX3" fmla="*/ 1828800 w 2590799"/>
                <a:gd name="connsiteY3" fmla="*/ 457200 h 3358055"/>
                <a:gd name="connsiteX4" fmla="*/ 2133600 w 2590799"/>
                <a:gd name="connsiteY4" fmla="*/ 142896 h 3358055"/>
                <a:gd name="connsiteX5" fmla="*/ 2590799 w 2590799"/>
                <a:gd name="connsiteY5" fmla="*/ 0 h 335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799" h="3358055">
                  <a:moveTo>
                    <a:pt x="0" y="3358055"/>
                  </a:moveTo>
                  <a:cubicBezTo>
                    <a:pt x="359979" y="3041431"/>
                    <a:pt x="719959" y="2724807"/>
                    <a:pt x="993228" y="2317531"/>
                  </a:cubicBezTo>
                  <a:cubicBezTo>
                    <a:pt x="1266497" y="1910255"/>
                    <a:pt x="1500352" y="1224455"/>
                    <a:pt x="1639614" y="914400"/>
                  </a:cubicBezTo>
                  <a:cubicBezTo>
                    <a:pt x="1778876" y="604345"/>
                    <a:pt x="1746469" y="585784"/>
                    <a:pt x="1828800" y="457200"/>
                  </a:cubicBezTo>
                  <a:cubicBezTo>
                    <a:pt x="1911131" y="328616"/>
                    <a:pt x="2006600" y="219096"/>
                    <a:pt x="2133600" y="142896"/>
                  </a:cubicBezTo>
                  <a:cubicBezTo>
                    <a:pt x="2260600" y="66696"/>
                    <a:pt x="2462047" y="1314"/>
                    <a:pt x="2590799" y="0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2775097" y="2325791"/>
              <a:ext cx="829339" cy="1319993"/>
            </a:xfrm>
            <a:custGeom>
              <a:avLst/>
              <a:gdLst>
                <a:gd name="connsiteX0" fmla="*/ 2364828 w 2364828"/>
                <a:gd name="connsiteY0" fmla="*/ 0 h 2525110"/>
                <a:gd name="connsiteX1" fmla="*/ 1592318 w 2364828"/>
                <a:gd name="connsiteY1" fmla="*/ 1434662 h 2525110"/>
                <a:gd name="connsiteX2" fmla="*/ 867104 w 2364828"/>
                <a:gd name="connsiteY2" fmla="*/ 2301766 h 2525110"/>
                <a:gd name="connsiteX3" fmla="*/ 346842 w 2364828"/>
                <a:gd name="connsiteY3" fmla="*/ 2490952 h 2525110"/>
                <a:gd name="connsiteX4" fmla="*/ 0 w 2364828"/>
                <a:gd name="connsiteY4" fmla="*/ 2506717 h 2525110"/>
                <a:gd name="connsiteX0" fmla="*/ 2364828 w 2364828"/>
                <a:gd name="connsiteY0" fmla="*/ 0 h 2559268"/>
                <a:gd name="connsiteX1" fmla="*/ 1592318 w 2364828"/>
                <a:gd name="connsiteY1" fmla="*/ 1434662 h 2559268"/>
                <a:gd name="connsiteX2" fmla="*/ 867104 w 2364828"/>
                <a:gd name="connsiteY2" fmla="*/ 2301766 h 2559268"/>
                <a:gd name="connsiteX3" fmla="*/ 244637 w 2364828"/>
                <a:gd name="connsiteY3" fmla="*/ 2525110 h 2559268"/>
                <a:gd name="connsiteX4" fmla="*/ 0 w 2364828"/>
                <a:gd name="connsiteY4" fmla="*/ 2506717 h 2559268"/>
                <a:gd name="connsiteX0" fmla="*/ 2364828 w 2364828"/>
                <a:gd name="connsiteY0" fmla="*/ 0 h 2692125"/>
                <a:gd name="connsiteX1" fmla="*/ 1592318 w 2364828"/>
                <a:gd name="connsiteY1" fmla="*/ 1434662 h 2692125"/>
                <a:gd name="connsiteX2" fmla="*/ 867104 w 2364828"/>
                <a:gd name="connsiteY2" fmla="*/ 2301766 h 2692125"/>
                <a:gd name="connsiteX3" fmla="*/ 244637 w 2364828"/>
                <a:gd name="connsiteY3" fmla="*/ 2525110 h 2692125"/>
                <a:gd name="connsiteX4" fmla="*/ 0 w 2364828"/>
                <a:gd name="connsiteY4" fmla="*/ 2682929 h 2692125"/>
                <a:gd name="connsiteX0" fmla="*/ 2364828 w 2364828"/>
                <a:gd name="connsiteY0" fmla="*/ 0 h 2562334"/>
                <a:gd name="connsiteX1" fmla="*/ 1592318 w 2364828"/>
                <a:gd name="connsiteY1" fmla="*/ 1434662 h 2562334"/>
                <a:gd name="connsiteX2" fmla="*/ 867104 w 2364828"/>
                <a:gd name="connsiteY2" fmla="*/ 2301766 h 2562334"/>
                <a:gd name="connsiteX3" fmla="*/ 244637 w 2364828"/>
                <a:gd name="connsiteY3" fmla="*/ 2525110 h 2562334"/>
                <a:gd name="connsiteX4" fmla="*/ 0 w 2364828"/>
                <a:gd name="connsiteY4" fmla="*/ 2525109 h 2562334"/>
                <a:gd name="connsiteX0" fmla="*/ 2277242 w 2277242"/>
                <a:gd name="connsiteY0" fmla="*/ 0 h 2562334"/>
                <a:gd name="connsiteX1" fmla="*/ 1592318 w 2277242"/>
                <a:gd name="connsiteY1" fmla="*/ 1434662 h 2562334"/>
                <a:gd name="connsiteX2" fmla="*/ 867104 w 2277242"/>
                <a:gd name="connsiteY2" fmla="*/ 2301766 h 2562334"/>
                <a:gd name="connsiteX3" fmla="*/ 244637 w 2277242"/>
                <a:gd name="connsiteY3" fmla="*/ 2525110 h 2562334"/>
                <a:gd name="connsiteX4" fmla="*/ 0 w 2277242"/>
                <a:gd name="connsiteY4" fmla="*/ 2525109 h 2562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7242" h="2562334">
                  <a:moveTo>
                    <a:pt x="2277242" y="0"/>
                  </a:moveTo>
                  <a:cubicBezTo>
                    <a:pt x="2015797" y="525517"/>
                    <a:pt x="1827341" y="1051034"/>
                    <a:pt x="1592318" y="1434662"/>
                  </a:cubicBezTo>
                  <a:cubicBezTo>
                    <a:pt x="1357295" y="1818290"/>
                    <a:pt x="1091718" y="2120025"/>
                    <a:pt x="867104" y="2301766"/>
                  </a:cubicBezTo>
                  <a:cubicBezTo>
                    <a:pt x="642491" y="2483507"/>
                    <a:pt x="389154" y="2487886"/>
                    <a:pt x="244637" y="2525110"/>
                  </a:cubicBezTo>
                  <a:cubicBezTo>
                    <a:pt x="100120" y="2562334"/>
                    <a:pt x="101162" y="2534305"/>
                    <a:pt x="0" y="2525109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3604438" y="1539435"/>
              <a:ext cx="498080" cy="786356"/>
            </a:xfrm>
            <a:custGeom>
              <a:avLst/>
              <a:gdLst>
                <a:gd name="connsiteX0" fmla="*/ 1056289 w 1056289"/>
                <a:gd name="connsiteY0" fmla="*/ 0 h 1340069"/>
                <a:gd name="connsiteX1" fmla="*/ 236482 w 1056289"/>
                <a:gd name="connsiteY1" fmla="*/ 740979 h 1340069"/>
                <a:gd name="connsiteX2" fmla="*/ 0 w 1056289"/>
                <a:gd name="connsiteY2" fmla="*/ 1340069 h 1340069"/>
                <a:gd name="connsiteX3" fmla="*/ 0 w 1056289"/>
                <a:gd name="connsiteY3" fmla="*/ 1340069 h 1340069"/>
                <a:gd name="connsiteX4" fmla="*/ 0 w 1056289"/>
                <a:gd name="connsiteY4" fmla="*/ 1340069 h 1340069"/>
                <a:gd name="connsiteX0" fmla="*/ 1056289 w 1056289"/>
                <a:gd name="connsiteY0" fmla="*/ 0 h 1340069"/>
                <a:gd name="connsiteX1" fmla="*/ 315310 w 1056289"/>
                <a:gd name="connsiteY1" fmla="*/ 722586 h 1340069"/>
                <a:gd name="connsiteX2" fmla="*/ 0 w 1056289"/>
                <a:gd name="connsiteY2" fmla="*/ 1340069 h 1340069"/>
                <a:gd name="connsiteX3" fmla="*/ 0 w 1056289"/>
                <a:gd name="connsiteY3" fmla="*/ 1340069 h 1340069"/>
                <a:gd name="connsiteX4" fmla="*/ 0 w 1056289"/>
                <a:gd name="connsiteY4" fmla="*/ 1340069 h 1340069"/>
                <a:gd name="connsiteX0" fmla="*/ 1056289 w 1056289"/>
                <a:gd name="connsiteY0" fmla="*/ 0 h 1340069"/>
                <a:gd name="connsiteX1" fmla="*/ 391510 w 1056289"/>
                <a:gd name="connsiteY1" fmla="*/ 722586 h 1340069"/>
                <a:gd name="connsiteX2" fmla="*/ 0 w 1056289"/>
                <a:gd name="connsiteY2" fmla="*/ 1340069 h 1340069"/>
                <a:gd name="connsiteX3" fmla="*/ 0 w 1056289"/>
                <a:gd name="connsiteY3" fmla="*/ 1340069 h 1340069"/>
                <a:gd name="connsiteX4" fmla="*/ 0 w 1056289"/>
                <a:gd name="connsiteY4" fmla="*/ 1340069 h 1340069"/>
                <a:gd name="connsiteX0" fmla="*/ 1001110 w 1001110"/>
                <a:gd name="connsiteY0" fmla="*/ 0 h 1227083"/>
                <a:gd name="connsiteX1" fmla="*/ 391510 w 1001110"/>
                <a:gd name="connsiteY1" fmla="*/ 609600 h 1227083"/>
                <a:gd name="connsiteX2" fmla="*/ 0 w 1001110"/>
                <a:gd name="connsiteY2" fmla="*/ 1227083 h 1227083"/>
                <a:gd name="connsiteX3" fmla="*/ 0 w 1001110"/>
                <a:gd name="connsiteY3" fmla="*/ 1227083 h 1227083"/>
                <a:gd name="connsiteX4" fmla="*/ 0 w 1001110"/>
                <a:gd name="connsiteY4" fmla="*/ 1227083 h 1227083"/>
                <a:gd name="connsiteX0" fmla="*/ 1001110 w 1178910"/>
                <a:gd name="connsiteY0" fmla="*/ 254000 h 1481083"/>
                <a:gd name="connsiteX1" fmla="*/ 1077310 w 1178910"/>
                <a:gd name="connsiteY1" fmla="*/ 101600 h 1481083"/>
                <a:gd name="connsiteX2" fmla="*/ 391510 w 1178910"/>
                <a:gd name="connsiteY2" fmla="*/ 863600 h 1481083"/>
                <a:gd name="connsiteX3" fmla="*/ 0 w 1178910"/>
                <a:gd name="connsiteY3" fmla="*/ 1481083 h 1481083"/>
                <a:gd name="connsiteX4" fmla="*/ 0 w 1178910"/>
                <a:gd name="connsiteY4" fmla="*/ 1481083 h 1481083"/>
                <a:gd name="connsiteX5" fmla="*/ 0 w 1178910"/>
                <a:gd name="connsiteY5" fmla="*/ 1481083 h 1481083"/>
                <a:gd name="connsiteX0" fmla="*/ 1066800 w 1189858"/>
                <a:gd name="connsiteY0" fmla="*/ 169333 h 1498016"/>
                <a:gd name="connsiteX1" fmla="*/ 1077310 w 1189858"/>
                <a:gd name="connsiteY1" fmla="*/ 118533 h 1498016"/>
                <a:gd name="connsiteX2" fmla="*/ 391510 w 1189858"/>
                <a:gd name="connsiteY2" fmla="*/ 880533 h 1498016"/>
                <a:gd name="connsiteX3" fmla="*/ 0 w 1189858"/>
                <a:gd name="connsiteY3" fmla="*/ 1498016 h 1498016"/>
                <a:gd name="connsiteX4" fmla="*/ 0 w 1189858"/>
                <a:gd name="connsiteY4" fmla="*/ 1498016 h 1498016"/>
                <a:gd name="connsiteX5" fmla="*/ 0 w 1189858"/>
                <a:gd name="connsiteY5" fmla="*/ 1498016 h 1498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9858" h="1498016">
                  <a:moveTo>
                    <a:pt x="1066800" y="169333"/>
                  </a:moveTo>
                  <a:cubicBezTo>
                    <a:pt x="1065486" y="168895"/>
                    <a:pt x="1189858" y="0"/>
                    <a:pt x="1077310" y="118533"/>
                  </a:cubicBezTo>
                  <a:cubicBezTo>
                    <a:pt x="964762" y="237066"/>
                    <a:pt x="571062" y="650619"/>
                    <a:pt x="391510" y="880533"/>
                  </a:cubicBezTo>
                  <a:cubicBezTo>
                    <a:pt x="211958" y="1110447"/>
                    <a:pt x="52552" y="1395102"/>
                    <a:pt x="0" y="1498016"/>
                  </a:cubicBezTo>
                  <a:lnTo>
                    <a:pt x="0" y="1498016"/>
                  </a:lnTo>
                  <a:lnTo>
                    <a:pt x="0" y="1498016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72"/>
          <p:cNvGrpSpPr/>
          <p:nvPr/>
        </p:nvGrpSpPr>
        <p:grpSpPr>
          <a:xfrm>
            <a:off x="990600" y="2686050"/>
            <a:ext cx="3505200" cy="2286001"/>
            <a:chOff x="3760337" y="1394090"/>
            <a:chExt cx="4521097" cy="4473309"/>
          </a:xfrm>
        </p:grpSpPr>
        <p:cxnSp>
          <p:nvCxnSpPr>
            <p:cNvPr id="74" name="AutoShape 34"/>
            <p:cNvCxnSpPr>
              <a:cxnSpLocks noChangeShapeType="1"/>
            </p:cNvCxnSpPr>
            <p:nvPr/>
          </p:nvCxnSpPr>
          <p:spPr bwMode="auto">
            <a:xfrm>
              <a:off x="4114800" y="3599882"/>
              <a:ext cx="4166634" cy="1210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 type="stealth" w="lg" len="lg"/>
              <a:tailEnd type="stealth" w="lg" len="lg"/>
            </a:ln>
          </p:spPr>
        </p:cxnSp>
        <p:cxnSp>
          <p:nvCxnSpPr>
            <p:cNvPr id="75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3876688" y="3630237"/>
              <a:ext cx="4473309" cy="1016"/>
            </a:xfrm>
            <a:prstGeom prst="straightConnector1">
              <a:avLst/>
            </a:prstGeom>
            <a:noFill/>
            <a:ln w="38100">
              <a:solidFill>
                <a:srgbClr val="006600"/>
              </a:solidFill>
              <a:round/>
              <a:headEnd type="stealth" w="lg" len="lg"/>
              <a:tailEnd type="stealth" w="lg" len="lg"/>
            </a:ln>
          </p:spPr>
        </p:cxnSp>
        <p:sp>
          <p:nvSpPr>
            <p:cNvPr id="76" name="Freeform 75"/>
            <p:cNvSpPr/>
            <p:nvPr/>
          </p:nvSpPr>
          <p:spPr>
            <a:xfrm>
              <a:off x="3760337" y="1524000"/>
              <a:ext cx="4316863" cy="4086557"/>
            </a:xfrm>
            <a:custGeom>
              <a:avLst/>
              <a:gdLst>
                <a:gd name="connsiteX0" fmla="*/ 4633415 w 4728950"/>
                <a:gd name="connsiteY0" fmla="*/ 11373 h 3948752"/>
                <a:gd name="connsiteX1" fmla="*/ 3514299 w 4728950"/>
                <a:gd name="connsiteY1" fmla="*/ 93260 h 3948752"/>
                <a:gd name="connsiteX2" fmla="*/ 2872854 w 4728950"/>
                <a:gd name="connsiteY2" fmla="*/ 366215 h 3948752"/>
                <a:gd name="connsiteX3" fmla="*/ 2053988 w 4728950"/>
                <a:gd name="connsiteY3" fmla="*/ 1335206 h 3948752"/>
                <a:gd name="connsiteX4" fmla="*/ 1699147 w 4728950"/>
                <a:gd name="connsiteY4" fmla="*/ 1976651 h 3948752"/>
                <a:gd name="connsiteX5" fmla="*/ 1153236 w 4728950"/>
                <a:gd name="connsiteY5" fmla="*/ 3532496 h 3948752"/>
                <a:gd name="connsiteX6" fmla="*/ 75063 w 4728950"/>
                <a:gd name="connsiteY6" fmla="*/ 3900985 h 3948752"/>
                <a:gd name="connsiteX7" fmla="*/ 1603612 w 4728950"/>
                <a:gd name="connsiteY7" fmla="*/ 3819099 h 3948752"/>
                <a:gd name="connsiteX8" fmla="*/ 2859206 w 4728950"/>
                <a:gd name="connsiteY8" fmla="*/ 3204949 h 3948752"/>
                <a:gd name="connsiteX9" fmla="*/ 3964675 w 4728950"/>
                <a:gd name="connsiteY9" fmla="*/ 1990299 h 3948752"/>
                <a:gd name="connsiteX10" fmla="*/ 4374108 w 4728950"/>
                <a:gd name="connsiteY10" fmla="*/ 325272 h 3948752"/>
                <a:gd name="connsiteX11" fmla="*/ 4728950 w 4728950"/>
                <a:gd name="connsiteY11" fmla="*/ 38669 h 3948752"/>
                <a:gd name="connsiteX0" fmla="*/ 4063621 w 4159156"/>
                <a:gd name="connsiteY0" fmla="*/ 11373 h 3928281"/>
                <a:gd name="connsiteX1" fmla="*/ 2944505 w 4159156"/>
                <a:gd name="connsiteY1" fmla="*/ 93260 h 3928281"/>
                <a:gd name="connsiteX2" fmla="*/ 2303060 w 4159156"/>
                <a:gd name="connsiteY2" fmla="*/ 366215 h 3928281"/>
                <a:gd name="connsiteX3" fmla="*/ 1484194 w 4159156"/>
                <a:gd name="connsiteY3" fmla="*/ 1335206 h 3928281"/>
                <a:gd name="connsiteX4" fmla="*/ 1129353 w 4159156"/>
                <a:gd name="connsiteY4" fmla="*/ 1976651 h 3928281"/>
                <a:gd name="connsiteX5" fmla="*/ 583442 w 4159156"/>
                <a:gd name="connsiteY5" fmla="*/ 3532496 h 3928281"/>
                <a:gd name="connsiteX6" fmla="*/ 75063 w 4159156"/>
                <a:gd name="connsiteY6" fmla="*/ 3860042 h 3928281"/>
                <a:gd name="connsiteX7" fmla="*/ 1033818 w 4159156"/>
                <a:gd name="connsiteY7" fmla="*/ 3819099 h 3928281"/>
                <a:gd name="connsiteX8" fmla="*/ 2289412 w 4159156"/>
                <a:gd name="connsiteY8" fmla="*/ 3204949 h 3928281"/>
                <a:gd name="connsiteX9" fmla="*/ 3394881 w 4159156"/>
                <a:gd name="connsiteY9" fmla="*/ 1990299 h 3928281"/>
                <a:gd name="connsiteX10" fmla="*/ 3804314 w 4159156"/>
                <a:gd name="connsiteY10" fmla="*/ 325272 h 3928281"/>
                <a:gd name="connsiteX11" fmla="*/ 4159156 w 4159156"/>
                <a:gd name="connsiteY11" fmla="*/ 38669 h 3928281"/>
                <a:gd name="connsiteX0" fmla="*/ 3987421 w 4082956"/>
                <a:gd name="connsiteY0" fmla="*/ 11373 h 3984010"/>
                <a:gd name="connsiteX1" fmla="*/ 2868305 w 4082956"/>
                <a:gd name="connsiteY1" fmla="*/ 93260 h 3984010"/>
                <a:gd name="connsiteX2" fmla="*/ 2226860 w 4082956"/>
                <a:gd name="connsiteY2" fmla="*/ 366215 h 3984010"/>
                <a:gd name="connsiteX3" fmla="*/ 1407994 w 4082956"/>
                <a:gd name="connsiteY3" fmla="*/ 1335206 h 3984010"/>
                <a:gd name="connsiteX4" fmla="*/ 1053153 w 4082956"/>
                <a:gd name="connsiteY4" fmla="*/ 1976651 h 3984010"/>
                <a:gd name="connsiteX5" fmla="*/ 507242 w 4082956"/>
                <a:gd name="connsiteY5" fmla="*/ 3532496 h 3984010"/>
                <a:gd name="connsiteX6" fmla="*/ 75063 w 4082956"/>
                <a:gd name="connsiteY6" fmla="*/ 3936243 h 3984010"/>
                <a:gd name="connsiteX7" fmla="*/ 957618 w 4082956"/>
                <a:gd name="connsiteY7" fmla="*/ 3819099 h 3984010"/>
                <a:gd name="connsiteX8" fmla="*/ 2213212 w 4082956"/>
                <a:gd name="connsiteY8" fmla="*/ 3204949 h 3984010"/>
                <a:gd name="connsiteX9" fmla="*/ 3318681 w 4082956"/>
                <a:gd name="connsiteY9" fmla="*/ 1990299 h 3984010"/>
                <a:gd name="connsiteX10" fmla="*/ 3728114 w 4082956"/>
                <a:gd name="connsiteY10" fmla="*/ 325272 h 3984010"/>
                <a:gd name="connsiteX11" fmla="*/ 4082956 w 4082956"/>
                <a:gd name="connsiteY11" fmla="*/ 38669 h 3984010"/>
                <a:gd name="connsiteX0" fmla="*/ 4216021 w 4311556"/>
                <a:gd name="connsiteY0" fmla="*/ 11373 h 4060209"/>
                <a:gd name="connsiteX1" fmla="*/ 3096905 w 4311556"/>
                <a:gd name="connsiteY1" fmla="*/ 93260 h 4060209"/>
                <a:gd name="connsiteX2" fmla="*/ 2455460 w 4311556"/>
                <a:gd name="connsiteY2" fmla="*/ 366215 h 4060209"/>
                <a:gd name="connsiteX3" fmla="*/ 1636594 w 4311556"/>
                <a:gd name="connsiteY3" fmla="*/ 1335206 h 4060209"/>
                <a:gd name="connsiteX4" fmla="*/ 1281753 w 4311556"/>
                <a:gd name="connsiteY4" fmla="*/ 1976651 h 4060209"/>
                <a:gd name="connsiteX5" fmla="*/ 735842 w 4311556"/>
                <a:gd name="connsiteY5" fmla="*/ 3532496 h 4060209"/>
                <a:gd name="connsiteX6" fmla="*/ 75063 w 4311556"/>
                <a:gd name="connsiteY6" fmla="*/ 4012442 h 4060209"/>
                <a:gd name="connsiteX7" fmla="*/ 1186218 w 4311556"/>
                <a:gd name="connsiteY7" fmla="*/ 3819099 h 4060209"/>
                <a:gd name="connsiteX8" fmla="*/ 2441812 w 4311556"/>
                <a:gd name="connsiteY8" fmla="*/ 3204949 h 4060209"/>
                <a:gd name="connsiteX9" fmla="*/ 3547281 w 4311556"/>
                <a:gd name="connsiteY9" fmla="*/ 1990299 h 4060209"/>
                <a:gd name="connsiteX10" fmla="*/ 3956714 w 4311556"/>
                <a:gd name="connsiteY10" fmla="*/ 325272 h 4060209"/>
                <a:gd name="connsiteX11" fmla="*/ 4311556 w 4311556"/>
                <a:gd name="connsiteY11" fmla="*/ 38669 h 4060209"/>
                <a:gd name="connsiteX0" fmla="*/ 4216021 w 4311556"/>
                <a:gd name="connsiteY0" fmla="*/ 11373 h 4060209"/>
                <a:gd name="connsiteX1" fmla="*/ 3096905 w 4311556"/>
                <a:gd name="connsiteY1" fmla="*/ 93260 h 4060209"/>
                <a:gd name="connsiteX2" fmla="*/ 2455460 w 4311556"/>
                <a:gd name="connsiteY2" fmla="*/ 366215 h 4060209"/>
                <a:gd name="connsiteX3" fmla="*/ 1636594 w 4311556"/>
                <a:gd name="connsiteY3" fmla="*/ 1335206 h 4060209"/>
                <a:gd name="connsiteX4" fmla="*/ 1281753 w 4311556"/>
                <a:gd name="connsiteY4" fmla="*/ 1976651 h 4060209"/>
                <a:gd name="connsiteX5" fmla="*/ 735842 w 4311556"/>
                <a:gd name="connsiteY5" fmla="*/ 3532496 h 4060209"/>
                <a:gd name="connsiteX6" fmla="*/ 75063 w 4311556"/>
                <a:gd name="connsiteY6" fmla="*/ 4012442 h 4060209"/>
                <a:gd name="connsiteX7" fmla="*/ 1186218 w 4311556"/>
                <a:gd name="connsiteY7" fmla="*/ 3819099 h 4060209"/>
                <a:gd name="connsiteX8" fmla="*/ 2437263 w 4311556"/>
                <a:gd name="connsiteY8" fmla="*/ 3326642 h 4060209"/>
                <a:gd name="connsiteX9" fmla="*/ 3547281 w 4311556"/>
                <a:gd name="connsiteY9" fmla="*/ 1990299 h 4060209"/>
                <a:gd name="connsiteX10" fmla="*/ 3956714 w 4311556"/>
                <a:gd name="connsiteY10" fmla="*/ 325272 h 4060209"/>
                <a:gd name="connsiteX11" fmla="*/ 4311556 w 4311556"/>
                <a:gd name="connsiteY11" fmla="*/ 38669 h 4060209"/>
                <a:gd name="connsiteX0" fmla="*/ 4216021 w 4311556"/>
                <a:gd name="connsiteY0" fmla="*/ 11373 h 4060209"/>
                <a:gd name="connsiteX1" fmla="*/ 3096905 w 4311556"/>
                <a:gd name="connsiteY1" fmla="*/ 93260 h 4060209"/>
                <a:gd name="connsiteX2" fmla="*/ 2455460 w 4311556"/>
                <a:gd name="connsiteY2" fmla="*/ 366215 h 4060209"/>
                <a:gd name="connsiteX3" fmla="*/ 1636594 w 4311556"/>
                <a:gd name="connsiteY3" fmla="*/ 1335206 h 4060209"/>
                <a:gd name="connsiteX4" fmla="*/ 1281753 w 4311556"/>
                <a:gd name="connsiteY4" fmla="*/ 1976651 h 4060209"/>
                <a:gd name="connsiteX5" fmla="*/ 735842 w 4311556"/>
                <a:gd name="connsiteY5" fmla="*/ 3532496 h 4060209"/>
                <a:gd name="connsiteX6" fmla="*/ 75063 w 4311556"/>
                <a:gd name="connsiteY6" fmla="*/ 4012442 h 4060209"/>
                <a:gd name="connsiteX7" fmla="*/ 1186218 w 4311556"/>
                <a:gd name="connsiteY7" fmla="*/ 3819099 h 4060209"/>
                <a:gd name="connsiteX8" fmla="*/ 2437263 w 4311556"/>
                <a:gd name="connsiteY8" fmla="*/ 3402842 h 4060209"/>
                <a:gd name="connsiteX9" fmla="*/ 3547281 w 4311556"/>
                <a:gd name="connsiteY9" fmla="*/ 1990299 h 4060209"/>
                <a:gd name="connsiteX10" fmla="*/ 3956714 w 4311556"/>
                <a:gd name="connsiteY10" fmla="*/ 325272 h 4060209"/>
                <a:gd name="connsiteX11" fmla="*/ 4311556 w 4311556"/>
                <a:gd name="connsiteY11" fmla="*/ 38669 h 4060209"/>
                <a:gd name="connsiteX0" fmla="*/ 4221328 w 4316863"/>
                <a:gd name="connsiteY0" fmla="*/ 11373 h 4079733"/>
                <a:gd name="connsiteX1" fmla="*/ 3102212 w 4316863"/>
                <a:gd name="connsiteY1" fmla="*/ 93260 h 4079733"/>
                <a:gd name="connsiteX2" fmla="*/ 2460767 w 4316863"/>
                <a:gd name="connsiteY2" fmla="*/ 366215 h 4079733"/>
                <a:gd name="connsiteX3" fmla="*/ 1641901 w 4316863"/>
                <a:gd name="connsiteY3" fmla="*/ 1335206 h 4079733"/>
                <a:gd name="connsiteX4" fmla="*/ 1287060 w 4316863"/>
                <a:gd name="connsiteY4" fmla="*/ 1976651 h 4079733"/>
                <a:gd name="connsiteX5" fmla="*/ 741149 w 4316863"/>
                <a:gd name="connsiteY5" fmla="*/ 3532496 h 4079733"/>
                <a:gd name="connsiteX6" fmla="*/ 80370 w 4316863"/>
                <a:gd name="connsiteY6" fmla="*/ 4012442 h 4079733"/>
                <a:gd name="connsiteX7" fmla="*/ 1223370 w 4316863"/>
                <a:gd name="connsiteY7" fmla="*/ 3936242 h 4079733"/>
                <a:gd name="connsiteX8" fmla="*/ 2442570 w 4316863"/>
                <a:gd name="connsiteY8" fmla="*/ 3402842 h 4079733"/>
                <a:gd name="connsiteX9" fmla="*/ 3552588 w 4316863"/>
                <a:gd name="connsiteY9" fmla="*/ 1990299 h 4079733"/>
                <a:gd name="connsiteX10" fmla="*/ 3962021 w 4316863"/>
                <a:gd name="connsiteY10" fmla="*/ 325272 h 4079733"/>
                <a:gd name="connsiteX11" fmla="*/ 4316863 w 4316863"/>
                <a:gd name="connsiteY11" fmla="*/ 38669 h 4079733"/>
                <a:gd name="connsiteX0" fmla="*/ 4221328 w 4316863"/>
                <a:gd name="connsiteY0" fmla="*/ 18197 h 4086557"/>
                <a:gd name="connsiteX1" fmla="*/ 3102212 w 4316863"/>
                <a:gd name="connsiteY1" fmla="*/ 100084 h 4086557"/>
                <a:gd name="connsiteX2" fmla="*/ 2460767 w 4316863"/>
                <a:gd name="connsiteY2" fmla="*/ 373039 h 4086557"/>
                <a:gd name="connsiteX3" fmla="*/ 1641901 w 4316863"/>
                <a:gd name="connsiteY3" fmla="*/ 1342030 h 4086557"/>
                <a:gd name="connsiteX4" fmla="*/ 1287060 w 4316863"/>
                <a:gd name="connsiteY4" fmla="*/ 1983475 h 4086557"/>
                <a:gd name="connsiteX5" fmla="*/ 741149 w 4316863"/>
                <a:gd name="connsiteY5" fmla="*/ 3539320 h 4086557"/>
                <a:gd name="connsiteX6" fmla="*/ 80370 w 4316863"/>
                <a:gd name="connsiteY6" fmla="*/ 4019266 h 4086557"/>
                <a:gd name="connsiteX7" fmla="*/ 1223370 w 4316863"/>
                <a:gd name="connsiteY7" fmla="*/ 3943066 h 4086557"/>
                <a:gd name="connsiteX8" fmla="*/ 2442570 w 4316863"/>
                <a:gd name="connsiteY8" fmla="*/ 3409666 h 4086557"/>
                <a:gd name="connsiteX9" fmla="*/ 3585571 w 4316863"/>
                <a:gd name="connsiteY9" fmla="*/ 2038066 h 4086557"/>
                <a:gd name="connsiteX10" fmla="*/ 3962021 w 4316863"/>
                <a:gd name="connsiteY10" fmla="*/ 332096 h 4086557"/>
                <a:gd name="connsiteX11" fmla="*/ 4316863 w 4316863"/>
                <a:gd name="connsiteY11" fmla="*/ 45493 h 4086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863" h="4086557">
                  <a:moveTo>
                    <a:pt x="4221328" y="18197"/>
                  </a:moveTo>
                  <a:cubicBezTo>
                    <a:pt x="3808483" y="29570"/>
                    <a:pt x="3395639" y="40944"/>
                    <a:pt x="3102212" y="100084"/>
                  </a:cubicBezTo>
                  <a:cubicBezTo>
                    <a:pt x="2808785" y="159224"/>
                    <a:pt x="2704152" y="166048"/>
                    <a:pt x="2460767" y="373039"/>
                  </a:cubicBezTo>
                  <a:cubicBezTo>
                    <a:pt x="2217382" y="580030"/>
                    <a:pt x="1837519" y="1073624"/>
                    <a:pt x="1641901" y="1342030"/>
                  </a:cubicBezTo>
                  <a:cubicBezTo>
                    <a:pt x="1446283" y="1610436"/>
                    <a:pt x="1437185" y="1617260"/>
                    <a:pt x="1287060" y="1983475"/>
                  </a:cubicBezTo>
                  <a:cubicBezTo>
                    <a:pt x="1136935" y="2349690"/>
                    <a:pt x="942264" y="3200022"/>
                    <a:pt x="741149" y="3539320"/>
                  </a:cubicBezTo>
                  <a:cubicBezTo>
                    <a:pt x="540034" y="3878618"/>
                    <a:pt x="0" y="3951975"/>
                    <a:pt x="80370" y="4019266"/>
                  </a:cubicBezTo>
                  <a:cubicBezTo>
                    <a:pt x="160740" y="4086557"/>
                    <a:pt x="829670" y="4044666"/>
                    <a:pt x="1223370" y="3943066"/>
                  </a:cubicBezTo>
                  <a:cubicBezTo>
                    <a:pt x="1617070" y="3841466"/>
                    <a:pt x="2048870" y="3727166"/>
                    <a:pt x="2442570" y="3409666"/>
                  </a:cubicBezTo>
                  <a:cubicBezTo>
                    <a:pt x="2836270" y="3092166"/>
                    <a:pt x="3332329" y="2550994"/>
                    <a:pt x="3585571" y="2038066"/>
                  </a:cubicBezTo>
                  <a:cubicBezTo>
                    <a:pt x="3838813" y="1525138"/>
                    <a:pt x="3840139" y="664192"/>
                    <a:pt x="3962021" y="332096"/>
                  </a:cubicBezTo>
                  <a:cubicBezTo>
                    <a:pt x="4083903" y="0"/>
                    <a:pt x="4203131" y="26158"/>
                    <a:pt x="4316863" y="45493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7"/>
          <p:cNvGrpSpPr/>
          <p:nvPr/>
        </p:nvGrpSpPr>
        <p:grpSpPr>
          <a:xfrm>
            <a:off x="990602" y="514350"/>
            <a:ext cx="2362199" cy="1942652"/>
            <a:chOff x="990601" y="685799"/>
            <a:chExt cx="2362199" cy="2590203"/>
          </a:xfrm>
        </p:grpSpPr>
        <p:cxnSp>
          <p:nvCxnSpPr>
            <p:cNvPr id="80" name="AutoShape 34"/>
            <p:cNvCxnSpPr>
              <a:cxnSpLocks noChangeShapeType="1"/>
            </p:cNvCxnSpPr>
            <p:nvPr/>
          </p:nvCxnSpPr>
          <p:spPr bwMode="auto">
            <a:xfrm>
              <a:off x="990601" y="2054633"/>
              <a:ext cx="2362199" cy="651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 type="stealth" w="lg" len="lg"/>
              <a:tailEnd type="stealth" w="lg" len="lg"/>
            </a:ln>
          </p:spPr>
        </p:cxnSp>
        <p:cxnSp>
          <p:nvCxnSpPr>
            <p:cNvPr id="81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830046" y="1979104"/>
              <a:ext cx="2590203" cy="3594"/>
            </a:xfrm>
            <a:prstGeom prst="straightConnector1">
              <a:avLst/>
            </a:prstGeom>
            <a:noFill/>
            <a:ln w="38100">
              <a:solidFill>
                <a:srgbClr val="006600"/>
              </a:solidFill>
              <a:round/>
              <a:headEnd type="stealth" w="lg" len="lg"/>
              <a:tailEnd type="stealth" w="lg" len="lg"/>
            </a:ln>
          </p:spPr>
        </p:cxnSp>
        <p:sp>
          <p:nvSpPr>
            <p:cNvPr id="84" name="Freeform 83"/>
            <p:cNvSpPr/>
            <p:nvPr/>
          </p:nvSpPr>
          <p:spPr>
            <a:xfrm>
              <a:off x="1143000" y="890092"/>
              <a:ext cx="2114092" cy="2325665"/>
            </a:xfrm>
            <a:custGeom>
              <a:avLst/>
              <a:gdLst>
                <a:gd name="connsiteX0" fmla="*/ 2306472 w 2306472"/>
                <a:gd name="connsiteY0" fmla="*/ 141027 h 2731827"/>
                <a:gd name="connsiteX1" fmla="*/ 1992573 w 2306472"/>
                <a:gd name="connsiteY1" fmla="*/ 181970 h 2731827"/>
                <a:gd name="connsiteX2" fmla="*/ 1173708 w 2306472"/>
                <a:gd name="connsiteY2" fmla="*/ 1232848 h 2731827"/>
                <a:gd name="connsiteX3" fmla="*/ 368490 w 2306472"/>
                <a:gd name="connsiteY3" fmla="*/ 2488442 h 2731827"/>
                <a:gd name="connsiteX4" fmla="*/ 0 w 2306472"/>
                <a:gd name="connsiteY4" fmla="*/ 2693158 h 2731827"/>
                <a:gd name="connsiteX0" fmla="*/ 2369024 w 2369024"/>
                <a:gd name="connsiteY0" fmla="*/ 70514 h 2794380"/>
                <a:gd name="connsiteX1" fmla="*/ 1992573 w 2369024"/>
                <a:gd name="connsiteY1" fmla="*/ 244523 h 2794380"/>
                <a:gd name="connsiteX2" fmla="*/ 1173708 w 2369024"/>
                <a:gd name="connsiteY2" fmla="*/ 1295401 h 2794380"/>
                <a:gd name="connsiteX3" fmla="*/ 368490 w 2369024"/>
                <a:gd name="connsiteY3" fmla="*/ 2550995 h 2794380"/>
                <a:gd name="connsiteX4" fmla="*/ 0 w 2369024"/>
                <a:gd name="connsiteY4" fmla="*/ 2755711 h 2794380"/>
                <a:gd name="connsiteX0" fmla="*/ 2438400 w 2438400"/>
                <a:gd name="connsiteY0" fmla="*/ 70514 h 2909248"/>
                <a:gd name="connsiteX1" fmla="*/ 2061949 w 2438400"/>
                <a:gd name="connsiteY1" fmla="*/ 244523 h 2909248"/>
                <a:gd name="connsiteX2" fmla="*/ 1243084 w 2438400"/>
                <a:gd name="connsiteY2" fmla="*/ 1295401 h 2909248"/>
                <a:gd name="connsiteX3" fmla="*/ 437866 w 2438400"/>
                <a:gd name="connsiteY3" fmla="*/ 2550995 h 2909248"/>
                <a:gd name="connsiteX4" fmla="*/ 0 w 2438400"/>
                <a:gd name="connsiteY4" fmla="*/ 2889914 h 2909248"/>
                <a:gd name="connsiteX0" fmla="*/ 2590800 w 2590800"/>
                <a:gd name="connsiteY0" fmla="*/ 70514 h 2909248"/>
                <a:gd name="connsiteX1" fmla="*/ 2061949 w 2590800"/>
                <a:gd name="connsiteY1" fmla="*/ 244523 h 2909248"/>
                <a:gd name="connsiteX2" fmla="*/ 1243084 w 2590800"/>
                <a:gd name="connsiteY2" fmla="*/ 1295401 h 2909248"/>
                <a:gd name="connsiteX3" fmla="*/ 437866 w 2590800"/>
                <a:gd name="connsiteY3" fmla="*/ 2550995 h 2909248"/>
                <a:gd name="connsiteX4" fmla="*/ 0 w 2590800"/>
                <a:gd name="connsiteY4" fmla="*/ 2889914 h 2909248"/>
                <a:gd name="connsiteX0" fmla="*/ 2590800 w 2590800"/>
                <a:gd name="connsiteY0" fmla="*/ 38669 h 2877403"/>
                <a:gd name="connsiteX1" fmla="*/ 2061949 w 2590800"/>
                <a:gd name="connsiteY1" fmla="*/ 212678 h 2877403"/>
                <a:gd name="connsiteX2" fmla="*/ 1243084 w 2590800"/>
                <a:gd name="connsiteY2" fmla="*/ 1263556 h 2877403"/>
                <a:gd name="connsiteX3" fmla="*/ 437866 w 2590800"/>
                <a:gd name="connsiteY3" fmla="*/ 2519150 h 2877403"/>
                <a:gd name="connsiteX4" fmla="*/ 0 w 2590800"/>
                <a:gd name="connsiteY4" fmla="*/ 2858069 h 2877403"/>
                <a:gd name="connsiteX0" fmla="*/ 2590800 w 2590800"/>
                <a:gd name="connsiteY0" fmla="*/ 38669 h 2953603"/>
                <a:gd name="connsiteX1" fmla="*/ 2061949 w 2590800"/>
                <a:gd name="connsiteY1" fmla="*/ 288878 h 2953603"/>
                <a:gd name="connsiteX2" fmla="*/ 1243084 w 2590800"/>
                <a:gd name="connsiteY2" fmla="*/ 1339756 h 2953603"/>
                <a:gd name="connsiteX3" fmla="*/ 437866 w 2590800"/>
                <a:gd name="connsiteY3" fmla="*/ 2595350 h 2953603"/>
                <a:gd name="connsiteX4" fmla="*/ 0 w 2590800"/>
                <a:gd name="connsiteY4" fmla="*/ 2934269 h 2953603"/>
                <a:gd name="connsiteX0" fmla="*/ 2774240 w 2774240"/>
                <a:gd name="connsiteY0" fmla="*/ 38668 h 2908657"/>
                <a:gd name="connsiteX1" fmla="*/ 2061949 w 2774240"/>
                <a:gd name="connsiteY1" fmla="*/ 243932 h 2908657"/>
                <a:gd name="connsiteX2" fmla="*/ 1243084 w 2774240"/>
                <a:gd name="connsiteY2" fmla="*/ 1294810 h 2908657"/>
                <a:gd name="connsiteX3" fmla="*/ 437866 w 2774240"/>
                <a:gd name="connsiteY3" fmla="*/ 2550404 h 2908657"/>
                <a:gd name="connsiteX4" fmla="*/ 0 w 2774240"/>
                <a:gd name="connsiteY4" fmla="*/ 2889323 h 2908657"/>
                <a:gd name="connsiteX0" fmla="*/ 2823237 w 2823237"/>
                <a:gd name="connsiteY0" fmla="*/ 38669 h 2927993"/>
                <a:gd name="connsiteX1" fmla="*/ 2110946 w 2823237"/>
                <a:gd name="connsiteY1" fmla="*/ 243933 h 2927993"/>
                <a:gd name="connsiteX2" fmla="*/ 1292081 w 2823237"/>
                <a:gd name="connsiteY2" fmla="*/ 1294811 h 2927993"/>
                <a:gd name="connsiteX3" fmla="*/ 486863 w 2823237"/>
                <a:gd name="connsiteY3" fmla="*/ 2550405 h 2927993"/>
                <a:gd name="connsiteX4" fmla="*/ 0 w 2823237"/>
                <a:gd name="connsiteY4" fmla="*/ 2908658 h 2927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3237" h="2927993">
                  <a:moveTo>
                    <a:pt x="2823237" y="38669"/>
                  </a:moveTo>
                  <a:cubicBezTo>
                    <a:pt x="2736800" y="0"/>
                    <a:pt x="2366139" y="34576"/>
                    <a:pt x="2110946" y="243933"/>
                  </a:cubicBezTo>
                  <a:cubicBezTo>
                    <a:pt x="1855753" y="453290"/>
                    <a:pt x="1562762" y="910399"/>
                    <a:pt x="1292081" y="1294811"/>
                  </a:cubicBezTo>
                  <a:cubicBezTo>
                    <a:pt x="1021401" y="1679223"/>
                    <a:pt x="702210" y="2281431"/>
                    <a:pt x="486863" y="2550405"/>
                  </a:cubicBezTo>
                  <a:cubicBezTo>
                    <a:pt x="271516" y="2819379"/>
                    <a:pt x="86436" y="2927992"/>
                    <a:pt x="0" y="2908658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 85"/>
            <p:cNvSpPr/>
            <p:nvPr/>
          </p:nvSpPr>
          <p:spPr>
            <a:xfrm>
              <a:off x="1235411" y="921353"/>
              <a:ext cx="2021681" cy="2352687"/>
            </a:xfrm>
            <a:custGeom>
              <a:avLst/>
              <a:gdLst>
                <a:gd name="connsiteX0" fmla="*/ 0 w 2361063"/>
                <a:gd name="connsiteY0" fmla="*/ 2743200 h 2909247"/>
                <a:gd name="connsiteX1" fmla="*/ 368490 w 2361063"/>
                <a:gd name="connsiteY1" fmla="*/ 2702256 h 2909247"/>
                <a:gd name="connsiteX2" fmla="*/ 1146412 w 2361063"/>
                <a:gd name="connsiteY2" fmla="*/ 1501253 h 2909247"/>
                <a:gd name="connsiteX3" fmla="*/ 1978926 w 2361063"/>
                <a:gd name="connsiteY3" fmla="*/ 341194 h 2909247"/>
                <a:gd name="connsiteX4" fmla="*/ 2251881 w 2361063"/>
                <a:gd name="connsiteY4" fmla="*/ 54591 h 2909247"/>
                <a:gd name="connsiteX5" fmla="*/ 2361063 w 2361063"/>
                <a:gd name="connsiteY5" fmla="*/ 13647 h 2909247"/>
                <a:gd name="connsiteX0" fmla="*/ 0 w 2373573"/>
                <a:gd name="connsiteY0" fmla="*/ 2850107 h 2933130"/>
                <a:gd name="connsiteX1" fmla="*/ 381000 w 2373573"/>
                <a:gd name="connsiteY1" fmla="*/ 2702256 h 2933130"/>
                <a:gd name="connsiteX2" fmla="*/ 1158922 w 2373573"/>
                <a:gd name="connsiteY2" fmla="*/ 1501253 h 2933130"/>
                <a:gd name="connsiteX3" fmla="*/ 1991436 w 2373573"/>
                <a:gd name="connsiteY3" fmla="*/ 341194 h 2933130"/>
                <a:gd name="connsiteX4" fmla="*/ 2264391 w 2373573"/>
                <a:gd name="connsiteY4" fmla="*/ 54591 h 2933130"/>
                <a:gd name="connsiteX5" fmla="*/ 2373573 w 2373573"/>
                <a:gd name="connsiteY5" fmla="*/ 13647 h 2933130"/>
                <a:gd name="connsiteX0" fmla="*/ 0 w 2373573"/>
                <a:gd name="connsiteY0" fmla="*/ 2850107 h 2927065"/>
                <a:gd name="connsiteX1" fmla="*/ 381000 w 2373573"/>
                <a:gd name="connsiteY1" fmla="*/ 2702256 h 2927065"/>
                <a:gd name="connsiteX2" fmla="*/ 1158922 w 2373573"/>
                <a:gd name="connsiteY2" fmla="*/ 1501253 h 2927065"/>
                <a:gd name="connsiteX3" fmla="*/ 1991436 w 2373573"/>
                <a:gd name="connsiteY3" fmla="*/ 341194 h 2927065"/>
                <a:gd name="connsiteX4" fmla="*/ 2264391 w 2373573"/>
                <a:gd name="connsiteY4" fmla="*/ 54591 h 2927065"/>
                <a:gd name="connsiteX5" fmla="*/ 2373573 w 2373573"/>
                <a:gd name="connsiteY5" fmla="*/ 13647 h 2927065"/>
                <a:gd name="connsiteX0" fmla="*/ 0 w 2373573"/>
                <a:gd name="connsiteY0" fmla="*/ 2850107 h 2927065"/>
                <a:gd name="connsiteX1" fmla="*/ 381000 w 2373573"/>
                <a:gd name="connsiteY1" fmla="*/ 2702256 h 2927065"/>
                <a:gd name="connsiteX2" fmla="*/ 1158922 w 2373573"/>
                <a:gd name="connsiteY2" fmla="*/ 1501253 h 2927065"/>
                <a:gd name="connsiteX3" fmla="*/ 1991436 w 2373573"/>
                <a:gd name="connsiteY3" fmla="*/ 341194 h 2927065"/>
                <a:gd name="connsiteX4" fmla="*/ 2264391 w 2373573"/>
                <a:gd name="connsiteY4" fmla="*/ 54591 h 2927065"/>
                <a:gd name="connsiteX5" fmla="*/ 2373573 w 2373573"/>
                <a:gd name="connsiteY5" fmla="*/ 13647 h 2927065"/>
                <a:gd name="connsiteX0" fmla="*/ 0 w 2449773"/>
                <a:gd name="connsiteY0" fmla="*/ 2850107 h 2927065"/>
                <a:gd name="connsiteX1" fmla="*/ 457200 w 2449773"/>
                <a:gd name="connsiteY1" fmla="*/ 2702256 h 2927065"/>
                <a:gd name="connsiteX2" fmla="*/ 1235122 w 2449773"/>
                <a:gd name="connsiteY2" fmla="*/ 1501253 h 2927065"/>
                <a:gd name="connsiteX3" fmla="*/ 2067636 w 2449773"/>
                <a:gd name="connsiteY3" fmla="*/ 341194 h 2927065"/>
                <a:gd name="connsiteX4" fmla="*/ 2340591 w 2449773"/>
                <a:gd name="connsiteY4" fmla="*/ 54591 h 2927065"/>
                <a:gd name="connsiteX5" fmla="*/ 2449773 w 2449773"/>
                <a:gd name="connsiteY5" fmla="*/ 13647 h 2927065"/>
                <a:gd name="connsiteX0" fmla="*/ 0 w 2449773"/>
                <a:gd name="connsiteY0" fmla="*/ 2850107 h 2927065"/>
                <a:gd name="connsiteX1" fmla="*/ 228600 w 2449773"/>
                <a:gd name="connsiteY1" fmla="*/ 2850107 h 2927065"/>
                <a:gd name="connsiteX2" fmla="*/ 457200 w 2449773"/>
                <a:gd name="connsiteY2" fmla="*/ 2702256 h 2927065"/>
                <a:gd name="connsiteX3" fmla="*/ 1235122 w 2449773"/>
                <a:gd name="connsiteY3" fmla="*/ 1501253 h 2927065"/>
                <a:gd name="connsiteX4" fmla="*/ 2067636 w 2449773"/>
                <a:gd name="connsiteY4" fmla="*/ 341194 h 2927065"/>
                <a:gd name="connsiteX5" fmla="*/ 2340591 w 2449773"/>
                <a:gd name="connsiteY5" fmla="*/ 54591 h 2927065"/>
                <a:gd name="connsiteX6" fmla="*/ 2449773 w 2449773"/>
                <a:gd name="connsiteY6" fmla="*/ 13647 h 2927065"/>
                <a:gd name="connsiteX0" fmla="*/ 0 w 2449773"/>
                <a:gd name="connsiteY0" fmla="*/ 2850107 h 2927065"/>
                <a:gd name="connsiteX1" fmla="*/ 228600 w 2449773"/>
                <a:gd name="connsiteY1" fmla="*/ 2850107 h 2927065"/>
                <a:gd name="connsiteX2" fmla="*/ 304800 w 2449773"/>
                <a:gd name="connsiteY2" fmla="*/ 2850107 h 2927065"/>
                <a:gd name="connsiteX3" fmla="*/ 457200 w 2449773"/>
                <a:gd name="connsiteY3" fmla="*/ 2702256 h 2927065"/>
                <a:gd name="connsiteX4" fmla="*/ 1235122 w 2449773"/>
                <a:gd name="connsiteY4" fmla="*/ 1501253 h 2927065"/>
                <a:gd name="connsiteX5" fmla="*/ 2067636 w 2449773"/>
                <a:gd name="connsiteY5" fmla="*/ 341194 h 2927065"/>
                <a:gd name="connsiteX6" fmla="*/ 2340591 w 2449773"/>
                <a:gd name="connsiteY6" fmla="*/ 54591 h 2927065"/>
                <a:gd name="connsiteX7" fmla="*/ 2449773 w 2449773"/>
                <a:gd name="connsiteY7" fmla="*/ 13647 h 2927065"/>
                <a:gd name="connsiteX0" fmla="*/ 0 w 2590800"/>
                <a:gd name="connsiteY0" fmla="*/ 2902424 h 2979382"/>
                <a:gd name="connsiteX1" fmla="*/ 228600 w 2590800"/>
                <a:gd name="connsiteY1" fmla="*/ 2902424 h 2979382"/>
                <a:gd name="connsiteX2" fmla="*/ 304800 w 2590800"/>
                <a:gd name="connsiteY2" fmla="*/ 2902424 h 2979382"/>
                <a:gd name="connsiteX3" fmla="*/ 457200 w 2590800"/>
                <a:gd name="connsiteY3" fmla="*/ 2754573 h 2979382"/>
                <a:gd name="connsiteX4" fmla="*/ 1235122 w 2590800"/>
                <a:gd name="connsiteY4" fmla="*/ 1553570 h 2979382"/>
                <a:gd name="connsiteX5" fmla="*/ 2067636 w 2590800"/>
                <a:gd name="connsiteY5" fmla="*/ 393511 h 2979382"/>
                <a:gd name="connsiteX6" fmla="*/ 2340591 w 2590800"/>
                <a:gd name="connsiteY6" fmla="*/ 106908 h 2979382"/>
                <a:gd name="connsiteX7" fmla="*/ 2590800 w 2590800"/>
                <a:gd name="connsiteY7" fmla="*/ 6824 h 2979382"/>
                <a:gd name="connsiteX0" fmla="*/ 58875 w 2649675"/>
                <a:gd name="connsiteY0" fmla="*/ 2902424 h 2979382"/>
                <a:gd name="connsiteX1" fmla="*/ 38100 w 2649675"/>
                <a:gd name="connsiteY1" fmla="*/ 2882989 h 2979382"/>
                <a:gd name="connsiteX2" fmla="*/ 287475 w 2649675"/>
                <a:gd name="connsiteY2" fmla="*/ 2902424 h 2979382"/>
                <a:gd name="connsiteX3" fmla="*/ 363675 w 2649675"/>
                <a:gd name="connsiteY3" fmla="*/ 2902424 h 2979382"/>
                <a:gd name="connsiteX4" fmla="*/ 516075 w 2649675"/>
                <a:gd name="connsiteY4" fmla="*/ 2754573 h 2979382"/>
                <a:gd name="connsiteX5" fmla="*/ 1293997 w 2649675"/>
                <a:gd name="connsiteY5" fmla="*/ 1553570 h 2979382"/>
                <a:gd name="connsiteX6" fmla="*/ 2126511 w 2649675"/>
                <a:gd name="connsiteY6" fmla="*/ 393511 h 2979382"/>
                <a:gd name="connsiteX7" fmla="*/ 2399466 w 2649675"/>
                <a:gd name="connsiteY7" fmla="*/ 106908 h 2979382"/>
                <a:gd name="connsiteX8" fmla="*/ 2649675 w 2649675"/>
                <a:gd name="connsiteY8" fmla="*/ 6824 h 2979382"/>
                <a:gd name="connsiteX0" fmla="*/ 58875 w 2649675"/>
                <a:gd name="connsiteY0" fmla="*/ 2902424 h 2976144"/>
                <a:gd name="connsiteX1" fmla="*/ 38100 w 2649675"/>
                <a:gd name="connsiteY1" fmla="*/ 2882989 h 2976144"/>
                <a:gd name="connsiteX2" fmla="*/ 287475 w 2649675"/>
                <a:gd name="connsiteY2" fmla="*/ 2902424 h 2976144"/>
                <a:gd name="connsiteX3" fmla="*/ 331053 w 2649675"/>
                <a:gd name="connsiteY3" fmla="*/ 2882989 h 2976144"/>
                <a:gd name="connsiteX4" fmla="*/ 516075 w 2649675"/>
                <a:gd name="connsiteY4" fmla="*/ 2754573 h 2976144"/>
                <a:gd name="connsiteX5" fmla="*/ 1293997 w 2649675"/>
                <a:gd name="connsiteY5" fmla="*/ 1553570 h 2976144"/>
                <a:gd name="connsiteX6" fmla="*/ 2126511 w 2649675"/>
                <a:gd name="connsiteY6" fmla="*/ 393511 h 2976144"/>
                <a:gd name="connsiteX7" fmla="*/ 2399466 w 2649675"/>
                <a:gd name="connsiteY7" fmla="*/ 106908 h 2976144"/>
                <a:gd name="connsiteX8" fmla="*/ 2649675 w 2649675"/>
                <a:gd name="connsiteY8" fmla="*/ 6824 h 2976144"/>
                <a:gd name="connsiteX0" fmla="*/ 156525 w 2747325"/>
                <a:gd name="connsiteY0" fmla="*/ 2902424 h 2979382"/>
                <a:gd name="connsiteX1" fmla="*/ 38100 w 2747325"/>
                <a:gd name="connsiteY1" fmla="*/ 2979382 h 2979382"/>
                <a:gd name="connsiteX2" fmla="*/ 385125 w 2747325"/>
                <a:gd name="connsiteY2" fmla="*/ 2902424 h 2979382"/>
                <a:gd name="connsiteX3" fmla="*/ 428703 w 2747325"/>
                <a:gd name="connsiteY3" fmla="*/ 2882989 h 2979382"/>
                <a:gd name="connsiteX4" fmla="*/ 613725 w 2747325"/>
                <a:gd name="connsiteY4" fmla="*/ 2754573 h 2979382"/>
                <a:gd name="connsiteX5" fmla="*/ 1391647 w 2747325"/>
                <a:gd name="connsiteY5" fmla="*/ 1553570 h 2979382"/>
                <a:gd name="connsiteX6" fmla="*/ 2224161 w 2747325"/>
                <a:gd name="connsiteY6" fmla="*/ 393511 h 2979382"/>
                <a:gd name="connsiteX7" fmla="*/ 2497116 w 2747325"/>
                <a:gd name="connsiteY7" fmla="*/ 106908 h 2979382"/>
                <a:gd name="connsiteX8" fmla="*/ 2747325 w 2747325"/>
                <a:gd name="connsiteY8" fmla="*/ 6824 h 2979382"/>
                <a:gd name="connsiteX0" fmla="*/ 0 w 2590800"/>
                <a:gd name="connsiteY0" fmla="*/ 2902424 h 2976144"/>
                <a:gd name="connsiteX1" fmla="*/ 76876 w 2590800"/>
                <a:gd name="connsiteY1" fmla="*/ 2882989 h 2976144"/>
                <a:gd name="connsiteX2" fmla="*/ 228600 w 2590800"/>
                <a:gd name="connsiteY2" fmla="*/ 2902424 h 2976144"/>
                <a:gd name="connsiteX3" fmla="*/ 272178 w 2590800"/>
                <a:gd name="connsiteY3" fmla="*/ 2882989 h 2976144"/>
                <a:gd name="connsiteX4" fmla="*/ 457200 w 2590800"/>
                <a:gd name="connsiteY4" fmla="*/ 2754573 h 2976144"/>
                <a:gd name="connsiteX5" fmla="*/ 1235122 w 2590800"/>
                <a:gd name="connsiteY5" fmla="*/ 1553570 h 2976144"/>
                <a:gd name="connsiteX6" fmla="*/ 2067636 w 2590800"/>
                <a:gd name="connsiteY6" fmla="*/ 393511 h 2976144"/>
                <a:gd name="connsiteX7" fmla="*/ 2340591 w 2590800"/>
                <a:gd name="connsiteY7" fmla="*/ 106908 h 2976144"/>
                <a:gd name="connsiteX8" fmla="*/ 2590800 w 2590800"/>
                <a:gd name="connsiteY8" fmla="*/ 6824 h 2976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0" h="2976144">
                  <a:moveTo>
                    <a:pt x="0" y="2902424"/>
                  </a:moveTo>
                  <a:cubicBezTo>
                    <a:pt x="4311" y="2897746"/>
                    <a:pt x="38776" y="2882989"/>
                    <a:pt x="76876" y="2882989"/>
                  </a:cubicBezTo>
                  <a:cubicBezTo>
                    <a:pt x="114976" y="2882989"/>
                    <a:pt x="182111" y="2897746"/>
                    <a:pt x="228600" y="2902424"/>
                  </a:cubicBezTo>
                  <a:cubicBezTo>
                    <a:pt x="288878" y="2895979"/>
                    <a:pt x="234078" y="2907631"/>
                    <a:pt x="272178" y="2882989"/>
                  </a:cubicBezTo>
                  <a:cubicBezTo>
                    <a:pt x="310278" y="2858347"/>
                    <a:pt x="296709" y="2976143"/>
                    <a:pt x="457200" y="2754573"/>
                  </a:cubicBezTo>
                  <a:cubicBezTo>
                    <a:pt x="617691" y="2533003"/>
                    <a:pt x="966716" y="1947080"/>
                    <a:pt x="1235122" y="1553570"/>
                  </a:cubicBezTo>
                  <a:cubicBezTo>
                    <a:pt x="1503528" y="1160060"/>
                    <a:pt x="1883391" y="634621"/>
                    <a:pt x="2067636" y="393511"/>
                  </a:cubicBezTo>
                  <a:cubicBezTo>
                    <a:pt x="2251881" y="152401"/>
                    <a:pt x="2253397" y="171356"/>
                    <a:pt x="2340591" y="106908"/>
                  </a:cubicBezTo>
                  <a:cubicBezTo>
                    <a:pt x="2427785" y="42460"/>
                    <a:pt x="2568053" y="0"/>
                    <a:pt x="2590800" y="6824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105"/>
          <p:cNvGrpSpPr/>
          <p:nvPr/>
        </p:nvGrpSpPr>
        <p:grpSpPr>
          <a:xfrm>
            <a:off x="4800601" y="2686050"/>
            <a:ext cx="3230385" cy="2286001"/>
            <a:chOff x="5304015" y="3581399"/>
            <a:chExt cx="3230385" cy="3048001"/>
          </a:xfrm>
        </p:grpSpPr>
        <p:cxnSp>
          <p:nvCxnSpPr>
            <p:cNvPr id="92" name="AutoShape 34"/>
            <p:cNvCxnSpPr>
              <a:cxnSpLocks noChangeShapeType="1"/>
            </p:cNvCxnSpPr>
            <p:nvPr/>
          </p:nvCxnSpPr>
          <p:spPr bwMode="auto">
            <a:xfrm>
              <a:off x="5304015" y="5084371"/>
              <a:ext cx="3230385" cy="824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 type="stealth" w="lg" len="lg"/>
              <a:tailEnd type="stealth" w="lg" len="lg"/>
            </a:ln>
          </p:spPr>
        </p:cxnSp>
        <p:cxnSp>
          <p:nvCxnSpPr>
            <p:cNvPr id="93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5329481" y="5105006"/>
              <a:ext cx="3048001" cy="788"/>
            </a:xfrm>
            <a:prstGeom prst="straightConnector1">
              <a:avLst/>
            </a:prstGeom>
            <a:noFill/>
            <a:ln w="38100">
              <a:solidFill>
                <a:srgbClr val="006600"/>
              </a:solidFill>
              <a:round/>
              <a:headEnd type="stealth" w="lg" len="lg"/>
              <a:tailEnd type="stealth" w="lg" len="lg"/>
            </a:ln>
          </p:spPr>
        </p:cxnSp>
        <p:sp>
          <p:nvSpPr>
            <p:cNvPr id="105" name="Parallelogram 104"/>
            <p:cNvSpPr/>
            <p:nvPr/>
          </p:nvSpPr>
          <p:spPr>
            <a:xfrm>
              <a:off x="5562600" y="3886200"/>
              <a:ext cx="2590800" cy="2438400"/>
            </a:xfrm>
            <a:prstGeom prst="parallelogram">
              <a:avLst>
                <a:gd name="adj" fmla="val 5223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7" name="Text Box 27"/>
          <p:cNvSpPr txBox="1">
            <a:spLocks noChangeArrowheads="1"/>
          </p:cNvSpPr>
          <p:nvPr/>
        </p:nvSpPr>
        <p:spPr bwMode="auto">
          <a:xfrm>
            <a:off x="2590800" y="114300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08" name="Text Box 27"/>
          <p:cNvSpPr txBox="1">
            <a:spLocks noChangeArrowheads="1"/>
          </p:cNvSpPr>
          <p:nvPr/>
        </p:nvSpPr>
        <p:spPr bwMode="auto">
          <a:xfrm>
            <a:off x="5562600" y="108585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110" name="Text Box 27"/>
          <p:cNvSpPr txBox="1">
            <a:spLocks noChangeArrowheads="1"/>
          </p:cNvSpPr>
          <p:nvPr/>
        </p:nvSpPr>
        <p:spPr bwMode="auto">
          <a:xfrm>
            <a:off x="3886200" y="342900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111" name="Text Box 27"/>
          <p:cNvSpPr txBox="1">
            <a:spLocks noChangeArrowheads="1"/>
          </p:cNvSpPr>
          <p:nvPr/>
        </p:nvSpPr>
        <p:spPr bwMode="auto">
          <a:xfrm>
            <a:off x="7239000" y="3486150"/>
            <a:ext cx="53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4</a:t>
            </a:r>
          </a:p>
        </p:txBody>
      </p:sp>
      <p:grpSp>
        <p:nvGrpSpPr>
          <p:cNvPr id="6" name="Group 53"/>
          <p:cNvGrpSpPr/>
          <p:nvPr/>
        </p:nvGrpSpPr>
        <p:grpSpPr>
          <a:xfrm>
            <a:off x="6553200" y="514351"/>
            <a:ext cx="2057400" cy="1943696"/>
            <a:chOff x="6553200" y="685800"/>
            <a:chExt cx="2057400" cy="2591595"/>
          </a:xfrm>
        </p:grpSpPr>
        <p:sp>
          <p:nvSpPr>
            <p:cNvPr id="109" name="Text Box 27"/>
            <p:cNvSpPr txBox="1">
              <a:spLocks noChangeArrowheads="1"/>
            </p:cNvSpPr>
            <p:nvPr/>
          </p:nvSpPr>
          <p:spPr bwMode="auto">
            <a:xfrm>
              <a:off x="8153400" y="1599408"/>
              <a:ext cx="3810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cs typeface="Calibri" pitchFamily="34" charset="0"/>
                </a:rPr>
                <a:t>5</a:t>
              </a:r>
            </a:p>
          </p:txBody>
        </p:sp>
        <p:cxnSp>
          <p:nvCxnSpPr>
            <p:cNvPr id="113" name="AutoShape 34"/>
            <p:cNvCxnSpPr>
              <a:cxnSpLocks noChangeShapeType="1"/>
            </p:cNvCxnSpPr>
            <p:nvPr/>
          </p:nvCxnSpPr>
          <p:spPr bwMode="auto">
            <a:xfrm>
              <a:off x="6553200" y="2037166"/>
              <a:ext cx="2057400" cy="1588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 type="stealth" w="lg" len="lg"/>
              <a:tailEnd type="stealth" w="lg" len="lg"/>
            </a:ln>
          </p:spPr>
        </p:cxnSp>
        <p:cxnSp>
          <p:nvCxnSpPr>
            <p:cNvPr id="114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6247208" y="1980804"/>
              <a:ext cx="2591595" cy="1588"/>
            </a:xfrm>
            <a:prstGeom prst="straightConnector1">
              <a:avLst/>
            </a:prstGeom>
            <a:noFill/>
            <a:ln w="38100">
              <a:solidFill>
                <a:srgbClr val="006600"/>
              </a:solidFill>
              <a:round/>
              <a:headEnd type="stealth" w="lg" len="lg"/>
              <a:tailEnd type="stealth" w="lg" len="lg"/>
            </a:ln>
          </p:spPr>
        </p:cxnSp>
        <p:cxnSp>
          <p:nvCxnSpPr>
            <p:cNvPr id="118" name="Straight Connector 117"/>
            <p:cNvCxnSpPr/>
            <p:nvPr/>
          </p:nvCxnSpPr>
          <p:spPr>
            <a:xfrm rot="5400000" flipH="1" flipV="1">
              <a:off x="6324601" y="1219199"/>
              <a:ext cx="2438400" cy="167640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>
              <a:off x="6553200" y="3276600"/>
              <a:ext cx="1524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8382000" y="838200"/>
              <a:ext cx="1524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Box 27"/>
          <p:cNvSpPr txBox="1">
            <a:spLocks noChangeArrowheads="1"/>
          </p:cNvSpPr>
          <p:nvPr/>
        </p:nvSpPr>
        <p:spPr bwMode="auto">
          <a:xfrm>
            <a:off x="2590800" y="114300"/>
            <a:ext cx="43434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itchFamily="34" charset="0"/>
                <a:cs typeface="Calibri" pitchFamily="34" charset="0"/>
              </a:rPr>
              <a:t>Comment on all the curves - </a:t>
            </a:r>
          </a:p>
        </p:txBody>
      </p:sp>
      <p:grpSp>
        <p:nvGrpSpPr>
          <p:cNvPr id="35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36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7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38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1783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0"/>
                            </p:stCondLst>
                            <p:childTnLst>
                              <p:par>
                                <p:cTn id="21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4500"/>
                            </p:stCondLst>
                            <p:childTnLst>
                              <p:par>
                                <p:cTn id="3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08" grpId="0" animBg="1"/>
      <p:bldP spid="110" grpId="0" animBg="1"/>
      <p:bldP spid="111" grpId="0" animBg="1"/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/>
          <p:cNvGrpSpPr/>
          <p:nvPr/>
        </p:nvGrpSpPr>
        <p:grpSpPr>
          <a:xfrm>
            <a:off x="2971800" y="400050"/>
            <a:ext cx="1828800" cy="1885950"/>
            <a:chOff x="2743200" y="806216"/>
            <a:chExt cx="2727251" cy="3079984"/>
          </a:xfrm>
        </p:grpSpPr>
        <p:cxnSp>
          <p:nvCxnSpPr>
            <p:cNvPr id="12" name="AutoShape 34"/>
            <p:cNvCxnSpPr>
              <a:cxnSpLocks noChangeShapeType="1"/>
            </p:cNvCxnSpPr>
            <p:nvPr/>
          </p:nvCxnSpPr>
          <p:spPr bwMode="auto">
            <a:xfrm>
              <a:off x="2743200" y="2324958"/>
              <a:ext cx="2727251" cy="833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 type="stealth" w="lg" len="lg"/>
              <a:tailEnd type="stealth" w="lg" len="lg"/>
            </a:ln>
          </p:spPr>
        </p:cxnSp>
        <p:cxnSp>
          <p:nvCxnSpPr>
            <p:cNvPr id="15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2511345" y="2345875"/>
              <a:ext cx="3079984" cy="665"/>
            </a:xfrm>
            <a:prstGeom prst="straightConnector1">
              <a:avLst/>
            </a:prstGeom>
            <a:noFill/>
            <a:ln w="38100">
              <a:solidFill>
                <a:srgbClr val="006600"/>
              </a:solidFill>
              <a:round/>
              <a:headEnd type="stealth" w="lg" len="lg"/>
              <a:tailEnd type="stealth" w="lg" len="lg"/>
            </a:ln>
          </p:spPr>
        </p:cxnSp>
        <p:sp>
          <p:nvSpPr>
            <p:cNvPr id="13" name="Freeform 12"/>
            <p:cNvSpPr/>
            <p:nvPr/>
          </p:nvSpPr>
          <p:spPr>
            <a:xfrm>
              <a:off x="3992894" y="1077982"/>
              <a:ext cx="1110734" cy="575782"/>
            </a:xfrm>
            <a:custGeom>
              <a:avLst/>
              <a:gdLst>
                <a:gd name="connsiteX0" fmla="*/ 2427890 w 2427890"/>
                <a:gd name="connsiteY0" fmla="*/ 0 h 1208689"/>
                <a:gd name="connsiteX1" fmla="*/ 1497725 w 2427890"/>
                <a:gd name="connsiteY1" fmla="*/ 110358 h 1208689"/>
                <a:gd name="connsiteX2" fmla="*/ 788277 w 2427890"/>
                <a:gd name="connsiteY2" fmla="*/ 457200 h 1208689"/>
                <a:gd name="connsiteX3" fmla="*/ 110359 w 2427890"/>
                <a:gd name="connsiteY3" fmla="*/ 1103586 h 1208689"/>
                <a:gd name="connsiteX4" fmla="*/ 126125 w 2427890"/>
                <a:gd name="connsiteY4" fmla="*/ 1087820 h 1208689"/>
                <a:gd name="connsiteX0" fmla="*/ 2425108 w 2425108"/>
                <a:gd name="connsiteY0" fmla="*/ 0 h 1203434"/>
                <a:gd name="connsiteX1" fmla="*/ 1494943 w 2425108"/>
                <a:gd name="connsiteY1" fmla="*/ 110358 h 1203434"/>
                <a:gd name="connsiteX2" fmla="*/ 785495 w 2425108"/>
                <a:gd name="connsiteY2" fmla="*/ 457200 h 1203434"/>
                <a:gd name="connsiteX3" fmla="*/ 107577 w 2425108"/>
                <a:gd name="connsiteY3" fmla="*/ 1103586 h 1203434"/>
                <a:gd name="connsiteX4" fmla="*/ 140035 w 2425108"/>
                <a:gd name="connsiteY4" fmla="*/ 1056289 h 1203434"/>
                <a:gd name="connsiteX0" fmla="*/ 2437009 w 2437009"/>
                <a:gd name="connsiteY0" fmla="*/ 0 h 1216134"/>
                <a:gd name="connsiteX1" fmla="*/ 1506844 w 2437009"/>
                <a:gd name="connsiteY1" fmla="*/ 110358 h 1216134"/>
                <a:gd name="connsiteX2" fmla="*/ 797396 w 2437009"/>
                <a:gd name="connsiteY2" fmla="*/ 457200 h 1216134"/>
                <a:gd name="connsiteX3" fmla="*/ 119478 w 2437009"/>
                <a:gd name="connsiteY3" fmla="*/ 1103586 h 1216134"/>
                <a:gd name="connsiteX4" fmla="*/ 80527 w 2437009"/>
                <a:gd name="connsiteY4" fmla="*/ 1132489 h 1216134"/>
                <a:gd name="connsiteX0" fmla="*/ 2419545 w 2419545"/>
                <a:gd name="connsiteY0" fmla="*/ 0 h 1192923"/>
                <a:gd name="connsiteX1" fmla="*/ 1489380 w 2419545"/>
                <a:gd name="connsiteY1" fmla="*/ 110358 h 1192923"/>
                <a:gd name="connsiteX2" fmla="*/ 779932 w 2419545"/>
                <a:gd name="connsiteY2" fmla="*/ 457200 h 1192923"/>
                <a:gd name="connsiteX3" fmla="*/ 205881 w 2419545"/>
                <a:gd name="connsiteY3" fmla="*/ 903889 h 1192923"/>
                <a:gd name="connsiteX4" fmla="*/ 102014 w 2419545"/>
                <a:gd name="connsiteY4" fmla="*/ 1103586 h 1192923"/>
                <a:gd name="connsiteX5" fmla="*/ 63063 w 2419545"/>
                <a:gd name="connsiteY5" fmla="*/ 1132489 h 1192923"/>
                <a:gd name="connsiteX0" fmla="*/ 2490953 w 2490953"/>
                <a:gd name="connsiteY0" fmla="*/ 0 h 1192924"/>
                <a:gd name="connsiteX1" fmla="*/ 1560788 w 2490953"/>
                <a:gd name="connsiteY1" fmla="*/ 110358 h 1192924"/>
                <a:gd name="connsiteX2" fmla="*/ 851340 w 2490953"/>
                <a:gd name="connsiteY2" fmla="*/ 457200 h 1192924"/>
                <a:gd name="connsiteX3" fmla="*/ 277289 w 2490953"/>
                <a:gd name="connsiteY3" fmla="*/ 903889 h 1192924"/>
                <a:gd name="connsiteX4" fmla="*/ 173422 w 2490953"/>
                <a:gd name="connsiteY4" fmla="*/ 1103586 h 1192924"/>
                <a:gd name="connsiteX5" fmla="*/ 63063 w 2490953"/>
                <a:gd name="connsiteY5" fmla="*/ 1132490 h 1192924"/>
                <a:gd name="connsiteX0" fmla="*/ 2490953 w 2490953"/>
                <a:gd name="connsiteY0" fmla="*/ 0 h 1192924"/>
                <a:gd name="connsiteX1" fmla="*/ 1560788 w 2490953"/>
                <a:gd name="connsiteY1" fmla="*/ 110358 h 1192924"/>
                <a:gd name="connsiteX2" fmla="*/ 851340 w 2490953"/>
                <a:gd name="connsiteY2" fmla="*/ 457200 h 1192924"/>
                <a:gd name="connsiteX3" fmla="*/ 277289 w 2490953"/>
                <a:gd name="connsiteY3" fmla="*/ 903889 h 1192924"/>
                <a:gd name="connsiteX4" fmla="*/ 63063 w 2490953"/>
                <a:gd name="connsiteY4" fmla="*/ 1132489 h 1192924"/>
                <a:gd name="connsiteX5" fmla="*/ 63063 w 2490953"/>
                <a:gd name="connsiteY5" fmla="*/ 1132490 h 1192924"/>
                <a:gd name="connsiteX0" fmla="*/ 2451693 w 2451693"/>
                <a:gd name="connsiteY0" fmla="*/ 0 h 1145189"/>
                <a:gd name="connsiteX1" fmla="*/ 1521528 w 2451693"/>
                <a:gd name="connsiteY1" fmla="*/ 110358 h 1145189"/>
                <a:gd name="connsiteX2" fmla="*/ 812080 w 2451693"/>
                <a:gd name="connsiteY2" fmla="*/ 457200 h 1145189"/>
                <a:gd name="connsiteX3" fmla="*/ 238029 w 2451693"/>
                <a:gd name="connsiteY3" fmla="*/ 903889 h 1145189"/>
                <a:gd name="connsiteX4" fmla="*/ 23803 w 2451693"/>
                <a:gd name="connsiteY4" fmla="*/ 1132489 h 1145189"/>
                <a:gd name="connsiteX5" fmla="*/ 95211 w 2451693"/>
                <a:gd name="connsiteY5" fmla="*/ 980089 h 1145189"/>
                <a:gd name="connsiteX0" fmla="*/ 2451693 w 2451693"/>
                <a:gd name="connsiteY0" fmla="*/ 0 h 1157889"/>
                <a:gd name="connsiteX1" fmla="*/ 1521528 w 2451693"/>
                <a:gd name="connsiteY1" fmla="*/ 110358 h 1157889"/>
                <a:gd name="connsiteX2" fmla="*/ 812080 w 2451693"/>
                <a:gd name="connsiteY2" fmla="*/ 457200 h 1157889"/>
                <a:gd name="connsiteX3" fmla="*/ 238029 w 2451693"/>
                <a:gd name="connsiteY3" fmla="*/ 903889 h 1157889"/>
                <a:gd name="connsiteX4" fmla="*/ 23803 w 2451693"/>
                <a:gd name="connsiteY4" fmla="*/ 1132489 h 1157889"/>
                <a:gd name="connsiteX5" fmla="*/ 95211 w 2451693"/>
                <a:gd name="connsiteY5" fmla="*/ 1056290 h 1157889"/>
                <a:gd name="connsiteX0" fmla="*/ 2475496 w 2475496"/>
                <a:gd name="connsiteY0" fmla="*/ 0 h 1116724"/>
                <a:gd name="connsiteX1" fmla="*/ 1545331 w 2475496"/>
                <a:gd name="connsiteY1" fmla="*/ 110358 h 1116724"/>
                <a:gd name="connsiteX2" fmla="*/ 835883 w 2475496"/>
                <a:gd name="connsiteY2" fmla="*/ 457200 h 1116724"/>
                <a:gd name="connsiteX3" fmla="*/ 261832 w 2475496"/>
                <a:gd name="connsiteY3" fmla="*/ 903889 h 1116724"/>
                <a:gd name="connsiteX4" fmla="*/ 23803 w 2475496"/>
                <a:gd name="connsiteY4" fmla="*/ 1081689 h 1116724"/>
                <a:gd name="connsiteX5" fmla="*/ 119014 w 2475496"/>
                <a:gd name="connsiteY5" fmla="*/ 1056290 h 1116724"/>
                <a:gd name="connsiteX0" fmla="*/ 2472971 w 2472971"/>
                <a:gd name="connsiteY0" fmla="*/ 0 h 1116724"/>
                <a:gd name="connsiteX1" fmla="*/ 1542806 w 2472971"/>
                <a:gd name="connsiteY1" fmla="*/ 110358 h 1116724"/>
                <a:gd name="connsiteX2" fmla="*/ 833358 w 2472971"/>
                <a:gd name="connsiteY2" fmla="*/ 457200 h 1116724"/>
                <a:gd name="connsiteX3" fmla="*/ 244159 w 2472971"/>
                <a:gd name="connsiteY3" fmla="*/ 929289 h 1116724"/>
                <a:gd name="connsiteX4" fmla="*/ 21278 w 2472971"/>
                <a:gd name="connsiteY4" fmla="*/ 1081689 h 1116724"/>
                <a:gd name="connsiteX5" fmla="*/ 116489 w 2472971"/>
                <a:gd name="connsiteY5" fmla="*/ 1056290 h 1116724"/>
                <a:gd name="connsiteX0" fmla="*/ 2587040 w 2587040"/>
                <a:gd name="connsiteY0" fmla="*/ 0 h 1116724"/>
                <a:gd name="connsiteX1" fmla="*/ 1656875 w 2587040"/>
                <a:gd name="connsiteY1" fmla="*/ 110358 h 1116724"/>
                <a:gd name="connsiteX2" fmla="*/ 947427 w 2587040"/>
                <a:gd name="connsiteY2" fmla="*/ 457200 h 1116724"/>
                <a:gd name="connsiteX3" fmla="*/ 135347 w 2587040"/>
                <a:gd name="connsiteY3" fmla="*/ 1005489 h 1116724"/>
                <a:gd name="connsiteX4" fmla="*/ 135347 w 2587040"/>
                <a:gd name="connsiteY4" fmla="*/ 1081689 h 1116724"/>
                <a:gd name="connsiteX5" fmla="*/ 230558 w 2587040"/>
                <a:gd name="connsiteY5" fmla="*/ 1056290 h 1116724"/>
                <a:gd name="connsiteX0" fmla="*/ 2587040 w 2587040"/>
                <a:gd name="connsiteY0" fmla="*/ 0 h 1109571"/>
                <a:gd name="connsiteX1" fmla="*/ 1656875 w 2587040"/>
                <a:gd name="connsiteY1" fmla="*/ 110358 h 1109571"/>
                <a:gd name="connsiteX2" fmla="*/ 947427 w 2587040"/>
                <a:gd name="connsiteY2" fmla="*/ 457200 h 1109571"/>
                <a:gd name="connsiteX3" fmla="*/ 135347 w 2587040"/>
                <a:gd name="connsiteY3" fmla="*/ 1005489 h 1109571"/>
                <a:gd name="connsiteX4" fmla="*/ 135347 w 2587040"/>
                <a:gd name="connsiteY4" fmla="*/ 1081689 h 1109571"/>
                <a:gd name="connsiteX5" fmla="*/ 135347 w 2587040"/>
                <a:gd name="connsiteY5" fmla="*/ 1005489 h 1109571"/>
                <a:gd name="connsiteX0" fmla="*/ 2587040 w 2587040"/>
                <a:gd name="connsiteY0" fmla="*/ 0 h 1096871"/>
                <a:gd name="connsiteX1" fmla="*/ 1656875 w 2587040"/>
                <a:gd name="connsiteY1" fmla="*/ 110358 h 1096871"/>
                <a:gd name="connsiteX2" fmla="*/ 947427 w 2587040"/>
                <a:gd name="connsiteY2" fmla="*/ 457200 h 1096871"/>
                <a:gd name="connsiteX3" fmla="*/ 135347 w 2587040"/>
                <a:gd name="connsiteY3" fmla="*/ 1005489 h 1096871"/>
                <a:gd name="connsiteX4" fmla="*/ 135347 w 2587040"/>
                <a:gd name="connsiteY4" fmla="*/ 1005490 h 1096871"/>
                <a:gd name="connsiteX5" fmla="*/ 135347 w 2587040"/>
                <a:gd name="connsiteY5" fmla="*/ 1005489 h 1096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7040" h="1096871">
                  <a:moveTo>
                    <a:pt x="2587040" y="0"/>
                  </a:moveTo>
                  <a:cubicBezTo>
                    <a:pt x="2258592" y="17079"/>
                    <a:pt x="1930144" y="34158"/>
                    <a:pt x="1656875" y="110358"/>
                  </a:cubicBezTo>
                  <a:cubicBezTo>
                    <a:pt x="1383606" y="186558"/>
                    <a:pt x="1201015" y="308012"/>
                    <a:pt x="947427" y="457200"/>
                  </a:cubicBezTo>
                  <a:cubicBezTo>
                    <a:pt x="693839" y="606388"/>
                    <a:pt x="270694" y="914107"/>
                    <a:pt x="135347" y="1005489"/>
                  </a:cubicBezTo>
                  <a:cubicBezTo>
                    <a:pt x="0" y="1096871"/>
                    <a:pt x="135347" y="1005490"/>
                    <a:pt x="135347" y="1005490"/>
                  </a:cubicBezTo>
                  <a:cubicBezTo>
                    <a:pt x="135347" y="1005490"/>
                    <a:pt x="72284" y="1065923"/>
                    <a:pt x="135347" y="1005489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2775097" y="2932454"/>
              <a:ext cx="1307438" cy="713330"/>
            </a:xfrm>
            <a:custGeom>
              <a:avLst/>
              <a:gdLst>
                <a:gd name="connsiteX0" fmla="*/ 0 w 3205656"/>
                <a:gd name="connsiteY0" fmla="*/ 1382111 h 1408387"/>
                <a:gd name="connsiteX1" fmla="*/ 977463 w 3205656"/>
                <a:gd name="connsiteY1" fmla="*/ 1319049 h 1408387"/>
                <a:gd name="connsiteX2" fmla="*/ 2207173 w 3205656"/>
                <a:gd name="connsiteY2" fmla="*/ 846083 h 1408387"/>
                <a:gd name="connsiteX3" fmla="*/ 3058511 w 3205656"/>
                <a:gd name="connsiteY3" fmla="*/ 120869 h 1408387"/>
                <a:gd name="connsiteX4" fmla="*/ 3090042 w 3205656"/>
                <a:gd name="connsiteY4" fmla="*/ 120869 h 1408387"/>
                <a:gd name="connsiteX5" fmla="*/ 3105807 w 3205656"/>
                <a:gd name="connsiteY5" fmla="*/ 152400 h 1408387"/>
                <a:gd name="connsiteX0" fmla="*/ 0 w 3139090"/>
                <a:gd name="connsiteY0" fmla="*/ 1345325 h 1371601"/>
                <a:gd name="connsiteX1" fmla="*/ 977463 w 3139090"/>
                <a:gd name="connsiteY1" fmla="*/ 1282263 h 1371601"/>
                <a:gd name="connsiteX2" fmla="*/ 2207173 w 3139090"/>
                <a:gd name="connsiteY2" fmla="*/ 809297 h 1371601"/>
                <a:gd name="connsiteX3" fmla="*/ 2606566 w 3139090"/>
                <a:gd name="connsiteY3" fmla="*/ 588580 h 1371601"/>
                <a:gd name="connsiteX4" fmla="*/ 3058511 w 3139090"/>
                <a:gd name="connsiteY4" fmla="*/ 84083 h 1371601"/>
                <a:gd name="connsiteX5" fmla="*/ 3090042 w 3139090"/>
                <a:gd name="connsiteY5" fmla="*/ 84083 h 1371601"/>
                <a:gd name="connsiteX6" fmla="*/ 3105807 w 3139090"/>
                <a:gd name="connsiteY6" fmla="*/ 115614 h 1371601"/>
                <a:gd name="connsiteX0" fmla="*/ 0 w 3139090"/>
                <a:gd name="connsiteY0" fmla="*/ 1332625 h 1358901"/>
                <a:gd name="connsiteX1" fmla="*/ 977463 w 3139090"/>
                <a:gd name="connsiteY1" fmla="*/ 1269563 h 1358901"/>
                <a:gd name="connsiteX2" fmla="*/ 2207173 w 3139090"/>
                <a:gd name="connsiteY2" fmla="*/ 796597 h 1358901"/>
                <a:gd name="connsiteX3" fmla="*/ 2606566 w 3139090"/>
                <a:gd name="connsiteY3" fmla="*/ 499680 h 1358901"/>
                <a:gd name="connsiteX4" fmla="*/ 3058511 w 3139090"/>
                <a:gd name="connsiteY4" fmla="*/ 71383 h 1358901"/>
                <a:gd name="connsiteX5" fmla="*/ 3090042 w 3139090"/>
                <a:gd name="connsiteY5" fmla="*/ 71383 h 1358901"/>
                <a:gd name="connsiteX6" fmla="*/ 3105807 w 3139090"/>
                <a:gd name="connsiteY6" fmla="*/ 102914 h 135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39090" h="1358901">
                  <a:moveTo>
                    <a:pt x="0" y="1332625"/>
                  </a:moveTo>
                  <a:cubicBezTo>
                    <a:pt x="304800" y="1345763"/>
                    <a:pt x="609601" y="1358901"/>
                    <a:pt x="977463" y="1269563"/>
                  </a:cubicBezTo>
                  <a:cubicBezTo>
                    <a:pt x="1345325" y="1180225"/>
                    <a:pt x="1935656" y="924911"/>
                    <a:pt x="2207173" y="796597"/>
                  </a:cubicBezTo>
                  <a:cubicBezTo>
                    <a:pt x="2478690" y="668283"/>
                    <a:pt x="2464676" y="620549"/>
                    <a:pt x="2606566" y="499680"/>
                  </a:cubicBezTo>
                  <a:cubicBezTo>
                    <a:pt x="2748456" y="378811"/>
                    <a:pt x="2977932" y="142766"/>
                    <a:pt x="3058511" y="71383"/>
                  </a:cubicBezTo>
                  <a:cubicBezTo>
                    <a:pt x="3139090" y="0"/>
                    <a:pt x="3082159" y="66128"/>
                    <a:pt x="3090042" y="71383"/>
                  </a:cubicBezTo>
                  <a:cubicBezTo>
                    <a:pt x="3097925" y="76638"/>
                    <a:pt x="3101866" y="89776"/>
                    <a:pt x="3105807" y="102914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4051005" y="1085798"/>
              <a:ext cx="1052623" cy="1879990"/>
            </a:xfrm>
            <a:custGeom>
              <a:avLst/>
              <a:gdLst>
                <a:gd name="connsiteX0" fmla="*/ 0 w 2459421"/>
                <a:gd name="connsiteY0" fmla="*/ 3358055 h 3358055"/>
                <a:gd name="connsiteX1" fmla="*/ 993228 w 2459421"/>
                <a:gd name="connsiteY1" fmla="*/ 2317531 h 3358055"/>
                <a:gd name="connsiteX2" fmla="*/ 1639614 w 2459421"/>
                <a:gd name="connsiteY2" fmla="*/ 914400 h 3358055"/>
                <a:gd name="connsiteX3" fmla="*/ 1828800 w 2459421"/>
                <a:gd name="connsiteY3" fmla="*/ 457200 h 3358055"/>
                <a:gd name="connsiteX4" fmla="*/ 2096814 w 2459421"/>
                <a:gd name="connsiteY4" fmla="*/ 78828 h 3358055"/>
                <a:gd name="connsiteX5" fmla="*/ 2459421 w 2459421"/>
                <a:gd name="connsiteY5" fmla="*/ 0 h 3358055"/>
                <a:gd name="connsiteX0" fmla="*/ 0 w 2459421"/>
                <a:gd name="connsiteY0" fmla="*/ 3358055 h 3358055"/>
                <a:gd name="connsiteX1" fmla="*/ 993228 w 2459421"/>
                <a:gd name="connsiteY1" fmla="*/ 2317531 h 3358055"/>
                <a:gd name="connsiteX2" fmla="*/ 1639614 w 2459421"/>
                <a:gd name="connsiteY2" fmla="*/ 914400 h 3358055"/>
                <a:gd name="connsiteX3" fmla="*/ 1828800 w 2459421"/>
                <a:gd name="connsiteY3" fmla="*/ 457200 h 3358055"/>
                <a:gd name="connsiteX4" fmla="*/ 2133600 w 2459421"/>
                <a:gd name="connsiteY4" fmla="*/ 142896 h 3358055"/>
                <a:gd name="connsiteX5" fmla="*/ 2459421 w 2459421"/>
                <a:gd name="connsiteY5" fmla="*/ 0 h 3358055"/>
                <a:gd name="connsiteX0" fmla="*/ 0 w 2514600"/>
                <a:gd name="connsiteY0" fmla="*/ 3286607 h 3286607"/>
                <a:gd name="connsiteX1" fmla="*/ 993228 w 2514600"/>
                <a:gd name="connsiteY1" fmla="*/ 2246083 h 3286607"/>
                <a:gd name="connsiteX2" fmla="*/ 1639614 w 2514600"/>
                <a:gd name="connsiteY2" fmla="*/ 842952 h 3286607"/>
                <a:gd name="connsiteX3" fmla="*/ 1828800 w 2514600"/>
                <a:gd name="connsiteY3" fmla="*/ 385752 h 3286607"/>
                <a:gd name="connsiteX4" fmla="*/ 2133600 w 2514600"/>
                <a:gd name="connsiteY4" fmla="*/ 71448 h 3286607"/>
                <a:gd name="connsiteX5" fmla="*/ 2514600 w 2514600"/>
                <a:gd name="connsiteY5" fmla="*/ 0 h 3286607"/>
                <a:gd name="connsiteX0" fmla="*/ 0 w 2590799"/>
                <a:gd name="connsiteY0" fmla="*/ 3358055 h 3358055"/>
                <a:gd name="connsiteX1" fmla="*/ 993228 w 2590799"/>
                <a:gd name="connsiteY1" fmla="*/ 2317531 h 3358055"/>
                <a:gd name="connsiteX2" fmla="*/ 1639614 w 2590799"/>
                <a:gd name="connsiteY2" fmla="*/ 914400 h 3358055"/>
                <a:gd name="connsiteX3" fmla="*/ 1828800 w 2590799"/>
                <a:gd name="connsiteY3" fmla="*/ 457200 h 3358055"/>
                <a:gd name="connsiteX4" fmla="*/ 2133600 w 2590799"/>
                <a:gd name="connsiteY4" fmla="*/ 142896 h 3358055"/>
                <a:gd name="connsiteX5" fmla="*/ 2590799 w 2590799"/>
                <a:gd name="connsiteY5" fmla="*/ 0 h 335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799" h="3358055">
                  <a:moveTo>
                    <a:pt x="0" y="3358055"/>
                  </a:moveTo>
                  <a:cubicBezTo>
                    <a:pt x="359979" y="3041431"/>
                    <a:pt x="719959" y="2724807"/>
                    <a:pt x="993228" y="2317531"/>
                  </a:cubicBezTo>
                  <a:cubicBezTo>
                    <a:pt x="1266497" y="1910255"/>
                    <a:pt x="1500352" y="1224455"/>
                    <a:pt x="1639614" y="914400"/>
                  </a:cubicBezTo>
                  <a:cubicBezTo>
                    <a:pt x="1778876" y="604345"/>
                    <a:pt x="1746469" y="585784"/>
                    <a:pt x="1828800" y="457200"/>
                  </a:cubicBezTo>
                  <a:cubicBezTo>
                    <a:pt x="1911131" y="328616"/>
                    <a:pt x="2006600" y="219096"/>
                    <a:pt x="2133600" y="142896"/>
                  </a:cubicBezTo>
                  <a:cubicBezTo>
                    <a:pt x="2260600" y="66696"/>
                    <a:pt x="2462047" y="1314"/>
                    <a:pt x="2590799" y="0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2775097" y="2325791"/>
              <a:ext cx="829339" cy="1319993"/>
            </a:xfrm>
            <a:custGeom>
              <a:avLst/>
              <a:gdLst>
                <a:gd name="connsiteX0" fmla="*/ 2364828 w 2364828"/>
                <a:gd name="connsiteY0" fmla="*/ 0 h 2525110"/>
                <a:gd name="connsiteX1" fmla="*/ 1592318 w 2364828"/>
                <a:gd name="connsiteY1" fmla="*/ 1434662 h 2525110"/>
                <a:gd name="connsiteX2" fmla="*/ 867104 w 2364828"/>
                <a:gd name="connsiteY2" fmla="*/ 2301766 h 2525110"/>
                <a:gd name="connsiteX3" fmla="*/ 346842 w 2364828"/>
                <a:gd name="connsiteY3" fmla="*/ 2490952 h 2525110"/>
                <a:gd name="connsiteX4" fmla="*/ 0 w 2364828"/>
                <a:gd name="connsiteY4" fmla="*/ 2506717 h 2525110"/>
                <a:gd name="connsiteX0" fmla="*/ 2364828 w 2364828"/>
                <a:gd name="connsiteY0" fmla="*/ 0 h 2559268"/>
                <a:gd name="connsiteX1" fmla="*/ 1592318 w 2364828"/>
                <a:gd name="connsiteY1" fmla="*/ 1434662 h 2559268"/>
                <a:gd name="connsiteX2" fmla="*/ 867104 w 2364828"/>
                <a:gd name="connsiteY2" fmla="*/ 2301766 h 2559268"/>
                <a:gd name="connsiteX3" fmla="*/ 244637 w 2364828"/>
                <a:gd name="connsiteY3" fmla="*/ 2525110 h 2559268"/>
                <a:gd name="connsiteX4" fmla="*/ 0 w 2364828"/>
                <a:gd name="connsiteY4" fmla="*/ 2506717 h 2559268"/>
                <a:gd name="connsiteX0" fmla="*/ 2364828 w 2364828"/>
                <a:gd name="connsiteY0" fmla="*/ 0 h 2692125"/>
                <a:gd name="connsiteX1" fmla="*/ 1592318 w 2364828"/>
                <a:gd name="connsiteY1" fmla="*/ 1434662 h 2692125"/>
                <a:gd name="connsiteX2" fmla="*/ 867104 w 2364828"/>
                <a:gd name="connsiteY2" fmla="*/ 2301766 h 2692125"/>
                <a:gd name="connsiteX3" fmla="*/ 244637 w 2364828"/>
                <a:gd name="connsiteY3" fmla="*/ 2525110 h 2692125"/>
                <a:gd name="connsiteX4" fmla="*/ 0 w 2364828"/>
                <a:gd name="connsiteY4" fmla="*/ 2682929 h 2692125"/>
                <a:gd name="connsiteX0" fmla="*/ 2364828 w 2364828"/>
                <a:gd name="connsiteY0" fmla="*/ 0 h 2562334"/>
                <a:gd name="connsiteX1" fmla="*/ 1592318 w 2364828"/>
                <a:gd name="connsiteY1" fmla="*/ 1434662 h 2562334"/>
                <a:gd name="connsiteX2" fmla="*/ 867104 w 2364828"/>
                <a:gd name="connsiteY2" fmla="*/ 2301766 h 2562334"/>
                <a:gd name="connsiteX3" fmla="*/ 244637 w 2364828"/>
                <a:gd name="connsiteY3" fmla="*/ 2525110 h 2562334"/>
                <a:gd name="connsiteX4" fmla="*/ 0 w 2364828"/>
                <a:gd name="connsiteY4" fmla="*/ 2525109 h 2562334"/>
                <a:gd name="connsiteX0" fmla="*/ 2277242 w 2277242"/>
                <a:gd name="connsiteY0" fmla="*/ 0 h 2562334"/>
                <a:gd name="connsiteX1" fmla="*/ 1592318 w 2277242"/>
                <a:gd name="connsiteY1" fmla="*/ 1434662 h 2562334"/>
                <a:gd name="connsiteX2" fmla="*/ 867104 w 2277242"/>
                <a:gd name="connsiteY2" fmla="*/ 2301766 h 2562334"/>
                <a:gd name="connsiteX3" fmla="*/ 244637 w 2277242"/>
                <a:gd name="connsiteY3" fmla="*/ 2525110 h 2562334"/>
                <a:gd name="connsiteX4" fmla="*/ 0 w 2277242"/>
                <a:gd name="connsiteY4" fmla="*/ 2525109 h 2562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7242" h="2562334">
                  <a:moveTo>
                    <a:pt x="2277242" y="0"/>
                  </a:moveTo>
                  <a:cubicBezTo>
                    <a:pt x="2015797" y="525517"/>
                    <a:pt x="1827341" y="1051034"/>
                    <a:pt x="1592318" y="1434662"/>
                  </a:cubicBezTo>
                  <a:cubicBezTo>
                    <a:pt x="1357295" y="1818290"/>
                    <a:pt x="1091718" y="2120025"/>
                    <a:pt x="867104" y="2301766"/>
                  </a:cubicBezTo>
                  <a:cubicBezTo>
                    <a:pt x="642491" y="2483507"/>
                    <a:pt x="389154" y="2487886"/>
                    <a:pt x="244637" y="2525110"/>
                  </a:cubicBezTo>
                  <a:cubicBezTo>
                    <a:pt x="100120" y="2562334"/>
                    <a:pt x="101162" y="2534305"/>
                    <a:pt x="0" y="2525109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3604438" y="1539435"/>
              <a:ext cx="498080" cy="786356"/>
            </a:xfrm>
            <a:custGeom>
              <a:avLst/>
              <a:gdLst>
                <a:gd name="connsiteX0" fmla="*/ 1056289 w 1056289"/>
                <a:gd name="connsiteY0" fmla="*/ 0 h 1340069"/>
                <a:gd name="connsiteX1" fmla="*/ 236482 w 1056289"/>
                <a:gd name="connsiteY1" fmla="*/ 740979 h 1340069"/>
                <a:gd name="connsiteX2" fmla="*/ 0 w 1056289"/>
                <a:gd name="connsiteY2" fmla="*/ 1340069 h 1340069"/>
                <a:gd name="connsiteX3" fmla="*/ 0 w 1056289"/>
                <a:gd name="connsiteY3" fmla="*/ 1340069 h 1340069"/>
                <a:gd name="connsiteX4" fmla="*/ 0 w 1056289"/>
                <a:gd name="connsiteY4" fmla="*/ 1340069 h 1340069"/>
                <a:gd name="connsiteX0" fmla="*/ 1056289 w 1056289"/>
                <a:gd name="connsiteY0" fmla="*/ 0 h 1340069"/>
                <a:gd name="connsiteX1" fmla="*/ 315310 w 1056289"/>
                <a:gd name="connsiteY1" fmla="*/ 722586 h 1340069"/>
                <a:gd name="connsiteX2" fmla="*/ 0 w 1056289"/>
                <a:gd name="connsiteY2" fmla="*/ 1340069 h 1340069"/>
                <a:gd name="connsiteX3" fmla="*/ 0 w 1056289"/>
                <a:gd name="connsiteY3" fmla="*/ 1340069 h 1340069"/>
                <a:gd name="connsiteX4" fmla="*/ 0 w 1056289"/>
                <a:gd name="connsiteY4" fmla="*/ 1340069 h 1340069"/>
                <a:gd name="connsiteX0" fmla="*/ 1056289 w 1056289"/>
                <a:gd name="connsiteY0" fmla="*/ 0 h 1340069"/>
                <a:gd name="connsiteX1" fmla="*/ 391510 w 1056289"/>
                <a:gd name="connsiteY1" fmla="*/ 722586 h 1340069"/>
                <a:gd name="connsiteX2" fmla="*/ 0 w 1056289"/>
                <a:gd name="connsiteY2" fmla="*/ 1340069 h 1340069"/>
                <a:gd name="connsiteX3" fmla="*/ 0 w 1056289"/>
                <a:gd name="connsiteY3" fmla="*/ 1340069 h 1340069"/>
                <a:gd name="connsiteX4" fmla="*/ 0 w 1056289"/>
                <a:gd name="connsiteY4" fmla="*/ 1340069 h 1340069"/>
                <a:gd name="connsiteX0" fmla="*/ 1001110 w 1001110"/>
                <a:gd name="connsiteY0" fmla="*/ 0 h 1227083"/>
                <a:gd name="connsiteX1" fmla="*/ 391510 w 1001110"/>
                <a:gd name="connsiteY1" fmla="*/ 609600 h 1227083"/>
                <a:gd name="connsiteX2" fmla="*/ 0 w 1001110"/>
                <a:gd name="connsiteY2" fmla="*/ 1227083 h 1227083"/>
                <a:gd name="connsiteX3" fmla="*/ 0 w 1001110"/>
                <a:gd name="connsiteY3" fmla="*/ 1227083 h 1227083"/>
                <a:gd name="connsiteX4" fmla="*/ 0 w 1001110"/>
                <a:gd name="connsiteY4" fmla="*/ 1227083 h 1227083"/>
                <a:gd name="connsiteX0" fmla="*/ 1001110 w 1178910"/>
                <a:gd name="connsiteY0" fmla="*/ 254000 h 1481083"/>
                <a:gd name="connsiteX1" fmla="*/ 1077310 w 1178910"/>
                <a:gd name="connsiteY1" fmla="*/ 101600 h 1481083"/>
                <a:gd name="connsiteX2" fmla="*/ 391510 w 1178910"/>
                <a:gd name="connsiteY2" fmla="*/ 863600 h 1481083"/>
                <a:gd name="connsiteX3" fmla="*/ 0 w 1178910"/>
                <a:gd name="connsiteY3" fmla="*/ 1481083 h 1481083"/>
                <a:gd name="connsiteX4" fmla="*/ 0 w 1178910"/>
                <a:gd name="connsiteY4" fmla="*/ 1481083 h 1481083"/>
                <a:gd name="connsiteX5" fmla="*/ 0 w 1178910"/>
                <a:gd name="connsiteY5" fmla="*/ 1481083 h 1481083"/>
                <a:gd name="connsiteX0" fmla="*/ 1066800 w 1189858"/>
                <a:gd name="connsiteY0" fmla="*/ 169333 h 1498016"/>
                <a:gd name="connsiteX1" fmla="*/ 1077310 w 1189858"/>
                <a:gd name="connsiteY1" fmla="*/ 118533 h 1498016"/>
                <a:gd name="connsiteX2" fmla="*/ 391510 w 1189858"/>
                <a:gd name="connsiteY2" fmla="*/ 880533 h 1498016"/>
                <a:gd name="connsiteX3" fmla="*/ 0 w 1189858"/>
                <a:gd name="connsiteY3" fmla="*/ 1498016 h 1498016"/>
                <a:gd name="connsiteX4" fmla="*/ 0 w 1189858"/>
                <a:gd name="connsiteY4" fmla="*/ 1498016 h 1498016"/>
                <a:gd name="connsiteX5" fmla="*/ 0 w 1189858"/>
                <a:gd name="connsiteY5" fmla="*/ 1498016 h 1498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9858" h="1498016">
                  <a:moveTo>
                    <a:pt x="1066800" y="169333"/>
                  </a:moveTo>
                  <a:cubicBezTo>
                    <a:pt x="1065486" y="168895"/>
                    <a:pt x="1189858" y="0"/>
                    <a:pt x="1077310" y="118533"/>
                  </a:cubicBezTo>
                  <a:cubicBezTo>
                    <a:pt x="964762" y="237066"/>
                    <a:pt x="571062" y="650619"/>
                    <a:pt x="391510" y="880533"/>
                  </a:cubicBezTo>
                  <a:cubicBezTo>
                    <a:pt x="211958" y="1110447"/>
                    <a:pt x="52552" y="1395102"/>
                    <a:pt x="0" y="1498016"/>
                  </a:cubicBezTo>
                  <a:lnTo>
                    <a:pt x="0" y="1498016"/>
                  </a:lnTo>
                  <a:lnTo>
                    <a:pt x="0" y="1498016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72"/>
          <p:cNvGrpSpPr/>
          <p:nvPr/>
        </p:nvGrpSpPr>
        <p:grpSpPr>
          <a:xfrm>
            <a:off x="1066800" y="2628900"/>
            <a:ext cx="1676400" cy="1657350"/>
            <a:chOff x="3760337" y="1394090"/>
            <a:chExt cx="4521097" cy="4473309"/>
          </a:xfrm>
        </p:grpSpPr>
        <p:cxnSp>
          <p:nvCxnSpPr>
            <p:cNvPr id="74" name="AutoShape 34"/>
            <p:cNvCxnSpPr>
              <a:cxnSpLocks noChangeShapeType="1"/>
            </p:cNvCxnSpPr>
            <p:nvPr/>
          </p:nvCxnSpPr>
          <p:spPr bwMode="auto">
            <a:xfrm>
              <a:off x="4114800" y="3599882"/>
              <a:ext cx="4166634" cy="1210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 type="stealth" w="lg" len="lg"/>
              <a:tailEnd type="stealth" w="lg" len="lg"/>
            </a:ln>
          </p:spPr>
        </p:cxnSp>
        <p:cxnSp>
          <p:nvCxnSpPr>
            <p:cNvPr id="75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3876688" y="3630237"/>
              <a:ext cx="4473309" cy="1016"/>
            </a:xfrm>
            <a:prstGeom prst="straightConnector1">
              <a:avLst/>
            </a:prstGeom>
            <a:noFill/>
            <a:ln w="38100">
              <a:solidFill>
                <a:srgbClr val="006600"/>
              </a:solidFill>
              <a:round/>
              <a:headEnd type="stealth" w="lg" len="lg"/>
              <a:tailEnd type="stealth" w="lg" len="lg"/>
            </a:ln>
          </p:spPr>
        </p:cxnSp>
        <p:sp>
          <p:nvSpPr>
            <p:cNvPr id="76" name="Freeform 75"/>
            <p:cNvSpPr/>
            <p:nvPr/>
          </p:nvSpPr>
          <p:spPr>
            <a:xfrm>
              <a:off x="3760337" y="1524000"/>
              <a:ext cx="4316863" cy="4086557"/>
            </a:xfrm>
            <a:custGeom>
              <a:avLst/>
              <a:gdLst>
                <a:gd name="connsiteX0" fmla="*/ 4633415 w 4728950"/>
                <a:gd name="connsiteY0" fmla="*/ 11373 h 3948752"/>
                <a:gd name="connsiteX1" fmla="*/ 3514299 w 4728950"/>
                <a:gd name="connsiteY1" fmla="*/ 93260 h 3948752"/>
                <a:gd name="connsiteX2" fmla="*/ 2872854 w 4728950"/>
                <a:gd name="connsiteY2" fmla="*/ 366215 h 3948752"/>
                <a:gd name="connsiteX3" fmla="*/ 2053988 w 4728950"/>
                <a:gd name="connsiteY3" fmla="*/ 1335206 h 3948752"/>
                <a:gd name="connsiteX4" fmla="*/ 1699147 w 4728950"/>
                <a:gd name="connsiteY4" fmla="*/ 1976651 h 3948752"/>
                <a:gd name="connsiteX5" fmla="*/ 1153236 w 4728950"/>
                <a:gd name="connsiteY5" fmla="*/ 3532496 h 3948752"/>
                <a:gd name="connsiteX6" fmla="*/ 75063 w 4728950"/>
                <a:gd name="connsiteY6" fmla="*/ 3900985 h 3948752"/>
                <a:gd name="connsiteX7" fmla="*/ 1603612 w 4728950"/>
                <a:gd name="connsiteY7" fmla="*/ 3819099 h 3948752"/>
                <a:gd name="connsiteX8" fmla="*/ 2859206 w 4728950"/>
                <a:gd name="connsiteY8" fmla="*/ 3204949 h 3948752"/>
                <a:gd name="connsiteX9" fmla="*/ 3964675 w 4728950"/>
                <a:gd name="connsiteY9" fmla="*/ 1990299 h 3948752"/>
                <a:gd name="connsiteX10" fmla="*/ 4374108 w 4728950"/>
                <a:gd name="connsiteY10" fmla="*/ 325272 h 3948752"/>
                <a:gd name="connsiteX11" fmla="*/ 4728950 w 4728950"/>
                <a:gd name="connsiteY11" fmla="*/ 38669 h 3948752"/>
                <a:gd name="connsiteX0" fmla="*/ 4063621 w 4159156"/>
                <a:gd name="connsiteY0" fmla="*/ 11373 h 3928281"/>
                <a:gd name="connsiteX1" fmla="*/ 2944505 w 4159156"/>
                <a:gd name="connsiteY1" fmla="*/ 93260 h 3928281"/>
                <a:gd name="connsiteX2" fmla="*/ 2303060 w 4159156"/>
                <a:gd name="connsiteY2" fmla="*/ 366215 h 3928281"/>
                <a:gd name="connsiteX3" fmla="*/ 1484194 w 4159156"/>
                <a:gd name="connsiteY3" fmla="*/ 1335206 h 3928281"/>
                <a:gd name="connsiteX4" fmla="*/ 1129353 w 4159156"/>
                <a:gd name="connsiteY4" fmla="*/ 1976651 h 3928281"/>
                <a:gd name="connsiteX5" fmla="*/ 583442 w 4159156"/>
                <a:gd name="connsiteY5" fmla="*/ 3532496 h 3928281"/>
                <a:gd name="connsiteX6" fmla="*/ 75063 w 4159156"/>
                <a:gd name="connsiteY6" fmla="*/ 3860042 h 3928281"/>
                <a:gd name="connsiteX7" fmla="*/ 1033818 w 4159156"/>
                <a:gd name="connsiteY7" fmla="*/ 3819099 h 3928281"/>
                <a:gd name="connsiteX8" fmla="*/ 2289412 w 4159156"/>
                <a:gd name="connsiteY8" fmla="*/ 3204949 h 3928281"/>
                <a:gd name="connsiteX9" fmla="*/ 3394881 w 4159156"/>
                <a:gd name="connsiteY9" fmla="*/ 1990299 h 3928281"/>
                <a:gd name="connsiteX10" fmla="*/ 3804314 w 4159156"/>
                <a:gd name="connsiteY10" fmla="*/ 325272 h 3928281"/>
                <a:gd name="connsiteX11" fmla="*/ 4159156 w 4159156"/>
                <a:gd name="connsiteY11" fmla="*/ 38669 h 3928281"/>
                <a:gd name="connsiteX0" fmla="*/ 3987421 w 4082956"/>
                <a:gd name="connsiteY0" fmla="*/ 11373 h 3984010"/>
                <a:gd name="connsiteX1" fmla="*/ 2868305 w 4082956"/>
                <a:gd name="connsiteY1" fmla="*/ 93260 h 3984010"/>
                <a:gd name="connsiteX2" fmla="*/ 2226860 w 4082956"/>
                <a:gd name="connsiteY2" fmla="*/ 366215 h 3984010"/>
                <a:gd name="connsiteX3" fmla="*/ 1407994 w 4082956"/>
                <a:gd name="connsiteY3" fmla="*/ 1335206 h 3984010"/>
                <a:gd name="connsiteX4" fmla="*/ 1053153 w 4082956"/>
                <a:gd name="connsiteY4" fmla="*/ 1976651 h 3984010"/>
                <a:gd name="connsiteX5" fmla="*/ 507242 w 4082956"/>
                <a:gd name="connsiteY5" fmla="*/ 3532496 h 3984010"/>
                <a:gd name="connsiteX6" fmla="*/ 75063 w 4082956"/>
                <a:gd name="connsiteY6" fmla="*/ 3936243 h 3984010"/>
                <a:gd name="connsiteX7" fmla="*/ 957618 w 4082956"/>
                <a:gd name="connsiteY7" fmla="*/ 3819099 h 3984010"/>
                <a:gd name="connsiteX8" fmla="*/ 2213212 w 4082956"/>
                <a:gd name="connsiteY8" fmla="*/ 3204949 h 3984010"/>
                <a:gd name="connsiteX9" fmla="*/ 3318681 w 4082956"/>
                <a:gd name="connsiteY9" fmla="*/ 1990299 h 3984010"/>
                <a:gd name="connsiteX10" fmla="*/ 3728114 w 4082956"/>
                <a:gd name="connsiteY10" fmla="*/ 325272 h 3984010"/>
                <a:gd name="connsiteX11" fmla="*/ 4082956 w 4082956"/>
                <a:gd name="connsiteY11" fmla="*/ 38669 h 3984010"/>
                <a:gd name="connsiteX0" fmla="*/ 4216021 w 4311556"/>
                <a:gd name="connsiteY0" fmla="*/ 11373 h 4060209"/>
                <a:gd name="connsiteX1" fmla="*/ 3096905 w 4311556"/>
                <a:gd name="connsiteY1" fmla="*/ 93260 h 4060209"/>
                <a:gd name="connsiteX2" fmla="*/ 2455460 w 4311556"/>
                <a:gd name="connsiteY2" fmla="*/ 366215 h 4060209"/>
                <a:gd name="connsiteX3" fmla="*/ 1636594 w 4311556"/>
                <a:gd name="connsiteY3" fmla="*/ 1335206 h 4060209"/>
                <a:gd name="connsiteX4" fmla="*/ 1281753 w 4311556"/>
                <a:gd name="connsiteY4" fmla="*/ 1976651 h 4060209"/>
                <a:gd name="connsiteX5" fmla="*/ 735842 w 4311556"/>
                <a:gd name="connsiteY5" fmla="*/ 3532496 h 4060209"/>
                <a:gd name="connsiteX6" fmla="*/ 75063 w 4311556"/>
                <a:gd name="connsiteY6" fmla="*/ 4012442 h 4060209"/>
                <a:gd name="connsiteX7" fmla="*/ 1186218 w 4311556"/>
                <a:gd name="connsiteY7" fmla="*/ 3819099 h 4060209"/>
                <a:gd name="connsiteX8" fmla="*/ 2441812 w 4311556"/>
                <a:gd name="connsiteY8" fmla="*/ 3204949 h 4060209"/>
                <a:gd name="connsiteX9" fmla="*/ 3547281 w 4311556"/>
                <a:gd name="connsiteY9" fmla="*/ 1990299 h 4060209"/>
                <a:gd name="connsiteX10" fmla="*/ 3956714 w 4311556"/>
                <a:gd name="connsiteY10" fmla="*/ 325272 h 4060209"/>
                <a:gd name="connsiteX11" fmla="*/ 4311556 w 4311556"/>
                <a:gd name="connsiteY11" fmla="*/ 38669 h 4060209"/>
                <a:gd name="connsiteX0" fmla="*/ 4216021 w 4311556"/>
                <a:gd name="connsiteY0" fmla="*/ 11373 h 4060209"/>
                <a:gd name="connsiteX1" fmla="*/ 3096905 w 4311556"/>
                <a:gd name="connsiteY1" fmla="*/ 93260 h 4060209"/>
                <a:gd name="connsiteX2" fmla="*/ 2455460 w 4311556"/>
                <a:gd name="connsiteY2" fmla="*/ 366215 h 4060209"/>
                <a:gd name="connsiteX3" fmla="*/ 1636594 w 4311556"/>
                <a:gd name="connsiteY3" fmla="*/ 1335206 h 4060209"/>
                <a:gd name="connsiteX4" fmla="*/ 1281753 w 4311556"/>
                <a:gd name="connsiteY4" fmla="*/ 1976651 h 4060209"/>
                <a:gd name="connsiteX5" fmla="*/ 735842 w 4311556"/>
                <a:gd name="connsiteY5" fmla="*/ 3532496 h 4060209"/>
                <a:gd name="connsiteX6" fmla="*/ 75063 w 4311556"/>
                <a:gd name="connsiteY6" fmla="*/ 4012442 h 4060209"/>
                <a:gd name="connsiteX7" fmla="*/ 1186218 w 4311556"/>
                <a:gd name="connsiteY7" fmla="*/ 3819099 h 4060209"/>
                <a:gd name="connsiteX8" fmla="*/ 2437263 w 4311556"/>
                <a:gd name="connsiteY8" fmla="*/ 3326642 h 4060209"/>
                <a:gd name="connsiteX9" fmla="*/ 3547281 w 4311556"/>
                <a:gd name="connsiteY9" fmla="*/ 1990299 h 4060209"/>
                <a:gd name="connsiteX10" fmla="*/ 3956714 w 4311556"/>
                <a:gd name="connsiteY10" fmla="*/ 325272 h 4060209"/>
                <a:gd name="connsiteX11" fmla="*/ 4311556 w 4311556"/>
                <a:gd name="connsiteY11" fmla="*/ 38669 h 4060209"/>
                <a:gd name="connsiteX0" fmla="*/ 4216021 w 4311556"/>
                <a:gd name="connsiteY0" fmla="*/ 11373 h 4060209"/>
                <a:gd name="connsiteX1" fmla="*/ 3096905 w 4311556"/>
                <a:gd name="connsiteY1" fmla="*/ 93260 h 4060209"/>
                <a:gd name="connsiteX2" fmla="*/ 2455460 w 4311556"/>
                <a:gd name="connsiteY2" fmla="*/ 366215 h 4060209"/>
                <a:gd name="connsiteX3" fmla="*/ 1636594 w 4311556"/>
                <a:gd name="connsiteY3" fmla="*/ 1335206 h 4060209"/>
                <a:gd name="connsiteX4" fmla="*/ 1281753 w 4311556"/>
                <a:gd name="connsiteY4" fmla="*/ 1976651 h 4060209"/>
                <a:gd name="connsiteX5" fmla="*/ 735842 w 4311556"/>
                <a:gd name="connsiteY5" fmla="*/ 3532496 h 4060209"/>
                <a:gd name="connsiteX6" fmla="*/ 75063 w 4311556"/>
                <a:gd name="connsiteY6" fmla="*/ 4012442 h 4060209"/>
                <a:gd name="connsiteX7" fmla="*/ 1186218 w 4311556"/>
                <a:gd name="connsiteY7" fmla="*/ 3819099 h 4060209"/>
                <a:gd name="connsiteX8" fmla="*/ 2437263 w 4311556"/>
                <a:gd name="connsiteY8" fmla="*/ 3402842 h 4060209"/>
                <a:gd name="connsiteX9" fmla="*/ 3547281 w 4311556"/>
                <a:gd name="connsiteY9" fmla="*/ 1990299 h 4060209"/>
                <a:gd name="connsiteX10" fmla="*/ 3956714 w 4311556"/>
                <a:gd name="connsiteY10" fmla="*/ 325272 h 4060209"/>
                <a:gd name="connsiteX11" fmla="*/ 4311556 w 4311556"/>
                <a:gd name="connsiteY11" fmla="*/ 38669 h 4060209"/>
                <a:gd name="connsiteX0" fmla="*/ 4221328 w 4316863"/>
                <a:gd name="connsiteY0" fmla="*/ 11373 h 4079733"/>
                <a:gd name="connsiteX1" fmla="*/ 3102212 w 4316863"/>
                <a:gd name="connsiteY1" fmla="*/ 93260 h 4079733"/>
                <a:gd name="connsiteX2" fmla="*/ 2460767 w 4316863"/>
                <a:gd name="connsiteY2" fmla="*/ 366215 h 4079733"/>
                <a:gd name="connsiteX3" fmla="*/ 1641901 w 4316863"/>
                <a:gd name="connsiteY3" fmla="*/ 1335206 h 4079733"/>
                <a:gd name="connsiteX4" fmla="*/ 1287060 w 4316863"/>
                <a:gd name="connsiteY4" fmla="*/ 1976651 h 4079733"/>
                <a:gd name="connsiteX5" fmla="*/ 741149 w 4316863"/>
                <a:gd name="connsiteY5" fmla="*/ 3532496 h 4079733"/>
                <a:gd name="connsiteX6" fmla="*/ 80370 w 4316863"/>
                <a:gd name="connsiteY6" fmla="*/ 4012442 h 4079733"/>
                <a:gd name="connsiteX7" fmla="*/ 1223370 w 4316863"/>
                <a:gd name="connsiteY7" fmla="*/ 3936242 h 4079733"/>
                <a:gd name="connsiteX8" fmla="*/ 2442570 w 4316863"/>
                <a:gd name="connsiteY8" fmla="*/ 3402842 h 4079733"/>
                <a:gd name="connsiteX9" fmla="*/ 3552588 w 4316863"/>
                <a:gd name="connsiteY9" fmla="*/ 1990299 h 4079733"/>
                <a:gd name="connsiteX10" fmla="*/ 3962021 w 4316863"/>
                <a:gd name="connsiteY10" fmla="*/ 325272 h 4079733"/>
                <a:gd name="connsiteX11" fmla="*/ 4316863 w 4316863"/>
                <a:gd name="connsiteY11" fmla="*/ 38669 h 4079733"/>
                <a:gd name="connsiteX0" fmla="*/ 4221328 w 4316863"/>
                <a:gd name="connsiteY0" fmla="*/ 18197 h 4086557"/>
                <a:gd name="connsiteX1" fmla="*/ 3102212 w 4316863"/>
                <a:gd name="connsiteY1" fmla="*/ 100084 h 4086557"/>
                <a:gd name="connsiteX2" fmla="*/ 2460767 w 4316863"/>
                <a:gd name="connsiteY2" fmla="*/ 373039 h 4086557"/>
                <a:gd name="connsiteX3" fmla="*/ 1641901 w 4316863"/>
                <a:gd name="connsiteY3" fmla="*/ 1342030 h 4086557"/>
                <a:gd name="connsiteX4" fmla="*/ 1287060 w 4316863"/>
                <a:gd name="connsiteY4" fmla="*/ 1983475 h 4086557"/>
                <a:gd name="connsiteX5" fmla="*/ 741149 w 4316863"/>
                <a:gd name="connsiteY5" fmla="*/ 3539320 h 4086557"/>
                <a:gd name="connsiteX6" fmla="*/ 80370 w 4316863"/>
                <a:gd name="connsiteY6" fmla="*/ 4019266 h 4086557"/>
                <a:gd name="connsiteX7" fmla="*/ 1223370 w 4316863"/>
                <a:gd name="connsiteY7" fmla="*/ 3943066 h 4086557"/>
                <a:gd name="connsiteX8" fmla="*/ 2442570 w 4316863"/>
                <a:gd name="connsiteY8" fmla="*/ 3409666 h 4086557"/>
                <a:gd name="connsiteX9" fmla="*/ 3585571 w 4316863"/>
                <a:gd name="connsiteY9" fmla="*/ 2038066 h 4086557"/>
                <a:gd name="connsiteX10" fmla="*/ 3962021 w 4316863"/>
                <a:gd name="connsiteY10" fmla="*/ 332096 h 4086557"/>
                <a:gd name="connsiteX11" fmla="*/ 4316863 w 4316863"/>
                <a:gd name="connsiteY11" fmla="*/ 45493 h 4086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863" h="4086557">
                  <a:moveTo>
                    <a:pt x="4221328" y="18197"/>
                  </a:moveTo>
                  <a:cubicBezTo>
                    <a:pt x="3808483" y="29570"/>
                    <a:pt x="3395639" y="40944"/>
                    <a:pt x="3102212" y="100084"/>
                  </a:cubicBezTo>
                  <a:cubicBezTo>
                    <a:pt x="2808785" y="159224"/>
                    <a:pt x="2704152" y="166048"/>
                    <a:pt x="2460767" y="373039"/>
                  </a:cubicBezTo>
                  <a:cubicBezTo>
                    <a:pt x="2217382" y="580030"/>
                    <a:pt x="1837519" y="1073624"/>
                    <a:pt x="1641901" y="1342030"/>
                  </a:cubicBezTo>
                  <a:cubicBezTo>
                    <a:pt x="1446283" y="1610436"/>
                    <a:pt x="1437185" y="1617260"/>
                    <a:pt x="1287060" y="1983475"/>
                  </a:cubicBezTo>
                  <a:cubicBezTo>
                    <a:pt x="1136935" y="2349690"/>
                    <a:pt x="942264" y="3200022"/>
                    <a:pt x="741149" y="3539320"/>
                  </a:cubicBezTo>
                  <a:cubicBezTo>
                    <a:pt x="540034" y="3878618"/>
                    <a:pt x="0" y="3951975"/>
                    <a:pt x="80370" y="4019266"/>
                  </a:cubicBezTo>
                  <a:cubicBezTo>
                    <a:pt x="160740" y="4086557"/>
                    <a:pt x="829670" y="4044666"/>
                    <a:pt x="1223370" y="3943066"/>
                  </a:cubicBezTo>
                  <a:cubicBezTo>
                    <a:pt x="1617070" y="3841466"/>
                    <a:pt x="2048870" y="3727166"/>
                    <a:pt x="2442570" y="3409666"/>
                  </a:cubicBezTo>
                  <a:cubicBezTo>
                    <a:pt x="2836270" y="3092166"/>
                    <a:pt x="3332329" y="2550994"/>
                    <a:pt x="3585571" y="2038066"/>
                  </a:cubicBezTo>
                  <a:cubicBezTo>
                    <a:pt x="3838813" y="1525138"/>
                    <a:pt x="3840139" y="664192"/>
                    <a:pt x="3962021" y="332096"/>
                  </a:cubicBezTo>
                  <a:cubicBezTo>
                    <a:pt x="4083903" y="0"/>
                    <a:pt x="4203131" y="26158"/>
                    <a:pt x="4316863" y="45493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89"/>
          <p:cNvGrpSpPr/>
          <p:nvPr/>
        </p:nvGrpSpPr>
        <p:grpSpPr>
          <a:xfrm>
            <a:off x="990602" y="514350"/>
            <a:ext cx="1828799" cy="1543050"/>
            <a:chOff x="990600" y="457201"/>
            <a:chExt cx="2620785" cy="2972557"/>
          </a:xfrm>
        </p:grpSpPr>
        <p:cxnSp>
          <p:nvCxnSpPr>
            <p:cNvPr id="80" name="AutoShape 34"/>
            <p:cNvCxnSpPr>
              <a:cxnSpLocks noChangeShapeType="1"/>
            </p:cNvCxnSpPr>
            <p:nvPr/>
          </p:nvCxnSpPr>
          <p:spPr bwMode="auto">
            <a:xfrm>
              <a:off x="990600" y="2027733"/>
              <a:ext cx="2620785" cy="747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 type="stealth" w="lg" len="lg"/>
              <a:tailEnd type="stealth" w="lg" len="lg"/>
            </a:ln>
          </p:spPr>
        </p:cxnSp>
        <p:cxnSp>
          <p:nvCxnSpPr>
            <p:cNvPr id="81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763407" y="1941143"/>
              <a:ext cx="2971872" cy="3987"/>
            </a:xfrm>
            <a:prstGeom prst="straightConnector1">
              <a:avLst/>
            </a:prstGeom>
            <a:noFill/>
            <a:ln w="38100">
              <a:solidFill>
                <a:srgbClr val="006600"/>
              </a:solidFill>
              <a:round/>
              <a:headEnd type="stealth" w="lg" len="lg"/>
              <a:tailEnd type="stealth" w="lg" len="lg"/>
            </a:ln>
          </p:spPr>
        </p:cxnSp>
        <p:sp>
          <p:nvSpPr>
            <p:cNvPr id="84" name="Freeform 83"/>
            <p:cNvSpPr/>
            <p:nvPr/>
          </p:nvSpPr>
          <p:spPr>
            <a:xfrm>
              <a:off x="1200388" y="726760"/>
              <a:ext cx="2304812" cy="2650733"/>
            </a:xfrm>
            <a:custGeom>
              <a:avLst/>
              <a:gdLst>
                <a:gd name="connsiteX0" fmla="*/ 2306472 w 2306472"/>
                <a:gd name="connsiteY0" fmla="*/ 141027 h 2731827"/>
                <a:gd name="connsiteX1" fmla="*/ 1992573 w 2306472"/>
                <a:gd name="connsiteY1" fmla="*/ 181970 h 2731827"/>
                <a:gd name="connsiteX2" fmla="*/ 1173708 w 2306472"/>
                <a:gd name="connsiteY2" fmla="*/ 1232848 h 2731827"/>
                <a:gd name="connsiteX3" fmla="*/ 368490 w 2306472"/>
                <a:gd name="connsiteY3" fmla="*/ 2488442 h 2731827"/>
                <a:gd name="connsiteX4" fmla="*/ 0 w 2306472"/>
                <a:gd name="connsiteY4" fmla="*/ 2693158 h 2731827"/>
                <a:gd name="connsiteX0" fmla="*/ 2369024 w 2369024"/>
                <a:gd name="connsiteY0" fmla="*/ 70514 h 2794380"/>
                <a:gd name="connsiteX1" fmla="*/ 1992573 w 2369024"/>
                <a:gd name="connsiteY1" fmla="*/ 244523 h 2794380"/>
                <a:gd name="connsiteX2" fmla="*/ 1173708 w 2369024"/>
                <a:gd name="connsiteY2" fmla="*/ 1295401 h 2794380"/>
                <a:gd name="connsiteX3" fmla="*/ 368490 w 2369024"/>
                <a:gd name="connsiteY3" fmla="*/ 2550995 h 2794380"/>
                <a:gd name="connsiteX4" fmla="*/ 0 w 2369024"/>
                <a:gd name="connsiteY4" fmla="*/ 2755711 h 2794380"/>
                <a:gd name="connsiteX0" fmla="*/ 2438400 w 2438400"/>
                <a:gd name="connsiteY0" fmla="*/ 70514 h 2909248"/>
                <a:gd name="connsiteX1" fmla="*/ 2061949 w 2438400"/>
                <a:gd name="connsiteY1" fmla="*/ 244523 h 2909248"/>
                <a:gd name="connsiteX2" fmla="*/ 1243084 w 2438400"/>
                <a:gd name="connsiteY2" fmla="*/ 1295401 h 2909248"/>
                <a:gd name="connsiteX3" fmla="*/ 437866 w 2438400"/>
                <a:gd name="connsiteY3" fmla="*/ 2550995 h 2909248"/>
                <a:gd name="connsiteX4" fmla="*/ 0 w 2438400"/>
                <a:gd name="connsiteY4" fmla="*/ 2889914 h 2909248"/>
                <a:gd name="connsiteX0" fmla="*/ 2590800 w 2590800"/>
                <a:gd name="connsiteY0" fmla="*/ 70514 h 2909248"/>
                <a:gd name="connsiteX1" fmla="*/ 2061949 w 2590800"/>
                <a:gd name="connsiteY1" fmla="*/ 244523 h 2909248"/>
                <a:gd name="connsiteX2" fmla="*/ 1243084 w 2590800"/>
                <a:gd name="connsiteY2" fmla="*/ 1295401 h 2909248"/>
                <a:gd name="connsiteX3" fmla="*/ 437866 w 2590800"/>
                <a:gd name="connsiteY3" fmla="*/ 2550995 h 2909248"/>
                <a:gd name="connsiteX4" fmla="*/ 0 w 2590800"/>
                <a:gd name="connsiteY4" fmla="*/ 2889914 h 2909248"/>
                <a:gd name="connsiteX0" fmla="*/ 2590800 w 2590800"/>
                <a:gd name="connsiteY0" fmla="*/ 38669 h 2877403"/>
                <a:gd name="connsiteX1" fmla="*/ 2061949 w 2590800"/>
                <a:gd name="connsiteY1" fmla="*/ 212678 h 2877403"/>
                <a:gd name="connsiteX2" fmla="*/ 1243084 w 2590800"/>
                <a:gd name="connsiteY2" fmla="*/ 1263556 h 2877403"/>
                <a:gd name="connsiteX3" fmla="*/ 437866 w 2590800"/>
                <a:gd name="connsiteY3" fmla="*/ 2519150 h 2877403"/>
                <a:gd name="connsiteX4" fmla="*/ 0 w 2590800"/>
                <a:gd name="connsiteY4" fmla="*/ 2858069 h 2877403"/>
                <a:gd name="connsiteX0" fmla="*/ 2590800 w 2590800"/>
                <a:gd name="connsiteY0" fmla="*/ 38669 h 2953603"/>
                <a:gd name="connsiteX1" fmla="*/ 2061949 w 2590800"/>
                <a:gd name="connsiteY1" fmla="*/ 288878 h 2953603"/>
                <a:gd name="connsiteX2" fmla="*/ 1243084 w 2590800"/>
                <a:gd name="connsiteY2" fmla="*/ 1339756 h 2953603"/>
                <a:gd name="connsiteX3" fmla="*/ 437866 w 2590800"/>
                <a:gd name="connsiteY3" fmla="*/ 2595350 h 2953603"/>
                <a:gd name="connsiteX4" fmla="*/ 0 w 2590800"/>
                <a:gd name="connsiteY4" fmla="*/ 2934269 h 2953603"/>
                <a:gd name="connsiteX0" fmla="*/ 2774240 w 2774240"/>
                <a:gd name="connsiteY0" fmla="*/ 38668 h 2908657"/>
                <a:gd name="connsiteX1" fmla="*/ 2061949 w 2774240"/>
                <a:gd name="connsiteY1" fmla="*/ 243932 h 2908657"/>
                <a:gd name="connsiteX2" fmla="*/ 1243084 w 2774240"/>
                <a:gd name="connsiteY2" fmla="*/ 1294810 h 2908657"/>
                <a:gd name="connsiteX3" fmla="*/ 437866 w 2774240"/>
                <a:gd name="connsiteY3" fmla="*/ 2550404 h 2908657"/>
                <a:gd name="connsiteX4" fmla="*/ 0 w 2774240"/>
                <a:gd name="connsiteY4" fmla="*/ 2889323 h 2908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4240" h="2908657">
                  <a:moveTo>
                    <a:pt x="2774240" y="38668"/>
                  </a:moveTo>
                  <a:cubicBezTo>
                    <a:pt x="2687803" y="-1"/>
                    <a:pt x="2317142" y="34575"/>
                    <a:pt x="2061949" y="243932"/>
                  </a:cubicBezTo>
                  <a:cubicBezTo>
                    <a:pt x="1806756" y="453289"/>
                    <a:pt x="1513765" y="910398"/>
                    <a:pt x="1243084" y="1294810"/>
                  </a:cubicBezTo>
                  <a:cubicBezTo>
                    <a:pt x="972404" y="1679222"/>
                    <a:pt x="645047" y="2284652"/>
                    <a:pt x="437866" y="2550404"/>
                  </a:cubicBezTo>
                  <a:cubicBezTo>
                    <a:pt x="230685" y="2816156"/>
                    <a:pt x="86436" y="2908657"/>
                    <a:pt x="0" y="2889323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 85"/>
            <p:cNvSpPr/>
            <p:nvPr/>
          </p:nvSpPr>
          <p:spPr>
            <a:xfrm>
              <a:off x="1262209" y="727463"/>
              <a:ext cx="2242991" cy="2702295"/>
            </a:xfrm>
            <a:custGeom>
              <a:avLst/>
              <a:gdLst>
                <a:gd name="connsiteX0" fmla="*/ 0 w 2361063"/>
                <a:gd name="connsiteY0" fmla="*/ 2743200 h 2909247"/>
                <a:gd name="connsiteX1" fmla="*/ 368490 w 2361063"/>
                <a:gd name="connsiteY1" fmla="*/ 2702256 h 2909247"/>
                <a:gd name="connsiteX2" fmla="*/ 1146412 w 2361063"/>
                <a:gd name="connsiteY2" fmla="*/ 1501253 h 2909247"/>
                <a:gd name="connsiteX3" fmla="*/ 1978926 w 2361063"/>
                <a:gd name="connsiteY3" fmla="*/ 341194 h 2909247"/>
                <a:gd name="connsiteX4" fmla="*/ 2251881 w 2361063"/>
                <a:gd name="connsiteY4" fmla="*/ 54591 h 2909247"/>
                <a:gd name="connsiteX5" fmla="*/ 2361063 w 2361063"/>
                <a:gd name="connsiteY5" fmla="*/ 13647 h 2909247"/>
                <a:gd name="connsiteX0" fmla="*/ 0 w 2373573"/>
                <a:gd name="connsiteY0" fmla="*/ 2850107 h 2933130"/>
                <a:gd name="connsiteX1" fmla="*/ 381000 w 2373573"/>
                <a:gd name="connsiteY1" fmla="*/ 2702256 h 2933130"/>
                <a:gd name="connsiteX2" fmla="*/ 1158922 w 2373573"/>
                <a:gd name="connsiteY2" fmla="*/ 1501253 h 2933130"/>
                <a:gd name="connsiteX3" fmla="*/ 1991436 w 2373573"/>
                <a:gd name="connsiteY3" fmla="*/ 341194 h 2933130"/>
                <a:gd name="connsiteX4" fmla="*/ 2264391 w 2373573"/>
                <a:gd name="connsiteY4" fmla="*/ 54591 h 2933130"/>
                <a:gd name="connsiteX5" fmla="*/ 2373573 w 2373573"/>
                <a:gd name="connsiteY5" fmla="*/ 13647 h 2933130"/>
                <a:gd name="connsiteX0" fmla="*/ 0 w 2373573"/>
                <a:gd name="connsiteY0" fmla="*/ 2850107 h 2927065"/>
                <a:gd name="connsiteX1" fmla="*/ 381000 w 2373573"/>
                <a:gd name="connsiteY1" fmla="*/ 2702256 h 2927065"/>
                <a:gd name="connsiteX2" fmla="*/ 1158922 w 2373573"/>
                <a:gd name="connsiteY2" fmla="*/ 1501253 h 2927065"/>
                <a:gd name="connsiteX3" fmla="*/ 1991436 w 2373573"/>
                <a:gd name="connsiteY3" fmla="*/ 341194 h 2927065"/>
                <a:gd name="connsiteX4" fmla="*/ 2264391 w 2373573"/>
                <a:gd name="connsiteY4" fmla="*/ 54591 h 2927065"/>
                <a:gd name="connsiteX5" fmla="*/ 2373573 w 2373573"/>
                <a:gd name="connsiteY5" fmla="*/ 13647 h 2927065"/>
                <a:gd name="connsiteX0" fmla="*/ 0 w 2373573"/>
                <a:gd name="connsiteY0" fmla="*/ 2850107 h 2927065"/>
                <a:gd name="connsiteX1" fmla="*/ 381000 w 2373573"/>
                <a:gd name="connsiteY1" fmla="*/ 2702256 h 2927065"/>
                <a:gd name="connsiteX2" fmla="*/ 1158922 w 2373573"/>
                <a:gd name="connsiteY2" fmla="*/ 1501253 h 2927065"/>
                <a:gd name="connsiteX3" fmla="*/ 1991436 w 2373573"/>
                <a:gd name="connsiteY3" fmla="*/ 341194 h 2927065"/>
                <a:gd name="connsiteX4" fmla="*/ 2264391 w 2373573"/>
                <a:gd name="connsiteY4" fmla="*/ 54591 h 2927065"/>
                <a:gd name="connsiteX5" fmla="*/ 2373573 w 2373573"/>
                <a:gd name="connsiteY5" fmla="*/ 13647 h 2927065"/>
                <a:gd name="connsiteX0" fmla="*/ 0 w 2449773"/>
                <a:gd name="connsiteY0" fmla="*/ 2850107 h 2927065"/>
                <a:gd name="connsiteX1" fmla="*/ 457200 w 2449773"/>
                <a:gd name="connsiteY1" fmla="*/ 2702256 h 2927065"/>
                <a:gd name="connsiteX2" fmla="*/ 1235122 w 2449773"/>
                <a:gd name="connsiteY2" fmla="*/ 1501253 h 2927065"/>
                <a:gd name="connsiteX3" fmla="*/ 2067636 w 2449773"/>
                <a:gd name="connsiteY3" fmla="*/ 341194 h 2927065"/>
                <a:gd name="connsiteX4" fmla="*/ 2340591 w 2449773"/>
                <a:gd name="connsiteY4" fmla="*/ 54591 h 2927065"/>
                <a:gd name="connsiteX5" fmla="*/ 2449773 w 2449773"/>
                <a:gd name="connsiteY5" fmla="*/ 13647 h 2927065"/>
                <a:gd name="connsiteX0" fmla="*/ 0 w 2449773"/>
                <a:gd name="connsiteY0" fmla="*/ 2850107 h 2927065"/>
                <a:gd name="connsiteX1" fmla="*/ 228600 w 2449773"/>
                <a:gd name="connsiteY1" fmla="*/ 2850107 h 2927065"/>
                <a:gd name="connsiteX2" fmla="*/ 457200 w 2449773"/>
                <a:gd name="connsiteY2" fmla="*/ 2702256 h 2927065"/>
                <a:gd name="connsiteX3" fmla="*/ 1235122 w 2449773"/>
                <a:gd name="connsiteY3" fmla="*/ 1501253 h 2927065"/>
                <a:gd name="connsiteX4" fmla="*/ 2067636 w 2449773"/>
                <a:gd name="connsiteY4" fmla="*/ 341194 h 2927065"/>
                <a:gd name="connsiteX5" fmla="*/ 2340591 w 2449773"/>
                <a:gd name="connsiteY5" fmla="*/ 54591 h 2927065"/>
                <a:gd name="connsiteX6" fmla="*/ 2449773 w 2449773"/>
                <a:gd name="connsiteY6" fmla="*/ 13647 h 2927065"/>
                <a:gd name="connsiteX0" fmla="*/ 0 w 2449773"/>
                <a:gd name="connsiteY0" fmla="*/ 2850107 h 2927065"/>
                <a:gd name="connsiteX1" fmla="*/ 228600 w 2449773"/>
                <a:gd name="connsiteY1" fmla="*/ 2850107 h 2927065"/>
                <a:gd name="connsiteX2" fmla="*/ 304800 w 2449773"/>
                <a:gd name="connsiteY2" fmla="*/ 2850107 h 2927065"/>
                <a:gd name="connsiteX3" fmla="*/ 457200 w 2449773"/>
                <a:gd name="connsiteY3" fmla="*/ 2702256 h 2927065"/>
                <a:gd name="connsiteX4" fmla="*/ 1235122 w 2449773"/>
                <a:gd name="connsiteY4" fmla="*/ 1501253 h 2927065"/>
                <a:gd name="connsiteX5" fmla="*/ 2067636 w 2449773"/>
                <a:gd name="connsiteY5" fmla="*/ 341194 h 2927065"/>
                <a:gd name="connsiteX6" fmla="*/ 2340591 w 2449773"/>
                <a:gd name="connsiteY6" fmla="*/ 54591 h 2927065"/>
                <a:gd name="connsiteX7" fmla="*/ 2449773 w 2449773"/>
                <a:gd name="connsiteY7" fmla="*/ 13647 h 2927065"/>
                <a:gd name="connsiteX0" fmla="*/ 0 w 2590800"/>
                <a:gd name="connsiteY0" fmla="*/ 2902424 h 2979382"/>
                <a:gd name="connsiteX1" fmla="*/ 228600 w 2590800"/>
                <a:gd name="connsiteY1" fmla="*/ 2902424 h 2979382"/>
                <a:gd name="connsiteX2" fmla="*/ 304800 w 2590800"/>
                <a:gd name="connsiteY2" fmla="*/ 2902424 h 2979382"/>
                <a:gd name="connsiteX3" fmla="*/ 457200 w 2590800"/>
                <a:gd name="connsiteY3" fmla="*/ 2754573 h 2979382"/>
                <a:gd name="connsiteX4" fmla="*/ 1235122 w 2590800"/>
                <a:gd name="connsiteY4" fmla="*/ 1553570 h 2979382"/>
                <a:gd name="connsiteX5" fmla="*/ 2067636 w 2590800"/>
                <a:gd name="connsiteY5" fmla="*/ 393511 h 2979382"/>
                <a:gd name="connsiteX6" fmla="*/ 2340591 w 2590800"/>
                <a:gd name="connsiteY6" fmla="*/ 106908 h 2979382"/>
                <a:gd name="connsiteX7" fmla="*/ 2590800 w 2590800"/>
                <a:gd name="connsiteY7" fmla="*/ 6824 h 2979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90800" h="2979382">
                  <a:moveTo>
                    <a:pt x="0" y="2902424"/>
                  </a:moveTo>
                  <a:cubicBezTo>
                    <a:pt x="58003" y="2898254"/>
                    <a:pt x="152400" y="2927066"/>
                    <a:pt x="228600" y="2902424"/>
                  </a:cubicBezTo>
                  <a:cubicBezTo>
                    <a:pt x="288878" y="2895979"/>
                    <a:pt x="266700" y="2927066"/>
                    <a:pt x="304800" y="2902424"/>
                  </a:cubicBezTo>
                  <a:cubicBezTo>
                    <a:pt x="342900" y="2877782"/>
                    <a:pt x="302146" y="2979382"/>
                    <a:pt x="457200" y="2754573"/>
                  </a:cubicBezTo>
                  <a:cubicBezTo>
                    <a:pt x="612254" y="2529764"/>
                    <a:pt x="966716" y="1947080"/>
                    <a:pt x="1235122" y="1553570"/>
                  </a:cubicBezTo>
                  <a:cubicBezTo>
                    <a:pt x="1503528" y="1160060"/>
                    <a:pt x="1883391" y="634621"/>
                    <a:pt x="2067636" y="393511"/>
                  </a:cubicBezTo>
                  <a:cubicBezTo>
                    <a:pt x="2251881" y="152401"/>
                    <a:pt x="2253397" y="171356"/>
                    <a:pt x="2340591" y="106908"/>
                  </a:cubicBezTo>
                  <a:cubicBezTo>
                    <a:pt x="2427785" y="42460"/>
                    <a:pt x="2568053" y="0"/>
                    <a:pt x="2590800" y="6824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105"/>
          <p:cNvGrpSpPr/>
          <p:nvPr/>
        </p:nvGrpSpPr>
        <p:grpSpPr>
          <a:xfrm>
            <a:off x="6705600" y="457200"/>
            <a:ext cx="2133600" cy="1714500"/>
            <a:chOff x="5304015" y="3581399"/>
            <a:chExt cx="3230385" cy="3048001"/>
          </a:xfrm>
        </p:grpSpPr>
        <p:cxnSp>
          <p:nvCxnSpPr>
            <p:cNvPr id="92" name="AutoShape 34"/>
            <p:cNvCxnSpPr>
              <a:cxnSpLocks noChangeShapeType="1"/>
            </p:cNvCxnSpPr>
            <p:nvPr/>
          </p:nvCxnSpPr>
          <p:spPr bwMode="auto">
            <a:xfrm>
              <a:off x="5304015" y="5084371"/>
              <a:ext cx="3230385" cy="824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 type="stealth" w="lg" len="lg"/>
              <a:tailEnd type="stealth" w="lg" len="lg"/>
            </a:ln>
          </p:spPr>
        </p:cxnSp>
        <p:cxnSp>
          <p:nvCxnSpPr>
            <p:cNvPr id="93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5329481" y="5105006"/>
              <a:ext cx="3048001" cy="788"/>
            </a:xfrm>
            <a:prstGeom prst="straightConnector1">
              <a:avLst/>
            </a:prstGeom>
            <a:noFill/>
            <a:ln w="38100">
              <a:solidFill>
                <a:srgbClr val="006600"/>
              </a:solidFill>
              <a:round/>
              <a:headEnd type="stealth" w="lg" len="lg"/>
              <a:tailEnd type="stealth" w="lg" len="lg"/>
            </a:ln>
          </p:spPr>
        </p:cxnSp>
        <p:sp>
          <p:nvSpPr>
            <p:cNvPr id="105" name="Parallelogram 104"/>
            <p:cNvSpPr/>
            <p:nvPr/>
          </p:nvSpPr>
          <p:spPr>
            <a:xfrm>
              <a:off x="5562600" y="3886200"/>
              <a:ext cx="2590800" cy="2438400"/>
            </a:xfrm>
            <a:prstGeom prst="parallelogram">
              <a:avLst>
                <a:gd name="adj" fmla="val 5223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125"/>
          <p:cNvGrpSpPr/>
          <p:nvPr/>
        </p:nvGrpSpPr>
        <p:grpSpPr>
          <a:xfrm>
            <a:off x="5181600" y="457200"/>
            <a:ext cx="1143000" cy="1657350"/>
            <a:chOff x="6629400" y="991392"/>
            <a:chExt cx="2057400" cy="2591595"/>
          </a:xfrm>
        </p:grpSpPr>
        <p:cxnSp>
          <p:nvCxnSpPr>
            <p:cNvPr id="113" name="AutoShape 34"/>
            <p:cNvCxnSpPr>
              <a:cxnSpLocks noChangeShapeType="1"/>
            </p:cNvCxnSpPr>
            <p:nvPr/>
          </p:nvCxnSpPr>
          <p:spPr bwMode="auto">
            <a:xfrm>
              <a:off x="6629400" y="2342758"/>
              <a:ext cx="2057400" cy="1588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 type="stealth" w="lg" len="lg"/>
              <a:tailEnd type="stealth" w="lg" len="lg"/>
            </a:ln>
          </p:spPr>
        </p:cxnSp>
        <p:cxnSp>
          <p:nvCxnSpPr>
            <p:cNvPr id="114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6273071" y="2286396"/>
              <a:ext cx="2591595" cy="1588"/>
            </a:xfrm>
            <a:prstGeom prst="straightConnector1">
              <a:avLst/>
            </a:prstGeom>
            <a:noFill/>
            <a:ln w="38100">
              <a:solidFill>
                <a:srgbClr val="006600"/>
              </a:solidFill>
              <a:round/>
              <a:headEnd type="stealth" w="lg" len="lg"/>
              <a:tailEnd type="stealth" w="lg" len="lg"/>
            </a:ln>
          </p:spPr>
        </p:cxnSp>
        <p:cxnSp>
          <p:nvCxnSpPr>
            <p:cNvPr id="118" name="Straight Connector 117"/>
            <p:cNvCxnSpPr/>
            <p:nvPr/>
          </p:nvCxnSpPr>
          <p:spPr>
            <a:xfrm rot="5400000" flipH="1" flipV="1">
              <a:off x="6629400" y="1600200"/>
              <a:ext cx="1981200" cy="137160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8305800" y="1295400"/>
              <a:ext cx="1524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>
              <a:off x="6781800" y="3276600"/>
              <a:ext cx="1524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 Box 27"/>
          <p:cNvSpPr txBox="1">
            <a:spLocks noChangeArrowheads="1"/>
          </p:cNvSpPr>
          <p:nvPr/>
        </p:nvSpPr>
        <p:spPr bwMode="auto">
          <a:xfrm>
            <a:off x="2819400" y="2457450"/>
            <a:ext cx="56388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1) Draw graph of IDEAL magnetic material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Text Box 27"/>
          <p:cNvSpPr txBox="1">
            <a:spLocks noChangeArrowheads="1"/>
          </p:cNvSpPr>
          <p:nvPr/>
        </p:nvSpPr>
        <p:spPr bwMode="auto">
          <a:xfrm>
            <a:off x="2819400" y="2857500"/>
            <a:ext cx="57912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2) Is a good conductor, magnetic in nature ?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" name="Text Box 27"/>
          <p:cNvSpPr txBox="1">
            <a:spLocks noChangeArrowheads="1"/>
          </p:cNvSpPr>
          <p:nvPr/>
        </p:nvSpPr>
        <p:spPr bwMode="auto">
          <a:xfrm>
            <a:off x="2819400" y="3257550"/>
            <a:ext cx="59436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3) Is a good magnetic material, a conductor ?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1" name="Text Box 27"/>
          <p:cNvSpPr txBox="1">
            <a:spLocks noChangeArrowheads="1"/>
          </p:cNvSpPr>
          <p:nvPr/>
        </p:nvSpPr>
        <p:spPr bwMode="auto">
          <a:xfrm>
            <a:off x="2743200" y="3657600"/>
            <a:ext cx="4267200" cy="28575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4) What is Curie temperature ?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2" name="Text Box 27"/>
          <p:cNvSpPr txBox="1">
            <a:spLocks noChangeArrowheads="1"/>
          </p:cNvSpPr>
          <p:nvPr/>
        </p:nvSpPr>
        <p:spPr bwMode="auto">
          <a:xfrm>
            <a:off x="2819400" y="4000500"/>
            <a:ext cx="5410200" cy="6858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5) Write on similarities and differences between Electrical and Magnetic circuits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7" name="Text Box 27"/>
          <p:cNvSpPr txBox="1">
            <a:spLocks noChangeArrowheads="1"/>
          </p:cNvSpPr>
          <p:nvPr/>
        </p:nvSpPr>
        <p:spPr bwMode="auto">
          <a:xfrm>
            <a:off x="914400" y="114300"/>
            <a:ext cx="2362200" cy="2286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Home work –  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35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36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7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43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1783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500"/>
                            </p:stCondLst>
                            <p:childTnLst>
                              <p:par>
                                <p:cTn id="3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500"/>
                            </p:stCondLst>
                            <p:childTnLst>
                              <p:par>
                                <p:cTn id="4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500"/>
                            </p:stCondLst>
                            <p:childTnLst>
                              <p:par>
                                <p:cTn id="4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0"/>
                            </p:stCondLst>
                            <p:childTnLst>
                              <p:par>
                                <p:cTn id="5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/>
          <p:cNvGrpSpPr/>
          <p:nvPr/>
        </p:nvGrpSpPr>
        <p:grpSpPr>
          <a:xfrm>
            <a:off x="5410200" y="590550"/>
            <a:ext cx="3429000" cy="2571750"/>
            <a:chOff x="2743200" y="806216"/>
            <a:chExt cx="2727251" cy="3079984"/>
          </a:xfrm>
        </p:grpSpPr>
        <p:cxnSp>
          <p:nvCxnSpPr>
            <p:cNvPr id="5" name="AutoShape 34"/>
            <p:cNvCxnSpPr>
              <a:cxnSpLocks noChangeShapeType="1"/>
            </p:cNvCxnSpPr>
            <p:nvPr/>
          </p:nvCxnSpPr>
          <p:spPr bwMode="auto">
            <a:xfrm>
              <a:off x="2743200" y="2324958"/>
              <a:ext cx="2727251" cy="833"/>
            </a:xfrm>
            <a:prstGeom prst="straightConnector1">
              <a:avLst/>
            </a:prstGeom>
            <a:noFill/>
            <a:ln w="25400" cmpd="sng">
              <a:solidFill>
                <a:srgbClr val="FF0000"/>
              </a:solidFill>
              <a:round/>
              <a:headEnd type="stealth" w="lg" len="lg"/>
              <a:tailEnd type="stealth" w="lg" len="lg"/>
            </a:ln>
          </p:spPr>
        </p:cxnSp>
        <p:cxnSp>
          <p:nvCxnSpPr>
            <p:cNvPr id="6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2511345" y="2345875"/>
              <a:ext cx="3079984" cy="665"/>
            </a:xfrm>
            <a:prstGeom prst="straightConnector1">
              <a:avLst/>
            </a:prstGeom>
            <a:noFill/>
            <a:ln w="25400" cmpd="sng">
              <a:solidFill>
                <a:srgbClr val="FF0000"/>
              </a:solidFill>
              <a:round/>
              <a:headEnd type="stealth" w="lg" len="lg"/>
              <a:tailEnd type="stealth" w="lg" len="lg"/>
            </a:ln>
          </p:spPr>
        </p:cxnSp>
        <p:sp>
          <p:nvSpPr>
            <p:cNvPr id="7" name="Freeform 6"/>
            <p:cNvSpPr/>
            <p:nvPr/>
          </p:nvSpPr>
          <p:spPr>
            <a:xfrm>
              <a:off x="3992894" y="1077982"/>
              <a:ext cx="1110734" cy="575782"/>
            </a:xfrm>
            <a:custGeom>
              <a:avLst/>
              <a:gdLst>
                <a:gd name="connsiteX0" fmla="*/ 2427890 w 2427890"/>
                <a:gd name="connsiteY0" fmla="*/ 0 h 1208689"/>
                <a:gd name="connsiteX1" fmla="*/ 1497725 w 2427890"/>
                <a:gd name="connsiteY1" fmla="*/ 110358 h 1208689"/>
                <a:gd name="connsiteX2" fmla="*/ 788277 w 2427890"/>
                <a:gd name="connsiteY2" fmla="*/ 457200 h 1208689"/>
                <a:gd name="connsiteX3" fmla="*/ 110359 w 2427890"/>
                <a:gd name="connsiteY3" fmla="*/ 1103586 h 1208689"/>
                <a:gd name="connsiteX4" fmla="*/ 126125 w 2427890"/>
                <a:gd name="connsiteY4" fmla="*/ 1087820 h 1208689"/>
                <a:gd name="connsiteX0" fmla="*/ 2425108 w 2425108"/>
                <a:gd name="connsiteY0" fmla="*/ 0 h 1203434"/>
                <a:gd name="connsiteX1" fmla="*/ 1494943 w 2425108"/>
                <a:gd name="connsiteY1" fmla="*/ 110358 h 1203434"/>
                <a:gd name="connsiteX2" fmla="*/ 785495 w 2425108"/>
                <a:gd name="connsiteY2" fmla="*/ 457200 h 1203434"/>
                <a:gd name="connsiteX3" fmla="*/ 107577 w 2425108"/>
                <a:gd name="connsiteY3" fmla="*/ 1103586 h 1203434"/>
                <a:gd name="connsiteX4" fmla="*/ 140035 w 2425108"/>
                <a:gd name="connsiteY4" fmla="*/ 1056289 h 1203434"/>
                <a:gd name="connsiteX0" fmla="*/ 2437009 w 2437009"/>
                <a:gd name="connsiteY0" fmla="*/ 0 h 1216134"/>
                <a:gd name="connsiteX1" fmla="*/ 1506844 w 2437009"/>
                <a:gd name="connsiteY1" fmla="*/ 110358 h 1216134"/>
                <a:gd name="connsiteX2" fmla="*/ 797396 w 2437009"/>
                <a:gd name="connsiteY2" fmla="*/ 457200 h 1216134"/>
                <a:gd name="connsiteX3" fmla="*/ 119478 w 2437009"/>
                <a:gd name="connsiteY3" fmla="*/ 1103586 h 1216134"/>
                <a:gd name="connsiteX4" fmla="*/ 80527 w 2437009"/>
                <a:gd name="connsiteY4" fmla="*/ 1132489 h 1216134"/>
                <a:gd name="connsiteX0" fmla="*/ 2419545 w 2419545"/>
                <a:gd name="connsiteY0" fmla="*/ 0 h 1192923"/>
                <a:gd name="connsiteX1" fmla="*/ 1489380 w 2419545"/>
                <a:gd name="connsiteY1" fmla="*/ 110358 h 1192923"/>
                <a:gd name="connsiteX2" fmla="*/ 779932 w 2419545"/>
                <a:gd name="connsiteY2" fmla="*/ 457200 h 1192923"/>
                <a:gd name="connsiteX3" fmla="*/ 205881 w 2419545"/>
                <a:gd name="connsiteY3" fmla="*/ 903889 h 1192923"/>
                <a:gd name="connsiteX4" fmla="*/ 102014 w 2419545"/>
                <a:gd name="connsiteY4" fmla="*/ 1103586 h 1192923"/>
                <a:gd name="connsiteX5" fmla="*/ 63063 w 2419545"/>
                <a:gd name="connsiteY5" fmla="*/ 1132489 h 1192923"/>
                <a:gd name="connsiteX0" fmla="*/ 2490953 w 2490953"/>
                <a:gd name="connsiteY0" fmla="*/ 0 h 1192924"/>
                <a:gd name="connsiteX1" fmla="*/ 1560788 w 2490953"/>
                <a:gd name="connsiteY1" fmla="*/ 110358 h 1192924"/>
                <a:gd name="connsiteX2" fmla="*/ 851340 w 2490953"/>
                <a:gd name="connsiteY2" fmla="*/ 457200 h 1192924"/>
                <a:gd name="connsiteX3" fmla="*/ 277289 w 2490953"/>
                <a:gd name="connsiteY3" fmla="*/ 903889 h 1192924"/>
                <a:gd name="connsiteX4" fmla="*/ 173422 w 2490953"/>
                <a:gd name="connsiteY4" fmla="*/ 1103586 h 1192924"/>
                <a:gd name="connsiteX5" fmla="*/ 63063 w 2490953"/>
                <a:gd name="connsiteY5" fmla="*/ 1132490 h 1192924"/>
                <a:gd name="connsiteX0" fmla="*/ 2490953 w 2490953"/>
                <a:gd name="connsiteY0" fmla="*/ 0 h 1192924"/>
                <a:gd name="connsiteX1" fmla="*/ 1560788 w 2490953"/>
                <a:gd name="connsiteY1" fmla="*/ 110358 h 1192924"/>
                <a:gd name="connsiteX2" fmla="*/ 851340 w 2490953"/>
                <a:gd name="connsiteY2" fmla="*/ 457200 h 1192924"/>
                <a:gd name="connsiteX3" fmla="*/ 277289 w 2490953"/>
                <a:gd name="connsiteY3" fmla="*/ 903889 h 1192924"/>
                <a:gd name="connsiteX4" fmla="*/ 63063 w 2490953"/>
                <a:gd name="connsiteY4" fmla="*/ 1132489 h 1192924"/>
                <a:gd name="connsiteX5" fmla="*/ 63063 w 2490953"/>
                <a:gd name="connsiteY5" fmla="*/ 1132490 h 1192924"/>
                <a:gd name="connsiteX0" fmla="*/ 2451693 w 2451693"/>
                <a:gd name="connsiteY0" fmla="*/ 0 h 1145189"/>
                <a:gd name="connsiteX1" fmla="*/ 1521528 w 2451693"/>
                <a:gd name="connsiteY1" fmla="*/ 110358 h 1145189"/>
                <a:gd name="connsiteX2" fmla="*/ 812080 w 2451693"/>
                <a:gd name="connsiteY2" fmla="*/ 457200 h 1145189"/>
                <a:gd name="connsiteX3" fmla="*/ 238029 w 2451693"/>
                <a:gd name="connsiteY3" fmla="*/ 903889 h 1145189"/>
                <a:gd name="connsiteX4" fmla="*/ 23803 w 2451693"/>
                <a:gd name="connsiteY4" fmla="*/ 1132489 h 1145189"/>
                <a:gd name="connsiteX5" fmla="*/ 95211 w 2451693"/>
                <a:gd name="connsiteY5" fmla="*/ 980089 h 1145189"/>
                <a:gd name="connsiteX0" fmla="*/ 2451693 w 2451693"/>
                <a:gd name="connsiteY0" fmla="*/ 0 h 1157889"/>
                <a:gd name="connsiteX1" fmla="*/ 1521528 w 2451693"/>
                <a:gd name="connsiteY1" fmla="*/ 110358 h 1157889"/>
                <a:gd name="connsiteX2" fmla="*/ 812080 w 2451693"/>
                <a:gd name="connsiteY2" fmla="*/ 457200 h 1157889"/>
                <a:gd name="connsiteX3" fmla="*/ 238029 w 2451693"/>
                <a:gd name="connsiteY3" fmla="*/ 903889 h 1157889"/>
                <a:gd name="connsiteX4" fmla="*/ 23803 w 2451693"/>
                <a:gd name="connsiteY4" fmla="*/ 1132489 h 1157889"/>
                <a:gd name="connsiteX5" fmla="*/ 95211 w 2451693"/>
                <a:gd name="connsiteY5" fmla="*/ 1056290 h 1157889"/>
                <a:gd name="connsiteX0" fmla="*/ 2475496 w 2475496"/>
                <a:gd name="connsiteY0" fmla="*/ 0 h 1116724"/>
                <a:gd name="connsiteX1" fmla="*/ 1545331 w 2475496"/>
                <a:gd name="connsiteY1" fmla="*/ 110358 h 1116724"/>
                <a:gd name="connsiteX2" fmla="*/ 835883 w 2475496"/>
                <a:gd name="connsiteY2" fmla="*/ 457200 h 1116724"/>
                <a:gd name="connsiteX3" fmla="*/ 261832 w 2475496"/>
                <a:gd name="connsiteY3" fmla="*/ 903889 h 1116724"/>
                <a:gd name="connsiteX4" fmla="*/ 23803 w 2475496"/>
                <a:gd name="connsiteY4" fmla="*/ 1081689 h 1116724"/>
                <a:gd name="connsiteX5" fmla="*/ 119014 w 2475496"/>
                <a:gd name="connsiteY5" fmla="*/ 1056290 h 1116724"/>
                <a:gd name="connsiteX0" fmla="*/ 2472971 w 2472971"/>
                <a:gd name="connsiteY0" fmla="*/ 0 h 1116724"/>
                <a:gd name="connsiteX1" fmla="*/ 1542806 w 2472971"/>
                <a:gd name="connsiteY1" fmla="*/ 110358 h 1116724"/>
                <a:gd name="connsiteX2" fmla="*/ 833358 w 2472971"/>
                <a:gd name="connsiteY2" fmla="*/ 457200 h 1116724"/>
                <a:gd name="connsiteX3" fmla="*/ 244159 w 2472971"/>
                <a:gd name="connsiteY3" fmla="*/ 929289 h 1116724"/>
                <a:gd name="connsiteX4" fmla="*/ 21278 w 2472971"/>
                <a:gd name="connsiteY4" fmla="*/ 1081689 h 1116724"/>
                <a:gd name="connsiteX5" fmla="*/ 116489 w 2472971"/>
                <a:gd name="connsiteY5" fmla="*/ 1056290 h 1116724"/>
                <a:gd name="connsiteX0" fmla="*/ 2587040 w 2587040"/>
                <a:gd name="connsiteY0" fmla="*/ 0 h 1116724"/>
                <a:gd name="connsiteX1" fmla="*/ 1656875 w 2587040"/>
                <a:gd name="connsiteY1" fmla="*/ 110358 h 1116724"/>
                <a:gd name="connsiteX2" fmla="*/ 947427 w 2587040"/>
                <a:gd name="connsiteY2" fmla="*/ 457200 h 1116724"/>
                <a:gd name="connsiteX3" fmla="*/ 135347 w 2587040"/>
                <a:gd name="connsiteY3" fmla="*/ 1005489 h 1116724"/>
                <a:gd name="connsiteX4" fmla="*/ 135347 w 2587040"/>
                <a:gd name="connsiteY4" fmla="*/ 1081689 h 1116724"/>
                <a:gd name="connsiteX5" fmla="*/ 230558 w 2587040"/>
                <a:gd name="connsiteY5" fmla="*/ 1056290 h 1116724"/>
                <a:gd name="connsiteX0" fmla="*/ 2587040 w 2587040"/>
                <a:gd name="connsiteY0" fmla="*/ 0 h 1109571"/>
                <a:gd name="connsiteX1" fmla="*/ 1656875 w 2587040"/>
                <a:gd name="connsiteY1" fmla="*/ 110358 h 1109571"/>
                <a:gd name="connsiteX2" fmla="*/ 947427 w 2587040"/>
                <a:gd name="connsiteY2" fmla="*/ 457200 h 1109571"/>
                <a:gd name="connsiteX3" fmla="*/ 135347 w 2587040"/>
                <a:gd name="connsiteY3" fmla="*/ 1005489 h 1109571"/>
                <a:gd name="connsiteX4" fmla="*/ 135347 w 2587040"/>
                <a:gd name="connsiteY4" fmla="*/ 1081689 h 1109571"/>
                <a:gd name="connsiteX5" fmla="*/ 135347 w 2587040"/>
                <a:gd name="connsiteY5" fmla="*/ 1005489 h 1109571"/>
                <a:gd name="connsiteX0" fmla="*/ 2587040 w 2587040"/>
                <a:gd name="connsiteY0" fmla="*/ 0 h 1096871"/>
                <a:gd name="connsiteX1" fmla="*/ 1656875 w 2587040"/>
                <a:gd name="connsiteY1" fmla="*/ 110358 h 1096871"/>
                <a:gd name="connsiteX2" fmla="*/ 947427 w 2587040"/>
                <a:gd name="connsiteY2" fmla="*/ 457200 h 1096871"/>
                <a:gd name="connsiteX3" fmla="*/ 135347 w 2587040"/>
                <a:gd name="connsiteY3" fmla="*/ 1005489 h 1096871"/>
                <a:gd name="connsiteX4" fmla="*/ 135347 w 2587040"/>
                <a:gd name="connsiteY4" fmla="*/ 1005490 h 1096871"/>
                <a:gd name="connsiteX5" fmla="*/ 135347 w 2587040"/>
                <a:gd name="connsiteY5" fmla="*/ 1005489 h 1096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7040" h="1096871">
                  <a:moveTo>
                    <a:pt x="2587040" y="0"/>
                  </a:moveTo>
                  <a:cubicBezTo>
                    <a:pt x="2258592" y="17079"/>
                    <a:pt x="1930144" y="34158"/>
                    <a:pt x="1656875" y="110358"/>
                  </a:cubicBezTo>
                  <a:cubicBezTo>
                    <a:pt x="1383606" y="186558"/>
                    <a:pt x="1201015" y="308012"/>
                    <a:pt x="947427" y="457200"/>
                  </a:cubicBezTo>
                  <a:cubicBezTo>
                    <a:pt x="693839" y="606388"/>
                    <a:pt x="270694" y="914107"/>
                    <a:pt x="135347" y="1005489"/>
                  </a:cubicBezTo>
                  <a:cubicBezTo>
                    <a:pt x="0" y="1096871"/>
                    <a:pt x="135347" y="1005490"/>
                    <a:pt x="135347" y="1005490"/>
                  </a:cubicBezTo>
                  <a:cubicBezTo>
                    <a:pt x="135347" y="1005490"/>
                    <a:pt x="72284" y="1065923"/>
                    <a:pt x="135347" y="1005489"/>
                  </a:cubicBezTo>
                </a:path>
              </a:pathLst>
            </a:custGeom>
            <a:ln w="254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7"/>
            <p:cNvSpPr/>
            <p:nvPr/>
          </p:nvSpPr>
          <p:spPr>
            <a:xfrm>
              <a:off x="2775097" y="2932454"/>
              <a:ext cx="1307438" cy="713330"/>
            </a:xfrm>
            <a:custGeom>
              <a:avLst/>
              <a:gdLst>
                <a:gd name="connsiteX0" fmla="*/ 0 w 3205656"/>
                <a:gd name="connsiteY0" fmla="*/ 1382111 h 1408387"/>
                <a:gd name="connsiteX1" fmla="*/ 977463 w 3205656"/>
                <a:gd name="connsiteY1" fmla="*/ 1319049 h 1408387"/>
                <a:gd name="connsiteX2" fmla="*/ 2207173 w 3205656"/>
                <a:gd name="connsiteY2" fmla="*/ 846083 h 1408387"/>
                <a:gd name="connsiteX3" fmla="*/ 3058511 w 3205656"/>
                <a:gd name="connsiteY3" fmla="*/ 120869 h 1408387"/>
                <a:gd name="connsiteX4" fmla="*/ 3090042 w 3205656"/>
                <a:gd name="connsiteY4" fmla="*/ 120869 h 1408387"/>
                <a:gd name="connsiteX5" fmla="*/ 3105807 w 3205656"/>
                <a:gd name="connsiteY5" fmla="*/ 152400 h 1408387"/>
                <a:gd name="connsiteX0" fmla="*/ 0 w 3139090"/>
                <a:gd name="connsiteY0" fmla="*/ 1345325 h 1371601"/>
                <a:gd name="connsiteX1" fmla="*/ 977463 w 3139090"/>
                <a:gd name="connsiteY1" fmla="*/ 1282263 h 1371601"/>
                <a:gd name="connsiteX2" fmla="*/ 2207173 w 3139090"/>
                <a:gd name="connsiteY2" fmla="*/ 809297 h 1371601"/>
                <a:gd name="connsiteX3" fmla="*/ 2606566 w 3139090"/>
                <a:gd name="connsiteY3" fmla="*/ 588580 h 1371601"/>
                <a:gd name="connsiteX4" fmla="*/ 3058511 w 3139090"/>
                <a:gd name="connsiteY4" fmla="*/ 84083 h 1371601"/>
                <a:gd name="connsiteX5" fmla="*/ 3090042 w 3139090"/>
                <a:gd name="connsiteY5" fmla="*/ 84083 h 1371601"/>
                <a:gd name="connsiteX6" fmla="*/ 3105807 w 3139090"/>
                <a:gd name="connsiteY6" fmla="*/ 115614 h 1371601"/>
                <a:gd name="connsiteX0" fmla="*/ 0 w 3139090"/>
                <a:gd name="connsiteY0" fmla="*/ 1332625 h 1358901"/>
                <a:gd name="connsiteX1" fmla="*/ 977463 w 3139090"/>
                <a:gd name="connsiteY1" fmla="*/ 1269563 h 1358901"/>
                <a:gd name="connsiteX2" fmla="*/ 2207173 w 3139090"/>
                <a:gd name="connsiteY2" fmla="*/ 796597 h 1358901"/>
                <a:gd name="connsiteX3" fmla="*/ 2606566 w 3139090"/>
                <a:gd name="connsiteY3" fmla="*/ 499680 h 1358901"/>
                <a:gd name="connsiteX4" fmla="*/ 3058511 w 3139090"/>
                <a:gd name="connsiteY4" fmla="*/ 71383 h 1358901"/>
                <a:gd name="connsiteX5" fmla="*/ 3090042 w 3139090"/>
                <a:gd name="connsiteY5" fmla="*/ 71383 h 1358901"/>
                <a:gd name="connsiteX6" fmla="*/ 3105807 w 3139090"/>
                <a:gd name="connsiteY6" fmla="*/ 102914 h 135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39090" h="1358901">
                  <a:moveTo>
                    <a:pt x="0" y="1332625"/>
                  </a:moveTo>
                  <a:cubicBezTo>
                    <a:pt x="304800" y="1345763"/>
                    <a:pt x="609601" y="1358901"/>
                    <a:pt x="977463" y="1269563"/>
                  </a:cubicBezTo>
                  <a:cubicBezTo>
                    <a:pt x="1345325" y="1180225"/>
                    <a:pt x="1935656" y="924911"/>
                    <a:pt x="2207173" y="796597"/>
                  </a:cubicBezTo>
                  <a:cubicBezTo>
                    <a:pt x="2478690" y="668283"/>
                    <a:pt x="2464676" y="620549"/>
                    <a:pt x="2606566" y="499680"/>
                  </a:cubicBezTo>
                  <a:cubicBezTo>
                    <a:pt x="2748456" y="378811"/>
                    <a:pt x="2977932" y="142766"/>
                    <a:pt x="3058511" y="71383"/>
                  </a:cubicBezTo>
                  <a:cubicBezTo>
                    <a:pt x="3139090" y="0"/>
                    <a:pt x="3082159" y="66128"/>
                    <a:pt x="3090042" y="71383"/>
                  </a:cubicBezTo>
                  <a:cubicBezTo>
                    <a:pt x="3097925" y="76638"/>
                    <a:pt x="3101866" y="89776"/>
                    <a:pt x="3105807" y="102914"/>
                  </a:cubicBezTo>
                </a:path>
              </a:pathLst>
            </a:custGeom>
            <a:ln w="254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 8"/>
            <p:cNvSpPr/>
            <p:nvPr/>
          </p:nvSpPr>
          <p:spPr>
            <a:xfrm>
              <a:off x="4051005" y="1085798"/>
              <a:ext cx="1052623" cy="1879990"/>
            </a:xfrm>
            <a:custGeom>
              <a:avLst/>
              <a:gdLst>
                <a:gd name="connsiteX0" fmla="*/ 0 w 2459421"/>
                <a:gd name="connsiteY0" fmla="*/ 3358055 h 3358055"/>
                <a:gd name="connsiteX1" fmla="*/ 993228 w 2459421"/>
                <a:gd name="connsiteY1" fmla="*/ 2317531 h 3358055"/>
                <a:gd name="connsiteX2" fmla="*/ 1639614 w 2459421"/>
                <a:gd name="connsiteY2" fmla="*/ 914400 h 3358055"/>
                <a:gd name="connsiteX3" fmla="*/ 1828800 w 2459421"/>
                <a:gd name="connsiteY3" fmla="*/ 457200 h 3358055"/>
                <a:gd name="connsiteX4" fmla="*/ 2096814 w 2459421"/>
                <a:gd name="connsiteY4" fmla="*/ 78828 h 3358055"/>
                <a:gd name="connsiteX5" fmla="*/ 2459421 w 2459421"/>
                <a:gd name="connsiteY5" fmla="*/ 0 h 3358055"/>
                <a:gd name="connsiteX0" fmla="*/ 0 w 2459421"/>
                <a:gd name="connsiteY0" fmla="*/ 3358055 h 3358055"/>
                <a:gd name="connsiteX1" fmla="*/ 993228 w 2459421"/>
                <a:gd name="connsiteY1" fmla="*/ 2317531 h 3358055"/>
                <a:gd name="connsiteX2" fmla="*/ 1639614 w 2459421"/>
                <a:gd name="connsiteY2" fmla="*/ 914400 h 3358055"/>
                <a:gd name="connsiteX3" fmla="*/ 1828800 w 2459421"/>
                <a:gd name="connsiteY3" fmla="*/ 457200 h 3358055"/>
                <a:gd name="connsiteX4" fmla="*/ 2133600 w 2459421"/>
                <a:gd name="connsiteY4" fmla="*/ 142896 h 3358055"/>
                <a:gd name="connsiteX5" fmla="*/ 2459421 w 2459421"/>
                <a:gd name="connsiteY5" fmla="*/ 0 h 3358055"/>
                <a:gd name="connsiteX0" fmla="*/ 0 w 2514600"/>
                <a:gd name="connsiteY0" fmla="*/ 3286607 h 3286607"/>
                <a:gd name="connsiteX1" fmla="*/ 993228 w 2514600"/>
                <a:gd name="connsiteY1" fmla="*/ 2246083 h 3286607"/>
                <a:gd name="connsiteX2" fmla="*/ 1639614 w 2514600"/>
                <a:gd name="connsiteY2" fmla="*/ 842952 h 3286607"/>
                <a:gd name="connsiteX3" fmla="*/ 1828800 w 2514600"/>
                <a:gd name="connsiteY3" fmla="*/ 385752 h 3286607"/>
                <a:gd name="connsiteX4" fmla="*/ 2133600 w 2514600"/>
                <a:gd name="connsiteY4" fmla="*/ 71448 h 3286607"/>
                <a:gd name="connsiteX5" fmla="*/ 2514600 w 2514600"/>
                <a:gd name="connsiteY5" fmla="*/ 0 h 3286607"/>
                <a:gd name="connsiteX0" fmla="*/ 0 w 2590799"/>
                <a:gd name="connsiteY0" fmla="*/ 3358055 h 3358055"/>
                <a:gd name="connsiteX1" fmla="*/ 993228 w 2590799"/>
                <a:gd name="connsiteY1" fmla="*/ 2317531 h 3358055"/>
                <a:gd name="connsiteX2" fmla="*/ 1639614 w 2590799"/>
                <a:gd name="connsiteY2" fmla="*/ 914400 h 3358055"/>
                <a:gd name="connsiteX3" fmla="*/ 1828800 w 2590799"/>
                <a:gd name="connsiteY3" fmla="*/ 457200 h 3358055"/>
                <a:gd name="connsiteX4" fmla="*/ 2133600 w 2590799"/>
                <a:gd name="connsiteY4" fmla="*/ 142896 h 3358055"/>
                <a:gd name="connsiteX5" fmla="*/ 2590799 w 2590799"/>
                <a:gd name="connsiteY5" fmla="*/ 0 h 335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799" h="3358055">
                  <a:moveTo>
                    <a:pt x="0" y="3358055"/>
                  </a:moveTo>
                  <a:cubicBezTo>
                    <a:pt x="359979" y="3041431"/>
                    <a:pt x="719959" y="2724807"/>
                    <a:pt x="993228" y="2317531"/>
                  </a:cubicBezTo>
                  <a:cubicBezTo>
                    <a:pt x="1266497" y="1910255"/>
                    <a:pt x="1500352" y="1224455"/>
                    <a:pt x="1639614" y="914400"/>
                  </a:cubicBezTo>
                  <a:cubicBezTo>
                    <a:pt x="1778876" y="604345"/>
                    <a:pt x="1746469" y="585784"/>
                    <a:pt x="1828800" y="457200"/>
                  </a:cubicBezTo>
                  <a:cubicBezTo>
                    <a:pt x="1911131" y="328616"/>
                    <a:pt x="2006600" y="219096"/>
                    <a:pt x="2133600" y="142896"/>
                  </a:cubicBezTo>
                  <a:cubicBezTo>
                    <a:pt x="2260600" y="66696"/>
                    <a:pt x="2462047" y="1314"/>
                    <a:pt x="2590799" y="0"/>
                  </a:cubicBezTo>
                </a:path>
              </a:pathLst>
            </a:custGeom>
            <a:ln w="254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775097" y="2325791"/>
              <a:ext cx="829339" cy="1319993"/>
            </a:xfrm>
            <a:custGeom>
              <a:avLst/>
              <a:gdLst>
                <a:gd name="connsiteX0" fmla="*/ 2364828 w 2364828"/>
                <a:gd name="connsiteY0" fmla="*/ 0 h 2525110"/>
                <a:gd name="connsiteX1" fmla="*/ 1592318 w 2364828"/>
                <a:gd name="connsiteY1" fmla="*/ 1434662 h 2525110"/>
                <a:gd name="connsiteX2" fmla="*/ 867104 w 2364828"/>
                <a:gd name="connsiteY2" fmla="*/ 2301766 h 2525110"/>
                <a:gd name="connsiteX3" fmla="*/ 346842 w 2364828"/>
                <a:gd name="connsiteY3" fmla="*/ 2490952 h 2525110"/>
                <a:gd name="connsiteX4" fmla="*/ 0 w 2364828"/>
                <a:gd name="connsiteY4" fmla="*/ 2506717 h 2525110"/>
                <a:gd name="connsiteX0" fmla="*/ 2364828 w 2364828"/>
                <a:gd name="connsiteY0" fmla="*/ 0 h 2559268"/>
                <a:gd name="connsiteX1" fmla="*/ 1592318 w 2364828"/>
                <a:gd name="connsiteY1" fmla="*/ 1434662 h 2559268"/>
                <a:gd name="connsiteX2" fmla="*/ 867104 w 2364828"/>
                <a:gd name="connsiteY2" fmla="*/ 2301766 h 2559268"/>
                <a:gd name="connsiteX3" fmla="*/ 244637 w 2364828"/>
                <a:gd name="connsiteY3" fmla="*/ 2525110 h 2559268"/>
                <a:gd name="connsiteX4" fmla="*/ 0 w 2364828"/>
                <a:gd name="connsiteY4" fmla="*/ 2506717 h 2559268"/>
                <a:gd name="connsiteX0" fmla="*/ 2364828 w 2364828"/>
                <a:gd name="connsiteY0" fmla="*/ 0 h 2692125"/>
                <a:gd name="connsiteX1" fmla="*/ 1592318 w 2364828"/>
                <a:gd name="connsiteY1" fmla="*/ 1434662 h 2692125"/>
                <a:gd name="connsiteX2" fmla="*/ 867104 w 2364828"/>
                <a:gd name="connsiteY2" fmla="*/ 2301766 h 2692125"/>
                <a:gd name="connsiteX3" fmla="*/ 244637 w 2364828"/>
                <a:gd name="connsiteY3" fmla="*/ 2525110 h 2692125"/>
                <a:gd name="connsiteX4" fmla="*/ 0 w 2364828"/>
                <a:gd name="connsiteY4" fmla="*/ 2682929 h 2692125"/>
                <a:gd name="connsiteX0" fmla="*/ 2364828 w 2364828"/>
                <a:gd name="connsiteY0" fmla="*/ 0 h 2562334"/>
                <a:gd name="connsiteX1" fmla="*/ 1592318 w 2364828"/>
                <a:gd name="connsiteY1" fmla="*/ 1434662 h 2562334"/>
                <a:gd name="connsiteX2" fmla="*/ 867104 w 2364828"/>
                <a:gd name="connsiteY2" fmla="*/ 2301766 h 2562334"/>
                <a:gd name="connsiteX3" fmla="*/ 244637 w 2364828"/>
                <a:gd name="connsiteY3" fmla="*/ 2525110 h 2562334"/>
                <a:gd name="connsiteX4" fmla="*/ 0 w 2364828"/>
                <a:gd name="connsiteY4" fmla="*/ 2525109 h 2562334"/>
                <a:gd name="connsiteX0" fmla="*/ 2277242 w 2277242"/>
                <a:gd name="connsiteY0" fmla="*/ 0 h 2562334"/>
                <a:gd name="connsiteX1" fmla="*/ 1592318 w 2277242"/>
                <a:gd name="connsiteY1" fmla="*/ 1434662 h 2562334"/>
                <a:gd name="connsiteX2" fmla="*/ 867104 w 2277242"/>
                <a:gd name="connsiteY2" fmla="*/ 2301766 h 2562334"/>
                <a:gd name="connsiteX3" fmla="*/ 244637 w 2277242"/>
                <a:gd name="connsiteY3" fmla="*/ 2525110 h 2562334"/>
                <a:gd name="connsiteX4" fmla="*/ 0 w 2277242"/>
                <a:gd name="connsiteY4" fmla="*/ 2525109 h 2562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7242" h="2562334">
                  <a:moveTo>
                    <a:pt x="2277242" y="0"/>
                  </a:moveTo>
                  <a:cubicBezTo>
                    <a:pt x="2015797" y="525517"/>
                    <a:pt x="1827341" y="1051034"/>
                    <a:pt x="1592318" y="1434662"/>
                  </a:cubicBezTo>
                  <a:cubicBezTo>
                    <a:pt x="1357295" y="1818290"/>
                    <a:pt x="1091718" y="2120025"/>
                    <a:pt x="867104" y="2301766"/>
                  </a:cubicBezTo>
                  <a:cubicBezTo>
                    <a:pt x="642491" y="2483507"/>
                    <a:pt x="389154" y="2487886"/>
                    <a:pt x="244637" y="2525110"/>
                  </a:cubicBezTo>
                  <a:cubicBezTo>
                    <a:pt x="100120" y="2562334"/>
                    <a:pt x="101162" y="2534305"/>
                    <a:pt x="0" y="2525109"/>
                  </a:cubicBezTo>
                </a:path>
              </a:pathLst>
            </a:custGeom>
            <a:ln w="254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3604438" y="1539435"/>
              <a:ext cx="498080" cy="786356"/>
            </a:xfrm>
            <a:custGeom>
              <a:avLst/>
              <a:gdLst>
                <a:gd name="connsiteX0" fmla="*/ 1056289 w 1056289"/>
                <a:gd name="connsiteY0" fmla="*/ 0 h 1340069"/>
                <a:gd name="connsiteX1" fmla="*/ 236482 w 1056289"/>
                <a:gd name="connsiteY1" fmla="*/ 740979 h 1340069"/>
                <a:gd name="connsiteX2" fmla="*/ 0 w 1056289"/>
                <a:gd name="connsiteY2" fmla="*/ 1340069 h 1340069"/>
                <a:gd name="connsiteX3" fmla="*/ 0 w 1056289"/>
                <a:gd name="connsiteY3" fmla="*/ 1340069 h 1340069"/>
                <a:gd name="connsiteX4" fmla="*/ 0 w 1056289"/>
                <a:gd name="connsiteY4" fmla="*/ 1340069 h 1340069"/>
                <a:gd name="connsiteX0" fmla="*/ 1056289 w 1056289"/>
                <a:gd name="connsiteY0" fmla="*/ 0 h 1340069"/>
                <a:gd name="connsiteX1" fmla="*/ 315310 w 1056289"/>
                <a:gd name="connsiteY1" fmla="*/ 722586 h 1340069"/>
                <a:gd name="connsiteX2" fmla="*/ 0 w 1056289"/>
                <a:gd name="connsiteY2" fmla="*/ 1340069 h 1340069"/>
                <a:gd name="connsiteX3" fmla="*/ 0 w 1056289"/>
                <a:gd name="connsiteY3" fmla="*/ 1340069 h 1340069"/>
                <a:gd name="connsiteX4" fmla="*/ 0 w 1056289"/>
                <a:gd name="connsiteY4" fmla="*/ 1340069 h 1340069"/>
                <a:gd name="connsiteX0" fmla="*/ 1056289 w 1056289"/>
                <a:gd name="connsiteY0" fmla="*/ 0 h 1340069"/>
                <a:gd name="connsiteX1" fmla="*/ 391510 w 1056289"/>
                <a:gd name="connsiteY1" fmla="*/ 722586 h 1340069"/>
                <a:gd name="connsiteX2" fmla="*/ 0 w 1056289"/>
                <a:gd name="connsiteY2" fmla="*/ 1340069 h 1340069"/>
                <a:gd name="connsiteX3" fmla="*/ 0 w 1056289"/>
                <a:gd name="connsiteY3" fmla="*/ 1340069 h 1340069"/>
                <a:gd name="connsiteX4" fmla="*/ 0 w 1056289"/>
                <a:gd name="connsiteY4" fmla="*/ 1340069 h 1340069"/>
                <a:gd name="connsiteX0" fmla="*/ 1001110 w 1001110"/>
                <a:gd name="connsiteY0" fmla="*/ 0 h 1227083"/>
                <a:gd name="connsiteX1" fmla="*/ 391510 w 1001110"/>
                <a:gd name="connsiteY1" fmla="*/ 609600 h 1227083"/>
                <a:gd name="connsiteX2" fmla="*/ 0 w 1001110"/>
                <a:gd name="connsiteY2" fmla="*/ 1227083 h 1227083"/>
                <a:gd name="connsiteX3" fmla="*/ 0 w 1001110"/>
                <a:gd name="connsiteY3" fmla="*/ 1227083 h 1227083"/>
                <a:gd name="connsiteX4" fmla="*/ 0 w 1001110"/>
                <a:gd name="connsiteY4" fmla="*/ 1227083 h 1227083"/>
                <a:gd name="connsiteX0" fmla="*/ 1001110 w 1178910"/>
                <a:gd name="connsiteY0" fmla="*/ 254000 h 1481083"/>
                <a:gd name="connsiteX1" fmla="*/ 1077310 w 1178910"/>
                <a:gd name="connsiteY1" fmla="*/ 101600 h 1481083"/>
                <a:gd name="connsiteX2" fmla="*/ 391510 w 1178910"/>
                <a:gd name="connsiteY2" fmla="*/ 863600 h 1481083"/>
                <a:gd name="connsiteX3" fmla="*/ 0 w 1178910"/>
                <a:gd name="connsiteY3" fmla="*/ 1481083 h 1481083"/>
                <a:gd name="connsiteX4" fmla="*/ 0 w 1178910"/>
                <a:gd name="connsiteY4" fmla="*/ 1481083 h 1481083"/>
                <a:gd name="connsiteX5" fmla="*/ 0 w 1178910"/>
                <a:gd name="connsiteY5" fmla="*/ 1481083 h 1481083"/>
                <a:gd name="connsiteX0" fmla="*/ 1066800 w 1189858"/>
                <a:gd name="connsiteY0" fmla="*/ 169333 h 1498016"/>
                <a:gd name="connsiteX1" fmla="*/ 1077310 w 1189858"/>
                <a:gd name="connsiteY1" fmla="*/ 118533 h 1498016"/>
                <a:gd name="connsiteX2" fmla="*/ 391510 w 1189858"/>
                <a:gd name="connsiteY2" fmla="*/ 880533 h 1498016"/>
                <a:gd name="connsiteX3" fmla="*/ 0 w 1189858"/>
                <a:gd name="connsiteY3" fmla="*/ 1498016 h 1498016"/>
                <a:gd name="connsiteX4" fmla="*/ 0 w 1189858"/>
                <a:gd name="connsiteY4" fmla="*/ 1498016 h 1498016"/>
                <a:gd name="connsiteX5" fmla="*/ 0 w 1189858"/>
                <a:gd name="connsiteY5" fmla="*/ 1498016 h 1498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9858" h="1498016">
                  <a:moveTo>
                    <a:pt x="1066800" y="169333"/>
                  </a:moveTo>
                  <a:cubicBezTo>
                    <a:pt x="1065486" y="168895"/>
                    <a:pt x="1189858" y="0"/>
                    <a:pt x="1077310" y="118533"/>
                  </a:cubicBezTo>
                  <a:cubicBezTo>
                    <a:pt x="964762" y="237066"/>
                    <a:pt x="571062" y="650619"/>
                    <a:pt x="391510" y="880533"/>
                  </a:cubicBezTo>
                  <a:cubicBezTo>
                    <a:pt x="211958" y="1110447"/>
                    <a:pt x="52552" y="1395102"/>
                    <a:pt x="0" y="1498016"/>
                  </a:cubicBezTo>
                  <a:lnTo>
                    <a:pt x="0" y="1498016"/>
                  </a:lnTo>
                  <a:lnTo>
                    <a:pt x="0" y="1498016"/>
                  </a:lnTo>
                </a:path>
              </a:pathLst>
            </a:custGeom>
            <a:ln w="254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2" name="Picture 2" descr="D:\Harshavardhan\datafolder\hmksave\hmk vit\VIT 2018-20\AY 20202021 New Robotics Course\RMC Theory Lectures PPTs Videos  and Notes etc\Images For Lect 5 Electrical Elex\Earth Geographical Poles - Cop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28600"/>
            <a:ext cx="2971800" cy="257175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</p:pic>
      <p:grpSp>
        <p:nvGrpSpPr>
          <p:cNvPr id="3" name="Group 341"/>
          <p:cNvGrpSpPr/>
          <p:nvPr/>
        </p:nvGrpSpPr>
        <p:grpSpPr>
          <a:xfrm>
            <a:off x="4114800" y="285750"/>
            <a:ext cx="2209800" cy="609600"/>
            <a:chOff x="1547192" y="2133600"/>
            <a:chExt cx="3482008" cy="1066800"/>
          </a:xfrm>
        </p:grpSpPr>
        <p:sp>
          <p:nvSpPr>
            <p:cNvPr id="14" name="Cube 13"/>
            <p:cNvSpPr/>
            <p:nvPr/>
          </p:nvSpPr>
          <p:spPr>
            <a:xfrm>
              <a:off x="1547192" y="2133600"/>
              <a:ext cx="990600" cy="1066800"/>
            </a:xfrm>
            <a:prstGeom prst="cube">
              <a:avLst>
                <a:gd name="adj" fmla="val 24101"/>
              </a:avLst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ube 14"/>
            <p:cNvSpPr/>
            <p:nvPr/>
          </p:nvSpPr>
          <p:spPr>
            <a:xfrm>
              <a:off x="2209800" y="2133600"/>
              <a:ext cx="2133600" cy="1066800"/>
            </a:xfrm>
            <a:prstGeom prst="cube">
              <a:avLst>
                <a:gd name="adj" fmla="val 24101"/>
              </a:avLst>
            </a:prstGeom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ube 15"/>
            <p:cNvSpPr/>
            <p:nvPr/>
          </p:nvSpPr>
          <p:spPr>
            <a:xfrm>
              <a:off x="4038600" y="2133600"/>
              <a:ext cx="990600" cy="1066800"/>
            </a:xfrm>
            <a:prstGeom prst="cube">
              <a:avLst>
                <a:gd name="adj" fmla="val 24101"/>
              </a:avLst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 Box 27"/>
            <p:cNvSpPr txBox="1">
              <a:spLocks noChangeArrowheads="1"/>
            </p:cNvSpPr>
            <p:nvPr/>
          </p:nvSpPr>
          <p:spPr bwMode="auto">
            <a:xfrm>
              <a:off x="4267200" y="2667000"/>
              <a:ext cx="3810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US" sz="4000" b="1" dirty="0" smtClean="0">
                  <a:solidFill>
                    <a:srgbClr val="FFFFCC"/>
                  </a:solidFill>
                  <a:latin typeface="Calibri" pitchFamily="34" charset="0"/>
                  <a:cs typeface="Calibri" pitchFamily="34" charset="0"/>
                </a:rPr>
                <a:t>N</a:t>
              </a:r>
              <a:endParaRPr kumimoji="0" lang="en-US" sz="4000" b="1" i="0" u="none" strike="noStrike" cap="none" normalizeH="0" baseline="0" dirty="0" smtClean="0">
                <a:ln>
                  <a:noFill/>
                </a:ln>
                <a:solidFill>
                  <a:srgbClr val="FFFFCC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8" name="Text Box 27"/>
            <p:cNvSpPr txBox="1">
              <a:spLocks noChangeArrowheads="1"/>
            </p:cNvSpPr>
            <p:nvPr/>
          </p:nvSpPr>
          <p:spPr bwMode="auto">
            <a:xfrm>
              <a:off x="1676400" y="2667000"/>
              <a:ext cx="3810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US" sz="4000" b="1" dirty="0" smtClean="0">
                  <a:solidFill>
                    <a:srgbClr val="FFFFCC"/>
                  </a:solidFill>
                  <a:latin typeface="Calibri" pitchFamily="34" charset="0"/>
                  <a:cs typeface="Calibri" pitchFamily="34" charset="0"/>
                </a:rPr>
                <a:t>S</a:t>
              </a:r>
              <a:endParaRPr kumimoji="0" lang="en-US" sz="4000" b="1" i="0" u="none" strike="noStrike" cap="none" normalizeH="0" baseline="0" dirty="0" smtClean="0">
                <a:ln>
                  <a:noFill/>
                </a:ln>
                <a:solidFill>
                  <a:srgbClr val="FFFFCC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</p:grpSp>
      <p:pic>
        <p:nvPicPr>
          <p:cNvPr id="19" name="Picture 5" descr="D:\Harshavardhan\datafolder\hmksave\hmk vit\VIT 2018-20\AY 20202021 New Robotics Course\RMC Theory Lectures PPTs Videos  and Notes etc\Images For Lect 5 Electrical Elex\solenoid direction 3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067050"/>
            <a:ext cx="3581400" cy="171450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</p:pic>
      <p:grpSp>
        <p:nvGrpSpPr>
          <p:cNvPr id="4" name="Group 7"/>
          <p:cNvGrpSpPr/>
          <p:nvPr/>
        </p:nvGrpSpPr>
        <p:grpSpPr>
          <a:xfrm>
            <a:off x="76199" y="95465"/>
            <a:ext cx="533401" cy="4914685"/>
            <a:chOff x="14625" y="-684038"/>
            <a:chExt cx="598680" cy="6435703"/>
          </a:xfrm>
        </p:grpSpPr>
        <p:pic>
          <p:nvPicPr>
            <p:cNvPr id="22" name="Picture 4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  <p:pic>
        <p:nvPicPr>
          <p:cNvPr id="25" name="Picture 2" descr="D:\Harshavardhan\datafolder\hmksave\hmk vit\VIT 2018-20\AY 20202021 New Robotics Course\RMC Theory Lectures PPTs Videos  and Notes etc\Images For Lect 5 Electrical Elex\Spin CW and CCW.gif"/>
          <p:cNvPicPr>
            <a:picLocks noChangeAspect="1" noChangeArrowheads="1" noCrop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10200" y="2419350"/>
            <a:ext cx="3124200" cy="2343150"/>
          </a:xfrm>
          <a:prstGeom prst="rect">
            <a:avLst/>
          </a:prstGeom>
          <a:noFill/>
        </p:spPr>
      </p:pic>
      <p:sp>
        <p:nvSpPr>
          <p:cNvPr id="20" name="Rectangle 19"/>
          <p:cNvSpPr/>
          <p:nvPr/>
        </p:nvSpPr>
        <p:spPr>
          <a:xfrm rot="20883342">
            <a:off x="1909712" y="1104136"/>
            <a:ext cx="6001030" cy="28824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Actuators – 3.2</a:t>
            </a:r>
            <a:endParaRPr lang="en-US" sz="6000" b="1" dirty="0" smtClean="0">
              <a:solidFill>
                <a:srgbClr val="FF0000"/>
              </a:solidFill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 algn="ctr"/>
            <a:r>
              <a:rPr lang="en-US" sz="5400" b="1" dirty="0" smtClean="0">
                <a:solidFill>
                  <a:srgbClr val="0000FF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Thanks ! </a:t>
            </a:r>
          </a:p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Basics of Magnetism</a:t>
            </a:r>
            <a:endParaRPr lang="en-US" sz="1400" b="1" dirty="0" smtClean="0">
              <a:solidFill>
                <a:srgbClr val="FF0000"/>
              </a:solidFill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 algn="ctr"/>
            <a:endParaRPr lang="en-US" sz="1100" b="1" dirty="0" smtClean="0">
              <a:solidFill>
                <a:schemeClr val="accent3">
                  <a:lumMod val="50000"/>
                </a:schemeClr>
              </a:solidFill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 algn="ctr"/>
            <a:r>
              <a:rPr lang="en-US" sz="2800" b="1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FY – DESH – VIT</a:t>
            </a:r>
            <a:endParaRPr lang="en-US" sz="4000" b="1" dirty="0" smtClean="0">
              <a:solidFill>
                <a:schemeClr val="accent3">
                  <a:lumMod val="50000"/>
                </a:schemeClr>
              </a:solidFill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 algn="ctr"/>
            <a:endParaRPr lang="en-US" sz="9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923</Words>
  <Application>Microsoft Office PowerPoint</Application>
  <PresentationFormat>On-screen Show (16:9)</PresentationFormat>
  <Paragraphs>252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khare sir</cp:lastModifiedBy>
  <cp:revision>10</cp:revision>
  <dcterms:created xsi:type="dcterms:W3CDTF">2006-08-16T00:00:00Z</dcterms:created>
  <dcterms:modified xsi:type="dcterms:W3CDTF">2021-12-21T07:07:24Z</dcterms:modified>
</cp:coreProperties>
</file>