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060"/>
    <a:srgbClr val="00B6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56317F-E4D2-4BFB-A673-D7B2254756DD}" type="datetimeFigureOut">
              <a:rPr lang="en-IN" smtClean="0"/>
              <a:t>29-01-2025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BD916B-5FF6-4B98-B49B-26100BF0DB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077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F7F6-366C-B376-F360-EB1A9513C8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B7778A-F4E1-CCD4-1556-2C34E3B25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ECC18-3150-11B8-86E9-9F443AA19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A16C8-9756-4F79-9EE9-FE3CBE1F3CDB}" type="datetimeFigureOut">
              <a:rPr lang="en-IN" smtClean="0"/>
              <a:t>29-01-2025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76023-8B02-0F9E-E016-8C349D764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13D97-37F1-5043-E6EC-23D4C448E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4059-25D9-48EF-AA44-A8E0F9E0E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042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2E8EE-7ED8-1D51-F2DF-9C364F962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B972D-96CD-0B6E-85CF-E15659779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0301F-29B9-32D0-DC2C-2F04946B0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A16C8-9756-4F79-9EE9-FE3CBE1F3CDB}" type="datetimeFigureOut">
              <a:rPr lang="en-IN" smtClean="0"/>
              <a:t>29-01-2025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0D88B-2E58-F751-331A-EF14F49D9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786F4-9808-7E80-4420-2B885F3BE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4059-25D9-48EF-AA44-A8E0F9E0E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12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7F737-CD4B-7BA0-2FEC-8C63CC430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569A6-D4FB-EF61-396A-C256A6AD2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D3114-1E60-2B16-AFCA-5CB66D01B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A16C8-9756-4F79-9EE9-FE3CBE1F3CDB}" type="datetimeFigureOut">
              <a:rPr lang="en-IN" smtClean="0"/>
              <a:t>29-01-2025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1F609-759E-A897-4688-07CFC5109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81A21-DB7D-47A1-81EF-58F8930D8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4059-25D9-48EF-AA44-A8E0F9E0E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141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527F8-3248-E0CD-3A97-861DC087C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E91B8-593F-D13B-8D9E-44A4CB8F63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DBB6BB-C57C-4BB4-3010-90C1B9A38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A85FE5-EB8D-03A5-23B1-B9641BD4D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A16C8-9756-4F79-9EE9-FE3CBE1F3CDB}" type="datetimeFigureOut">
              <a:rPr lang="en-IN" smtClean="0"/>
              <a:t>29-01-2025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F94046-6FFE-A986-67A2-8E3B1BCE7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D1C8FF-F666-7222-4732-092E075DE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4059-25D9-48EF-AA44-A8E0F9E0E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688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0762F-2CB9-D3EC-29BC-3D9D63638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8622A-DD2B-0E46-BCB5-D8C9425C4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6BBAB5-69B0-DDFB-9F6B-08BFE51B3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CBAEC-B90B-7F15-7549-84FD1E3DB5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CFAA7F-5D8F-0305-931D-52B89D12C7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0E631A-4E7E-2D13-32BF-5EBC0DC2F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A16C8-9756-4F79-9EE9-FE3CBE1F3CDB}" type="datetimeFigureOut">
              <a:rPr lang="en-IN" smtClean="0"/>
              <a:t>29-01-2025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F80E6B-4FC5-388A-3D32-D6EB1E2F2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EFBEFA-6AE2-662C-3AFA-0380F25B8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4059-25D9-48EF-AA44-A8E0F9E0E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702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8591C-7248-79BE-1E43-CA10A907C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227E73-638C-1FEB-C5E1-0286971E6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A16C8-9756-4F79-9EE9-FE3CBE1F3CDB}" type="datetimeFigureOut">
              <a:rPr lang="en-IN" smtClean="0"/>
              <a:t>29-01-2025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FB64D3-F53E-0408-5E96-731EA2191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BDCB77-EFC0-8DCF-F004-9638F72D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4059-25D9-48EF-AA44-A8E0F9E0E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980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F4701F-3605-E996-21C2-009F87EC2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A16C8-9756-4F79-9EE9-FE3CBE1F3CDB}" type="datetimeFigureOut">
              <a:rPr lang="en-IN" smtClean="0"/>
              <a:t>29-01-2025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1F3D24-0541-9F22-4119-07A88144E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9CDF1-4464-3E11-DF3E-A383E246C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4059-25D9-48EF-AA44-A8E0F9E0E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619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5A413-845D-931B-3D28-0BE3ACBC5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A4256-74DD-929F-5142-8EBAC3D6E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A18474-1BA0-6444-7129-AD586404A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2E0E1-8D75-86FA-C460-DD0E3AB57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A16C8-9756-4F79-9EE9-FE3CBE1F3CDB}" type="datetimeFigureOut">
              <a:rPr lang="en-IN" smtClean="0"/>
              <a:t>29-01-2025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F8157A-B36C-5ACF-B376-2FCCA7548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3D789-3AEE-7928-CBAC-F58983AC0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4059-25D9-48EF-AA44-A8E0F9E0E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554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0029F-8190-15D4-195E-C6D12C8AC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4924E6-4B98-94A4-9E43-0B30164700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2C4A44-6AF4-99D3-1CB7-DE6D261822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B1326-04AF-48D2-9B19-291FC2670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A16C8-9756-4F79-9EE9-FE3CBE1F3CDB}" type="datetimeFigureOut">
              <a:rPr lang="en-IN" smtClean="0"/>
              <a:t>29-01-2025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316EC3-62F5-F01D-73C8-BD260D371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CE3D5-323B-7E29-A5DD-6047C0578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4059-25D9-48EF-AA44-A8E0F9E0E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524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FCA10-967E-F695-CFDB-5298D7013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E6FC96-940C-DD21-B23F-835E0A1051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6D70D-D290-CFC1-42F1-10FD44754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A16C8-9756-4F79-9EE9-FE3CBE1F3CDB}" type="datetimeFigureOut">
              <a:rPr lang="en-IN" smtClean="0"/>
              <a:t>29-01-2025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1F361-30B1-471B-D3C4-6AD5D8DB4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88017-D4EC-D22D-6915-DCAAED634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4059-25D9-48EF-AA44-A8E0F9E0E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368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73818E-C6A3-E6E0-E9D4-803F87F047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98DD29-E0DB-A259-2F1F-BDA26477F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28D13-54C2-FA1B-9EAD-8ED4BA4C2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A16C8-9756-4F79-9EE9-FE3CBE1F3CDB}" type="datetimeFigureOut">
              <a:rPr lang="en-IN" smtClean="0"/>
              <a:t>29-01-2025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C9641-DEAD-453E-71EF-82570D3E2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DC2C2-0E8E-2645-A4CB-2FDEACEB4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4059-25D9-48EF-AA44-A8E0F9E0E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912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8A4813-4EDD-DE4B-6E9E-4E7DBAB59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235880-D8AC-488D-7F72-448E2632F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C0C6D-BBBC-AD59-3DEA-B1D568711C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7A16C8-9756-4F79-9EE9-FE3CBE1F3CDB}" type="datetimeFigureOut">
              <a:rPr lang="en-IN" smtClean="0"/>
              <a:t>29-01-2025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09EA1-7365-79B4-234A-72102385DA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9EBB6-8E6E-6C32-3432-4053CF11BD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6E4059-25D9-48EF-AA44-A8E0F9E0E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36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2E394FF7-1541-023B-87CD-5920EBF2FFDD}"/>
              </a:ext>
            </a:extLst>
          </p:cNvPr>
          <p:cNvGrpSpPr/>
          <p:nvPr/>
        </p:nvGrpSpPr>
        <p:grpSpPr>
          <a:xfrm>
            <a:off x="1511553" y="5514392"/>
            <a:ext cx="2183368" cy="5141168"/>
            <a:chOff x="1511553" y="5514392"/>
            <a:chExt cx="2183368" cy="514116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8A3934C-2881-D24D-9562-7B964CBBC386}"/>
                </a:ext>
              </a:extLst>
            </p:cNvPr>
            <p:cNvSpPr/>
            <p:nvPr/>
          </p:nvSpPr>
          <p:spPr>
            <a:xfrm>
              <a:off x="1511558" y="5514392"/>
              <a:ext cx="2183363" cy="5141168"/>
            </a:xfrm>
            <a:prstGeom prst="rect">
              <a:avLst/>
            </a:prstGeom>
            <a:solidFill>
              <a:srgbClr val="00B6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DAF7FB5-A6BC-9A52-49FE-9144A3885719}"/>
                </a:ext>
              </a:extLst>
            </p:cNvPr>
            <p:cNvSpPr/>
            <p:nvPr/>
          </p:nvSpPr>
          <p:spPr>
            <a:xfrm>
              <a:off x="1511553" y="5514392"/>
              <a:ext cx="2183364" cy="746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C8B2ABB-5C75-61C8-EA97-C1C5A3A3D4CB}"/>
              </a:ext>
            </a:extLst>
          </p:cNvPr>
          <p:cNvGrpSpPr/>
          <p:nvPr/>
        </p:nvGrpSpPr>
        <p:grpSpPr>
          <a:xfrm>
            <a:off x="8497072" y="5514392"/>
            <a:ext cx="2183368" cy="5141168"/>
            <a:chOff x="8497072" y="5514392"/>
            <a:chExt cx="2183368" cy="5141168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7F688E7-7662-7FFA-87BB-5222D3EB2C57}"/>
                </a:ext>
              </a:extLst>
            </p:cNvPr>
            <p:cNvSpPr/>
            <p:nvPr/>
          </p:nvSpPr>
          <p:spPr>
            <a:xfrm>
              <a:off x="8497077" y="5514392"/>
              <a:ext cx="2183363" cy="5141168"/>
            </a:xfrm>
            <a:prstGeom prst="rect">
              <a:avLst/>
            </a:prstGeom>
            <a:solidFill>
              <a:srgbClr val="00B6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DA80DA4-B800-BB34-972E-3015FA44C820}"/>
                </a:ext>
              </a:extLst>
            </p:cNvPr>
            <p:cNvSpPr/>
            <p:nvPr/>
          </p:nvSpPr>
          <p:spPr>
            <a:xfrm>
              <a:off x="8497072" y="5514392"/>
              <a:ext cx="2183364" cy="746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FAF5107-C4B9-40A1-B063-29F668478863}"/>
              </a:ext>
            </a:extLst>
          </p:cNvPr>
          <p:cNvGrpSpPr/>
          <p:nvPr/>
        </p:nvGrpSpPr>
        <p:grpSpPr>
          <a:xfrm>
            <a:off x="5004312" y="5514392"/>
            <a:ext cx="2183368" cy="5141168"/>
            <a:chOff x="5004312" y="5514392"/>
            <a:chExt cx="2183368" cy="5141168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E5F7D0D-7E90-F4BF-5DD4-789AB7156A5D}"/>
                </a:ext>
              </a:extLst>
            </p:cNvPr>
            <p:cNvSpPr/>
            <p:nvPr/>
          </p:nvSpPr>
          <p:spPr>
            <a:xfrm>
              <a:off x="5004317" y="5514392"/>
              <a:ext cx="2183363" cy="5141168"/>
            </a:xfrm>
            <a:prstGeom prst="rect">
              <a:avLst/>
            </a:prstGeom>
            <a:solidFill>
              <a:srgbClr val="00B6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F723D59-21F9-E240-34C8-C0345A97E11A}"/>
                </a:ext>
              </a:extLst>
            </p:cNvPr>
            <p:cNvSpPr/>
            <p:nvPr/>
          </p:nvSpPr>
          <p:spPr>
            <a:xfrm>
              <a:off x="5004312" y="5514392"/>
              <a:ext cx="2183364" cy="746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69DC081-0CF6-577E-D9B6-42C03D994CF8}"/>
              </a:ext>
            </a:extLst>
          </p:cNvPr>
          <p:cNvSpPr/>
          <p:nvPr/>
        </p:nvSpPr>
        <p:spPr>
          <a:xfrm>
            <a:off x="4619477" y="1041295"/>
            <a:ext cx="2953026" cy="6609184"/>
          </a:xfrm>
          <a:custGeom>
            <a:avLst/>
            <a:gdLst>
              <a:gd name="connsiteX0" fmla="*/ 960231 w 2953026"/>
              <a:gd name="connsiteY0" fmla="*/ 568234 h 6609184"/>
              <a:gd name="connsiteX1" fmla="*/ 702079 w 2953026"/>
              <a:gd name="connsiteY1" fmla="*/ 826386 h 6609184"/>
              <a:gd name="connsiteX2" fmla="*/ 702079 w 2953026"/>
              <a:gd name="connsiteY2" fmla="*/ 3949021 h 6609184"/>
              <a:gd name="connsiteX3" fmla="*/ 960231 w 2953026"/>
              <a:gd name="connsiteY3" fmla="*/ 4207173 h 6609184"/>
              <a:gd name="connsiteX4" fmla="*/ 1992808 w 2953026"/>
              <a:gd name="connsiteY4" fmla="*/ 4207173 h 6609184"/>
              <a:gd name="connsiteX5" fmla="*/ 2250960 w 2953026"/>
              <a:gd name="connsiteY5" fmla="*/ 3949021 h 6609184"/>
              <a:gd name="connsiteX6" fmla="*/ 2250960 w 2953026"/>
              <a:gd name="connsiteY6" fmla="*/ 826386 h 6609184"/>
              <a:gd name="connsiteX7" fmla="*/ 1992808 w 2953026"/>
              <a:gd name="connsiteY7" fmla="*/ 568234 h 6609184"/>
              <a:gd name="connsiteX8" fmla="*/ 0 w 2953026"/>
              <a:gd name="connsiteY8" fmla="*/ 0 h 6609184"/>
              <a:gd name="connsiteX9" fmla="*/ 2953026 w 2953026"/>
              <a:gd name="connsiteY9" fmla="*/ 0 h 6609184"/>
              <a:gd name="connsiteX10" fmla="*/ 2953026 w 2953026"/>
              <a:gd name="connsiteY10" fmla="*/ 6609184 h 6609184"/>
              <a:gd name="connsiteX11" fmla="*/ 0 w 2953026"/>
              <a:gd name="connsiteY11" fmla="*/ 6609184 h 6609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53026" h="6609184">
                <a:moveTo>
                  <a:pt x="960231" y="568234"/>
                </a:moveTo>
                <a:cubicBezTo>
                  <a:pt x="817658" y="568234"/>
                  <a:pt x="702079" y="683813"/>
                  <a:pt x="702079" y="826386"/>
                </a:cubicBezTo>
                <a:lnTo>
                  <a:pt x="702079" y="3949021"/>
                </a:lnTo>
                <a:cubicBezTo>
                  <a:pt x="702079" y="4091594"/>
                  <a:pt x="817658" y="4207173"/>
                  <a:pt x="960231" y="4207173"/>
                </a:cubicBezTo>
                <a:lnTo>
                  <a:pt x="1992808" y="4207173"/>
                </a:lnTo>
                <a:cubicBezTo>
                  <a:pt x="2135381" y="4207173"/>
                  <a:pt x="2250960" y="4091594"/>
                  <a:pt x="2250960" y="3949021"/>
                </a:cubicBezTo>
                <a:lnTo>
                  <a:pt x="2250960" y="826386"/>
                </a:lnTo>
                <a:cubicBezTo>
                  <a:pt x="2250960" y="683813"/>
                  <a:pt x="2135381" y="568234"/>
                  <a:pt x="1992808" y="568234"/>
                </a:cubicBezTo>
                <a:close/>
                <a:moveTo>
                  <a:pt x="0" y="0"/>
                </a:moveTo>
                <a:lnTo>
                  <a:pt x="2953026" y="0"/>
                </a:lnTo>
                <a:lnTo>
                  <a:pt x="2953026" y="6609184"/>
                </a:lnTo>
                <a:lnTo>
                  <a:pt x="0" y="66091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01FE154-DCD3-78B6-5E35-BB12BF19E751}"/>
              </a:ext>
            </a:extLst>
          </p:cNvPr>
          <p:cNvSpPr/>
          <p:nvPr/>
        </p:nvSpPr>
        <p:spPr>
          <a:xfrm>
            <a:off x="1118950" y="858415"/>
            <a:ext cx="2953026" cy="6609184"/>
          </a:xfrm>
          <a:custGeom>
            <a:avLst/>
            <a:gdLst>
              <a:gd name="connsiteX0" fmla="*/ 967999 w 2953026"/>
              <a:gd name="connsiteY0" fmla="*/ 751114 h 6609184"/>
              <a:gd name="connsiteX1" fmla="*/ 709847 w 2953026"/>
              <a:gd name="connsiteY1" fmla="*/ 1009266 h 6609184"/>
              <a:gd name="connsiteX2" fmla="*/ 709847 w 2953026"/>
              <a:gd name="connsiteY2" fmla="*/ 4131901 h 6609184"/>
              <a:gd name="connsiteX3" fmla="*/ 967999 w 2953026"/>
              <a:gd name="connsiteY3" fmla="*/ 4390053 h 6609184"/>
              <a:gd name="connsiteX4" fmla="*/ 2000576 w 2953026"/>
              <a:gd name="connsiteY4" fmla="*/ 4390053 h 6609184"/>
              <a:gd name="connsiteX5" fmla="*/ 2258728 w 2953026"/>
              <a:gd name="connsiteY5" fmla="*/ 4131901 h 6609184"/>
              <a:gd name="connsiteX6" fmla="*/ 2258728 w 2953026"/>
              <a:gd name="connsiteY6" fmla="*/ 1009266 h 6609184"/>
              <a:gd name="connsiteX7" fmla="*/ 2000576 w 2953026"/>
              <a:gd name="connsiteY7" fmla="*/ 751114 h 6609184"/>
              <a:gd name="connsiteX8" fmla="*/ 0 w 2953026"/>
              <a:gd name="connsiteY8" fmla="*/ 0 h 6609184"/>
              <a:gd name="connsiteX9" fmla="*/ 2953026 w 2953026"/>
              <a:gd name="connsiteY9" fmla="*/ 0 h 6609184"/>
              <a:gd name="connsiteX10" fmla="*/ 2953026 w 2953026"/>
              <a:gd name="connsiteY10" fmla="*/ 6609184 h 6609184"/>
              <a:gd name="connsiteX11" fmla="*/ 0 w 2953026"/>
              <a:gd name="connsiteY11" fmla="*/ 6609184 h 6609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53026" h="6609184">
                <a:moveTo>
                  <a:pt x="967999" y="751114"/>
                </a:moveTo>
                <a:cubicBezTo>
                  <a:pt x="825426" y="751114"/>
                  <a:pt x="709847" y="866693"/>
                  <a:pt x="709847" y="1009266"/>
                </a:cubicBezTo>
                <a:lnTo>
                  <a:pt x="709847" y="4131901"/>
                </a:lnTo>
                <a:cubicBezTo>
                  <a:pt x="709847" y="4274474"/>
                  <a:pt x="825426" y="4390053"/>
                  <a:pt x="967999" y="4390053"/>
                </a:cubicBezTo>
                <a:lnTo>
                  <a:pt x="2000576" y="4390053"/>
                </a:lnTo>
                <a:cubicBezTo>
                  <a:pt x="2143149" y="4390053"/>
                  <a:pt x="2258728" y="4274474"/>
                  <a:pt x="2258728" y="4131901"/>
                </a:cubicBezTo>
                <a:lnTo>
                  <a:pt x="2258728" y="1009266"/>
                </a:lnTo>
                <a:cubicBezTo>
                  <a:pt x="2258728" y="866693"/>
                  <a:pt x="2143149" y="751114"/>
                  <a:pt x="2000576" y="751114"/>
                </a:cubicBezTo>
                <a:close/>
                <a:moveTo>
                  <a:pt x="0" y="0"/>
                </a:moveTo>
                <a:lnTo>
                  <a:pt x="2953026" y="0"/>
                </a:lnTo>
                <a:lnTo>
                  <a:pt x="2953026" y="6609184"/>
                </a:lnTo>
                <a:lnTo>
                  <a:pt x="0" y="66091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EC5BA26-2971-A2DC-623A-7F981269BD47}"/>
              </a:ext>
            </a:extLst>
          </p:cNvPr>
          <p:cNvSpPr/>
          <p:nvPr/>
        </p:nvSpPr>
        <p:spPr>
          <a:xfrm>
            <a:off x="8112240" y="858415"/>
            <a:ext cx="2953026" cy="6609184"/>
          </a:xfrm>
          <a:custGeom>
            <a:avLst/>
            <a:gdLst>
              <a:gd name="connsiteX0" fmla="*/ 960228 w 2953026"/>
              <a:gd name="connsiteY0" fmla="*/ 751114 h 6609184"/>
              <a:gd name="connsiteX1" fmla="*/ 702076 w 2953026"/>
              <a:gd name="connsiteY1" fmla="*/ 1009266 h 6609184"/>
              <a:gd name="connsiteX2" fmla="*/ 702076 w 2953026"/>
              <a:gd name="connsiteY2" fmla="*/ 4131901 h 6609184"/>
              <a:gd name="connsiteX3" fmla="*/ 960228 w 2953026"/>
              <a:gd name="connsiteY3" fmla="*/ 4390053 h 6609184"/>
              <a:gd name="connsiteX4" fmla="*/ 1992805 w 2953026"/>
              <a:gd name="connsiteY4" fmla="*/ 4390053 h 6609184"/>
              <a:gd name="connsiteX5" fmla="*/ 2250957 w 2953026"/>
              <a:gd name="connsiteY5" fmla="*/ 4131901 h 6609184"/>
              <a:gd name="connsiteX6" fmla="*/ 2250957 w 2953026"/>
              <a:gd name="connsiteY6" fmla="*/ 1009266 h 6609184"/>
              <a:gd name="connsiteX7" fmla="*/ 1992805 w 2953026"/>
              <a:gd name="connsiteY7" fmla="*/ 751114 h 6609184"/>
              <a:gd name="connsiteX8" fmla="*/ 0 w 2953026"/>
              <a:gd name="connsiteY8" fmla="*/ 0 h 6609184"/>
              <a:gd name="connsiteX9" fmla="*/ 2953026 w 2953026"/>
              <a:gd name="connsiteY9" fmla="*/ 0 h 6609184"/>
              <a:gd name="connsiteX10" fmla="*/ 2953026 w 2953026"/>
              <a:gd name="connsiteY10" fmla="*/ 6609184 h 6609184"/>
              <a:gd name="connsiteX11" fmla="*/ 0 w 2953026"/>
              <a:gd name="connsiteY11" fmla="*/ 6609184 h 6609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53026" h="6609184">
                <a:moveTo>
                  <a:pt x="960228" y="751114"/>
                </a:moveTo>
                <a:cubicBezTo>
                  <a:pt x="817655" y="751114"/>
                  <a:pt x="702076" y="866693"/>
                  <a:pt x="702076" y="1009266"/>
                </a:cubicBezTo>
                <a:lnTo>
                  <a:pt x="702076" y="4131901"/>
                </a:lnTo>
                <a:cubicBezTo>
                  <a:pt x="702076" y="4274474"/>
                  <a:pt x="817655" y="4390053"/>
                  <a:pt x="960228" y="4390053"/>
                </a:cubicBezTo>
                <a:lnTo>
                  <a:pt x="1992805" y="4390053"/>
                </a:lnTo>
                <a:cubicBezTo>
                  <a:pt x="2135378" y="4390053"/>
                  <a:pt x="2250957" y="4274474"/>
                  <a:pt x="2250957" y="4131901"/>
                </a:cubicBezTo>
                <a:lnTo>
                  <a:pt x="2250957" y="1009266"/>
                </a:lnTo>
                <a:cubicBezTo>
                  <a:pt x="2250957" y="866693"/>
                  <a:pt x="2135378" y="751114"/>
                  <a:pt x="1992805" y="751114"/>
                </a:cubicBezTo>
                <a:close/>
                <a:moveTo>
                  <a:pt x="0" y="0"/>
                </a:moveTo>
                <a:lnTo>
                  <a:pt x="2953026" y="0"/>
                </a:lnTo>
                <a:lnTo>
                  <a:pt x="2953026" y="6609184"/>
                </a:lnTo>
                <a:lnTo>
                  <a:pt x="0" y="66091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130AD49-57CD-9C6E-D2B4-10466447C9B6}"/>
              </a:ext>
            </a:extLst>
          </p:cNvPr>
          <p:cNvSpPr/>
          <p:nvPr/>
        </p:nvSpPr>
        <p:spPr>
          <a:xfrm>
            <a:off x="1821022" y="1609529"/>
            <a:ext cx="1548881" cy="3638939"/>
          </a:xfrm>
          <a:prstGeom prst="roundRect">
            <a:avLst/>
          </a:prstGeom>
          <a:noFill/>
          <a:ln>
            <a:solidFill>
              <a:srgbClr val="005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3F0FE29-AA36-A344-C5D1-77986A03982B}"/>
              </a:ext>
            </a:extLst>
          </p:cNvPr>
          <p:cNvSpPr/>
          <p:nvPr/>
        </p:nvSpPr>
        <p:spPr>
          <a:xfrm>
            <a:off x="5317668" y="1609528"/>
            <a:ext cx="1548881" cy="3638939"/>
          </a:xfrm>
          <a:prstGeom prst="roundRect">
            <a:avLst/>
          </a:prstGeom>
          <a:noFill/>
          <a:ln>
            <a:solidFill>
              <a:srgbClr val="005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A0B9F6-6D08-0571-7040-9F07F1E64363}"/>
              </a:ext>
            </a:extLst>
          </p:cNvPr>
          <p:cNvSpPr/>
          <p:nvPr/>
        </p:nvSpPr>
        <p:spPr>
          <a:xfrm>
            <a:off x="8814312" y="1698376"/>
            <a:ext cx="1548881" cy="3638939"/>
          </a:xfrm>
          <a:prstGeom prst="roundRect">
            <a:avLst/>
          </a:prstGeom>
          <a:noFill/>
          <a:ln>
            <a:solidFill>
              <a:srgbClr val="005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C78B0BC-F1AF-04D3-D7BA-59EBD0AF62CF}"/>
              </a:ext>
            </a:extLst>
          </p:cNvPr>
          <p:cNvGrpSpPr/>
          <p:nvPr/>
        </p:nvGrpSpPr>
        <p:grpSpPr>
          <a:xfrm>
            <a:off x="2779823" y="61556"/>
            <a:ext cx="6624569" cy="1015663"/>
            <a:chOff x="2047372" y="53625"/>
            <a:chExt cx="6624569" cy="101566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CD15F5B-4306-ABA4-C2F7-C5A46F3FB0E4}"/>
                </a:ext>
              </a:extLst>
            </p:cNvPr>
            <p:cNvSpPr txBox="1"/>
            <p:nvPr/>
          </p:nvSpPr>
          <p:spPr>
            <a:xfrm>
              <a:off x="2047372" y="53625"/>
              <a:ext cx="587853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b="1" dirty="0">
                  <a:latin typeface="Poppins" panose="00000500000000000000" pitchFamily="2" charset="0"/>
                  <a:cs typeface="Poppins" panose="00000500000000000000" pitchFamily="2" charset="0"/>
                </a:rPr>
                <a:t>PROGRESS BAR</a:t>
              </a:r>
              <a:endParaRPr lang="en-IN" sz="6000" b="1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15" name="Picture 14" descr="A graph with a arrow pointing up&#10;&#10;Description automatically generated">
              <a:extLst>
                <a:ext uri="{FF2B5EF4-FFF2-40B4-BE49-F238E27FC236}">
                  <a16:creationId xmlns:a16="http://schemas.microsoft.com/office/drawing/2014/main" id="{B6F0C110-FADB-9236-9E4D-776B232279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06428" y="143702"/>
              <a:ext cx="765513" cy="765513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C6419DC-AB7B-C40A-F18C-300F72F5F3B7}"/>
              </a:ext>
            </a:extLst>
          </p:cNvPr>
          <p:cNvSpPr txBox="1"/>
          <p:nvPr/>
        </p:nvSpPr>
        <p:spPr>
          <a:xfrm>
            <a:off x="1894565" y="5404370"/>
            <a:ext cx="140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5060"/>
                </a:solidFill>
                <a:latin typeface="Lilita One" panose="02000000000000000000" pitchFamily="2" charset="0"/>
              </a:rPr>
              <a:t>FRONT-END</a:t>
            </a:r>
            <a:endParaRPr lang="en-IN" dirty="0">
              <a:solidFill>
                <a:srgbClr val="005060"/>
              </a:solidFill>
              <a:latin typeface="Lilita One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4E8337-EB85-D9BC-33CE-54F6B991FE0E}"/>
              </a:ext>
            </a:extLst>
          </p:cNvPr>
          <p:cNvSpPr txBox="1"/>
          <p:nvPr/>
        </p:nvSpPr>
        <p:spPr>
          <a:xfrm>
            <a:off x="4611575" y="5337315"/>
            <a:ext cx="29610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5060"/>
                </a:solidFill>
                <a:latin typeface="Lilita One" panose="02000000000000000000" pitchFamily="2" charset="0"/>
              </a:rPr>
              <a:t>QUALITY ASSURANCE (QA) </a:t>
            </a:r>
          </a:p>
          <a:p>
            <a:pPr algn="ctr"/>
            <a:r>
              <a:rPr lang="en-US" dirty="0">
                <a:solidFill>
                  <a:srgbClr val="005060"/>
                </a:solidFill>
                <a:latin typeface="Lilita One" panose="02000000000000000000" pitchFamily="2" charset="0"/>
              </a:rPr>
              <a:t>AND TESTING</a:t>
            </a:r>
            <a:endParaRPr lang="en-IN" dirty="0">
              <a:solidFill>
                <a:srgbClr val="005060"/>
              </a:solidFill>
              <a:latin typeface="Lilita One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59D364-7D6E-6F28-35A7-5C663428CAF5}"/>
              </a:ext>
            </a:extLst>
          </p:cNvPr>
          <p:cNvSpPr txBox="1"/>
          <p:nvPr/>
        </p:nvSpPr>
        <p:spPr>
          <a:xfrm>
            <a:off x="8956110" y="5405017"/>
            <a:ext cx="1265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5060"/>
                </a:solidFill>
                <a:latin typeface="Lilita One" panose="02000000000000000000" pitchFamily="2" charset="0"/>
              </a:rPr>
              <a:t>BACK-END</a:t>
            </a:r>
            <a:endParaRPr lang="en-IN" dirty="0">
              <a:solidFill>
                <a:srgbClr val="005060"/>
              </a:solidFill>
              <a:latin typeface="Lilita One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849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2E394FF7-1541-023B-87CD-5920EBF2FFDD}"/>
              </a:ext>
            </a:extLst>
          </p:cNvPr>
          <p:cNvGrpSpPr/>
          <p:nvPr/>
        </p:nvGrpSpPr>
        <p:grpSpPr>
          <a:xfrm>
            <a:off x="1511539" y="1612328"/>
            <a:ext cx="2183368" cy="5141168"/>
            <a:chOff x="1511553" y="5514392"/>
            <a:chExt cx="2183368" cy="514116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8A3934C-2881-D24D-9562-7B964CBBC386}"/>
                </a:ext>
              </a:extLst>
            </p:cNvPr>
            <p:cNvSpPr/>
            <p:nvPr/>
          </p:nvSpPr>
          <p:spPr>
            <a:xfrm>
              <a:off x="1511558" y="5514392"/>
              <a:ext cx="2183363" cy="5141168"/>
            </a:xfrm>
            <a:prstGeom prst="rect">
              <a:avLst/>
            </a:prstGeom>
            <a:solidFill>
              <a:srgbClr val="00B6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DAF7FB5-A6BC-9A52-49FE-9144A3885719}"/>
                </a:ext>
              </a:extLst>
            </p:cNvPr>
            <p:cNvSpPr/>
            <p:nvPr/>
          </p:nvSpPr>
          <p:spPr>
            <a:xfrm>
              <a:off x="1511553" y="5514392"/>
              <a:ext cx="2183364" cy="746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C8B2ABB-5C75-61C8-EA97-C1C5A3A3D4CB}"/>
              </a:ext>
            </a:extLst>
          </p:cNvPr>
          <p:cNvGrpSpPr/>
          <p:nvPr/>
        </p:nvGrpSpPr>
        <p:grpSpPr>
          <a:xfrm>
            <a:off x="8497068" y="4725328"/>
            <a:ext cx="2183368" cy="5141168"/>
            <a:chOff x="8497072" y="5514392"/>
            <a:chExt cx="2183368" cy="5141168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7F688E7-7662-7FFA-87BB-5222D3EB2C57}"/>
                </a:ext>
              </a:extLst>
            </p:cNvPr>
            <p:cNvSpPr/>
            <p:nvPr/>
          </p:nvSpPr>
          <p:spPr>
            <a:xfrm>
              <a:off x="8497077" y="5514392"/>
              <a:ext cx="2183363" cy="5141168"/>
            </a:xfrm>
            <a:prstGeom prst="rect">
              <a:avLst/>
            </a:prstGeom>
            <a:solidFill>
              <a:srgbClr val="00B6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DA80DA4-B800-BB34-972E-3015FA44C820}"/>
                </a:ext>
              </a:extLst>
            </p:cNvPr>
            <p:cNvSpPr/>
            <p:nvPr/>
          </p:nvSpPr>
          <p:spPr>
            <a:xfrm>
              <a:off x="8497072" y="5514392"/>
              <a:ext cx="2183364" cy="746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FAF5107-C4B9-40A1-B063-29F668478863}"/>
              </a:ext>
            </a:extLst>
          </p:cNvPr>
          <p:cNvGrpSpPr/>
          <p:nvPr/>
        </p:nvGrpSpPr>
        <p:grpSpPr>
          <a:xfrm>
            <a:off x="5000424" y="1595111"/>
            <a:ext cx="2183368" cy="5141168"/>
            <a:chOff x="5004312" y="5514392"/>
            <a:chExt cx="2183368" cy="5141168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E5F7D0D-7E90-F4BF-5DD4-789AB7156A5D}"/>
                </a:ext>
              </a:extLst>
            </p:cNvPr>
            <p:cNvSpPr/>
            <p:nvPr/>
          </p:nvSpPr>
          <p:spPr>
            <a:xfrm>
              <a:off x="5004317" y="5514392"/>
              <a:ext cx="2183363" cy="5141168"/>
            </a:xfrm>
            <a:prstGeom prst="rect">
              <a:avLst/>
            </a:prstGeom>
            <a:solidFill>
              <a:srgbClr val="00B6D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F723D59-21F9-E240-34C8-C0345A97E11A}"/>
                </a:ext>
              </a:extLst>
            </p:cNvPr>
            <p:cNvSpPr/>
            <p:nvPr/>
          </p:nvSpPr>
          <p:spPr>
            <a:xfrm>
              <a:off x="5004312" y="5514392"/>
              <a:ext cx="2183364" cy="746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69DC081-0CF6-577E-D9B6-42C03D994CF8}"/>
              </a:ext>
            </a:extLst>
          </p:cNvPr>
          <p:cNvSpPr/>
          <p:nvPr/>
        </p:nvSpPr>
        <p:spPr>
          <a:xfrm>
            <a:off x="4619477" y="1041295"/>
            <a:ext cx="2953026" cy="6609184"/>
          </a:xfrm>
          <a:custGeom>
            <a:avLst/>
            <a:gdLst>
              <a:gd name="connsiteX0" fmla="*/ 960231 w 2953026"/>
              <a:gd name="connsiteY0" fmla="*/ 568234 h 6609184"/>
              <a:gd name="connsiteX1" fmla="*/ 702079 w 2953026"/>
              <a:gd name="connsiteY1" fmla="*/ 826386 h 6609184"/>
              <a:gd name="connsiteX2" fmla="*/ 702079 w 2953026"/>
              <a:gd name="connsiteY2" fmla="*/ 3949021 h 6609184"/>
              <a:gd name="connsiteX3" fmla="*/ 960231 w 2953026"/>
              <a:gd name="connsiteY3" fmla="*/ 4207173 h 6609184"/>
              <a:gd name="connsiteX4" fmla="*/ 1992808 w 2953026"/>
              <a:gd name="connsiteY4" fmla="*/ 4207173 h 6609184"/>
              <a:gd name="connsiteX5" fmla="*/ 2250960 w 2953026"/>
              <a:gd name="connsiteY5" fmla="*/ 3949021 h 6609184"/>
              <a:gd name="connsiteX6" fmla="*/ 2250960 w 2953026"/>
              <a:gd name="connsiteY6" fmla="*/ 826386 h 6609184"/>
              <a:gd name="connsiteX7" fmla="*/ 1992808 w 2953026"/>
              <a:gd name="connsiteY7" fmla="*/ 568234 h 6609184"/>
              <a:gd name="connsiteX8" fmla="*/ 0 w 2953026"/>
              <a:gd name="connsiteY8" fmla="*/ 0 h 6609184"/>
              <a:gd name="connsiteX9" fmla="*/ 2953026 w 2953026"/>
              <a:gd name="connsiteY9" fmla="*/ 0 h 6609184"/>
              <a:gd name="connsiteX10" fmla="*/ 2953026 w 2953026"/>
              <a:gd name="connsiteY10" fmla="*/ 6609184 h 6609184"/>
              <a:gd name="connsiteX11" fmla="*/ 0 w 2953026"/>
              <a:gd name="connsiteY11" fmla="*/ 6609184 h 6609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53026" h="6609184">
                <a:moveTo>
                  <a:pt x="960231" y="568234"/>
                </a:moveTo>
                <a:cubicBezTo>
                  <a:pt x="817658" y="568234"/>
                  <a:pt x="702079" y="683813"/>
                  <a:pt x="702079" y="826386"/>
                </a:cubicBezTo>
                <a:lnTo>
                  <a:pt x="702079" y="3949021"/>
                </a:lnTo>
                <a:cubicBezTo>
                  <a:pt x="702079" y="4091594"/>
                  <a:pt x="817658" y="4207173"/>
                  <a:pt x="960231" y="4207173"/>
                </a:cubicBezTo>
                <a:lnTo>
                  <a:pt x="1992808" y="4207173"/>
                </a:lnTo>
                <a:cubicBezTo>
                  <a:pt x="2135381" y="4207173"/>
                  <a:pt x="2250960" y="4091594"/>
                  <a:pt x="2250960" y="3949021"/>
                </a:cubicBezTo>
                <a:lnTo>
                  <a:pt x="2250960" y="826386"/>
                </a:lnTo>
                <a:cubicBezTo>
                  <a:pt x="2250960" y="683813"/>
                  <a:pt x="2135381" y="568234"/>
                  <a:pt x="1992808" y="568234"/>
                </a:cubicBezTo>
                <a:close/>
                <a:moveTo>
                  <a:pt x="0" y="0"/>
                </a:moveTo>
                <a:lnTo>
                  <a:pt x="2953026" y="0"/>
                </a:lnTo>
                <a:lnTo>
                  <a:pt x="2953026" y="6609184"/>
                </a:lnTo>
                <a:lnTo>
                  <a:pt x="0" y="66091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01FE154-DCD3-78B6-5E35-BB12BF19E751}"/>
              </a:ext>
            </a:extLst>
          </p:cNvPr>
          <p:cNvSpPr/>
          <p:nvPr/>
        </p:nvSpPr>
        <p:spPr>
          <a:xfrm>
            <a:off x="1118950" y="858415"/>
            <a:ext cx="2953026" cy="6609184"/>
          </a:xfrm>
          <a:custGeom>
            <a:avLst/>
            <a:gdLst>
              <a:gd name="connsiteX0" fmla="*/ 967999 w 2953026"/>
              <a:gd name="connsiteY0" fmla="*/ 751114 h 6609184"/>
              <a:gd name="connsiteX1" fmla="*/ 709847 w 2953026"/>
              <a:gd name="connsiteY1" fmla="*/ 1009266 h 6609184"/>
              <a:gd name="connsiteX2" fmla="*/ 709847 w 2953026"/>
              <a:gd name="connsiteY2" fmla="*/ 4131901 h 6609184"/>
              <a:gd name="connsiteX3" fmla="*/ 967999 w 2953026"/>
              <a:gd name="connsiteY3" fmla="*/ 4390053 h 6609184"/>
              <a:gd name="connsiteX4" fmla="*/ 2000576 w 2953026"/>
              <a:gd name="connsiteY4" fmla="*/ 4390053 h 6609184"/>
              <a:gd name="connsiteX5" fmla="*/ 2258728 w 2953026"/>
              <a:gd name="connsiteY5" fmla="*/ 4131901 h 6609184"/>
              <a:gd name="connsiteX6" fmla="*/ 2258728 w 2953026"/>
              <a:gd name="connsiteY6" fmla="*/ 1009266 h 6609184"/>
              <a:gd name="connsiteX7" fmla="*/ 2000576 w 2953026"/>
              <a:gd name="connsiteY7" fmla="*/ 751114 h 6609184"/>
              <a:gd name="connsiteX8" fmla="*/ 0 w 2953026"/>
              <a:gd name="connsiteY8" fmla="*/ 0 h 6609184"/>
              <a:gd name="connsiteX9" fmla="*/ 2953026 w 2953026"/>
              <a:gd name="connsiteY9" fmla="*/ 0 h 6609184"/>
              <a:gd name="connsiteX10" fmla="*/ 2953026 w 2953026"/>
              <a:gd name="connsiteY10" fmla="*/ 6609184 h 6609184"/>
              <a:gd name="connsiteX11" fmla="*/ 0 w 2953026"/>
              <a:gd name="connsiteY11" fmla="*/ 6609184 h 6609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53026" h="6609184">
                <a:moveTo>
                  <a:pt x="967999" y="751114"/>
                </a:moveTo>
                <a:cubicBezTo>
                  <a:pt x="825426" y="751114"/>
                  <a:pt x="709847" y="866693"/>
                  <a:pt x="709847" y="1009266"/>
                </a:cubicBezTo>
                <a:lnTo>
                  <a:pt x="709847" y="4131901"/>
                </a:lnTo>
                <a:cubicBezTo>
                  <a:pt x="709847" y="4274474"/>
                  <a:pt x="825426" y="4390053"/>
                  <a:pt x="967999" y="4390053"/>
                </a:cubicBezTo>
                <a:lnTo>
                  <a:pt x="2000576" y="4390053"/>
                </a:lnTo>
                <a:cubicBezTo>
                  <a:pt x="2143149" y="4390053"/>
                  <a:pt x="2258728" y="4274474"/>
                  <a:pt x="2258728" y="4131901"/>
                </a:cubicBezTo>
                <a:lnTo>
                  <a:pt x="2258728" y="1009266"/>
                </a:lnTo>
                <a:cubicBezTo>
                  <a:pt x="2258728" y="866693"/>
                  <a:pt x="2143149" y="751114"/>
                  <a:pt x="2000576" y="751114"/>
                </a:cubicBezTo>
                <a:close/>
                <a:moveTo>
                  <a:pt x="0" y="0"/>
                </a:moveTo>
                <a:lnTo>
                  <a:pt x="2953026" y="0"/>
                </a:lnTo>
                <a:lnTo>
                  <a:pt x="2953026" y="6609184"/>
                </a:lnTo>
                <a:lnTo>
                  <a:pt x="0" y="66091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EC5BA26-2971-A2DC-623A-7F981269BD47}"/>
              </a:ext>
            </a:extLst>
          </p:cNvPr>
          <p:cNvSpPr/>
          <p:nvPr/>
        </p:nvSpPr>
        <p:spPr>
          <a:xfrm>
            <a:off x="8112240" y="858415"/>
            <a:ext cx="2953026" cy="6609184"/>
          </a:xfrm>
          <a:custGeom>
            <a:avLst/>
            <a:gdLst>
              <a:gd name="connsiteX0" fmla="*/ 960228 w 2953026"/>
              <a:gd name="connsiteY0" fmla="*/ 751114 h 6609184"/>
              <a:gd name="connsiteX1" fmla="*/ 702076 w 2953026"/>
              <a:gd name="connsiteY1" fmla="*/ 1009266 h 6609184"/>
              <a:gd name="connsiteX2" fmla="*/ 702076 w 2953026"/>
              <a:gd name="connsiteY2" fmla="*/ 4131901 h 6609184"/>
              <a:gd name="connsiteX3" fmla="*/ 960228 w 2953026"/>
              <a:gd name="connsiteY3" fmla="*/ 4390053 h 6609184"/>
              <a:gd name="connsiteX4" fmla="*/ 1992805 w 2953026"/>
              <a:gd name="connsiteY4" fmla="*/ 4390053 h 6609184"/>
              <a:gd name="connsiteX5" fmla="*/ 2250957 w 2953026"/>
              <a:gd name="connsiteY5" fmla="*/ 4131901 h 6609184"/>
              <a:gd name="connsiteX6" fmla="*/ 2250957 w 2953026"/>
              <a:gd name="connsiteY6" fmla="*/ 1009266 h 6609184"/>
              <a:gd name="connsiteX7" fmla="*/ 1992805 w 2953026"/>
              <a:gd name="connsiteY7" fmla="*/ 751114 h 6609184"/>
              <a:gd name="connsiteX8" fmla="*/ 0 w 2953026"/>
              <a:gd name="connsiteY8" fmla="*/ 0 h 6609184"/>
              <a:gd name="connsiteX9" fmla="*/ 2953026 w 2953026"/>
              <a:gd name="connsiteY9" fmla="*/ 0 h 6609184"/>
              <a:gd name="connsiteX10" fmla="*/ 2953026 w 2953026"/>
              <a:gd name="connsiteY10" fmla="*/ 6609184 h 6609184"/>
              <a:gd name="connsiteX11" fmla="*/ 0 w 2953026"/>
              <a:gd name="connsiteY11" fmla="*/ 6609184 h 6609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53026" h="6609184">
                <a:moveTo>
                  <a:pt x="960228" y="751114"/>
                </a:moveTo>
                <a:cubicBezTo>
                  <a:pt x="817655" y="751114"/>
                  <a:pt x="702076" y="866693"/>
                  <a:pt x="702076" y="1009266"/>
                </a:cubicBezTo>
                <a:lnTo>
                  <a:pt x="702076" y="4131901"/>
                </a:lnTo>
                <a:cubicBezTo>
                  <a:pt x="702076" y="4274474"/>
                  <a:pt x="817655" y="4390053"/>
                  <a:pt x="960228" y="4390053"/>
                </a:cubicBezTo>
                <a:lnTo>
                  <a:pt x="1992805" y="4390053"/>
                </a:lnTo>
                <a:cubicBezTo>
                  <a:pt x="2135378" y="4390053"/>
                  <a:pt x="2250957" y="4274474"/>
                  <a:pt x="2250957" y="4131901"/>
                </a:cubicBezTo>
                <a:lnTo>
                  <a:pt x="2250957" y="1009266"/>
                </a:lnTo>
                <a:cubicBezTo>
                  <a:pt x="2250957" y="866693"/>
                  <a:pt x="2135378" y="751114"/>
                  <a:pt x="1992805" y="751114"/>
                </a:cubicBezTo>
                <a:close/>
                <a:moveTo>
                  <a:pt x="0" y="0"/>
                </a:moveTo>
                <a:lnTo>
                  <a:pt x="2953026" y="0"/>
                </a:lnTo>
                <a:lnTo>
                  <a:pt x="2953026" y="6609184"/>
                </a:lnTo>
                <a:lnTo>
                  <a:pt x="0" y="66091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130AD49-57CD-9C6E-D2B4-10466447C9B6}"/>
              </a:ext>
            </a:extLst>
          </p:cNvPr>
          <p:cNvSpPr/>
          <p:nvPr/>
        </p:nvSpPr>
        <p:spPr>
          <a:xfrm>
            <a:off x="1821022" y="1609529"/>
            <a:ext cx="1548881" cy="3638939"/>
          </a:xfrm>
          <a:prstGeom prst="roundRect">
            <a:avLst/>
          </a:prstGeom>
          <a:noFill/>
          <a:ln>
            <a:solidFill>
              <a:srgbClr val="005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3F0FE29-AA36-A344-C5D1-77986A03982B}"/>
              </a:ext>
            </a:extLst>
          </p:cNvPr>
          <p:cNvSpPr/>
          <p:nvPr/>
        </p:nvSpPr>
        <p:spPr>
          <a:xfrm>
            <a:off x="5317668" y="1609528"/>
            <a:ext cx="1548881" cy="3638939"/>
          </a:xfrm>
          <a:prstGeom prst="roundRect">
            <a:avLst/>
          </a:prstGeom>
          <a:noFill/>
          <a:ln>
            <a:solidFill>
              <a:srgbClr val="005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A0B9F6-6D08-0571-7040-9F07F1E64363}"/>
              </a:ext>
            </a:extLst>
          </p:cNvPr>
          <p:cNvSpPr/>
          <p:nvPr/>
        </p:nvSpPr>
        <p:spPr>
          <a:xfrm>
            <a:off x="8814309" y="1604447"/>
            <a:ext cx="1548881" cy="3638939"/>
          </a:xfrm>
          <a:prstGeom prst="roundRect">
            <a:avLst/>
          </a:prstGeom>
          <a:noFill/>
          <a:ln>
            <a:solidFill>
              <a:srgbClr val="005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D37D48-8274-D548-3777-7DC3770841BE}"/>
              </a:ext>
            </a:extLst>
          </p:cNvPr>
          <p:cNvSpPr txBox="1"/>
          <p:nvPr/>
        </p:nvSpPr>
        <p:spPr>
          <a:xfrm>
            <a:off x="3375996" y="1483646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5060"/>
                </a:solidFill>
                <a:latin typeface="Lilita One" panose="02000000000000000000" pitchFamily="2" charset="0"/>
              </a:rPr>
              <a:t>100%</a:t>
            </a:r>
            <a:endParaRPr lang="en-IN" dirty="0">
              <a:solidFill>
                <a:srgbClr val="005060"/>
              </a:solidFill>
              <a:latin typeface="Lilita One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77E8FF-FF57-3967-AA3E-D12C9F8E6A9E}"/>
              </a:ext>
            </a:extLst>
          </p:cNvPr>
          <p:cNvSpPr txBox="1"/>
          <p:nvPr/>
        </p:nvSpPr>
        <p:spPr>
          <a:xfrm>
            <a:off x="6872642" y="1503749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5060"/>
                </a:solidFill>
                <a:latin typeface="Lilita One" panose="02000000000000000000" pitchFamily="2" charset="0"/>
              </a:rPr>
              <a:t>100%</a:t>
            </a:r>
            <a:endParaRPr lang="en-IN" dirty="0">
              <a:solidFill>
                <a:srgbClr val="005060"/>
              </a:solidFill>
              <a:latin typeface="Lilita One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9ED9D3-CBFD-CF54-1403-DB46F56BDD61}"/>
              </a:ext>
            </a:extLst>
          </p:cNvPr>
          <p:cNvSpPr txBox="1"/>
          <p:nvPr/>
        </p:nvSpPr>
        <p:spPr>
          <a:xfrm>
            <a:off x="10363190" y="4549998"/>
            <a:ext cx="63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5060"/>
                </a:solidFill>
                <a:latin typeface="Lilita One" panose="02000000000000000000" pitchFamily="2" charset="0"/>
              </a:rPr>
              <a:t>20%</a:t>
            </a:r>
            <a:endParaRPr lang="en-IN" dirty="0">
              <a:solidFill>
                <a:srgbClr val="005060"/>
              </a:solidFill>
              <a:latin typeface="Lilita One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FA1228-7D8F-C224-268D-A318986F5B75}"/>
              </a:ext>
            </a:extLst>
          </p:cNvPr>
          <p:cNvSpPr txBox="1"/>
          <p:nvPr/>
        </p:nvSpPr>
        <p:spPr>
          <a:xfrm>
            <a:off x="1894565" y="5404370"/>
            <a:ext cx="140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5060"/>
                </a:solidFill>
                <a:latin typeface="Lilita One" panose="02000000000000000000" pitchFamily="2" charset="0"/>
              </a:rPr>
              <a:t>FRONT-END</a:t>
            </a:r>
            <a:endParaRPr lang="en-IN" dirty="0">
              <a:solidFill>
                <a:srgbClr val="005060"/>
              </a:solidFill>
              <a:latin typeface="Lilita One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B2F3FC-2825-2CFA-2FF7-8219CA4AD2B1}"/>
              </a:ext>
            </a:extLst>
          </p:cNvPr>
          <p:cNvSpPr txBox="1"/>
          <p:nvPr/>
        </p:nvSpPr>
        <p:spPr>
          <a:xfrm>
            <a:off x="8956110" y="5405017"/>
            <a:ext cx="1265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5060"/>
                </a:solidFill>
                <a:latin typeface="Lilita One" panose="02000000000000000000" pitchFamily="2" charset="0"/>
              </a:rPr>
              <a:t>BACK-END</a:t>
            </a:r>
            <a:endParaRPr lang="en-IN" dirty="0">
              <a:solidFill>
                <a:srgbClr val="005060"/>
              </a:solidFill>
              <a:latin typeface="Lilita One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122DB7-4B0B-EBF6-9EB9-5980067AEA7E}"/>
              </a:ext>
            </a:extLst>
          </p:cNvPr>
          <p:cNvSpPr txBox="1"/>
          <p:nvPr/>
        </p:nvSpPr>
        <p:spPr>
          <a:xfrm>
            <a:off x="4611572" y="5344873"/>
            <a:ext cx="29610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5060"/>
                </a:solidFill>
                <a:latin typeface="Lilita One" panose="02000000000000000000" pitchFamily="2" charset="0"/>
              </a:rPr>
              <a:t>QUALITY ASSURANCE (QA) </a:t>
            </a:r>
          </a:p>
          <a:p>
            <a:pPr algn="ctr"/>
            <a:r>
              <a:rPr lang="en-US" dirty="0">
                <a:solidFill>
                  <a:srgbClr val="005060"/>
                </a:solidFill>
                <a:latin typeface="Lilita One" panose="02000000000000000000" pitchFamily="2" charset="0"/>
              </a:rPr>
              <a:t>AND TESTING</a:t>
            </a:r>
            <a:endParaRPr lang="en-IN" dirty="0">
              <a:solidFill>
                <a:srgbClr val="005060"/>
              </a:solidFill>
              <a:latin typeface="Lilita One" panose="02000000000000000000" pitchFamily="2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C91E1ED-6DD5-A313-0D49-898D3BB3CC11}"/>
              </a:ext>
            </a:extLst>
          </p:cNvPr>
          <p:cNvGrpSpPr/>
          <p:nvPr/>
        </p:nvGrpSpPr>
        <p:grpSpPr>
          <a:xfrm>
            <a:off x="2779824" y="62467"/>
            <a:ext cx="6624569" cy="1015663"/>
            <a:chOff x="2047372" y="53625"/>
            <a:chExt cx="6624569" cy="1015663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F22B55F-5448-C0DD-C03F-5858DCE49426}"/>
                </a:ext>
              </a:extLst>
            </p:cNvPr>
            <p:cNvSpPr txBox="1"/>
            <p:nvPr/>
          </p:nvSpPr>
          <p:spPr>
            <a:xfrm>
              <a:off x="2047372" y="53625"/>
              <a:ext cx="587853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b="1" dirty="0">
                  <a:latin typeface="Poppins" panose="00000500000000000000" pitchFamily="2" charset="0"/>
                  <a:cs typeface="Poppins" panose="00000500000000000000" pitchFamily="2" charset="0"/>
                </a:rPr>
                <a:t>PROGRESS BAR</a:t>
              </a:r>
              <a:endParaRPr lang="en-IN" sz="6000" b="1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20" name="Picture 19" descr="A graph with a arrow pointing up&#10;&#10;Description automatically generated">
              <a:extLst>
                <a:ext uri="{FF2B5EF4-FFF2-40B4-BE49-F238E27FC236}">
                  <a16:creationId xmlns:a16="http://schemas.microsoft.com/office/drawing/2014/main" id="{16E4FB5A-06BF-7DBA-1FC2-6FDB0349C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06428" y="143702"/>
              <a:ext cx="765513" cy="7655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1879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28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Lilita One</vt:lpstr>
      <vt:lpstr>Poppins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ANIL PATIL</dc:creator>
  <cp:lastModifiedBy>ANIL PATIL</cp:lastModifiedBy>
  <cp:revision>4</cp:revision>
  <dcterms:created xsi:type="dcterms:W3CDTF">2024-12-13T10:36:58Z</dcterms:created>
  <dcterms:modified xsi:type="dcterms:W3CDTF">2025-01-29T18:27:27Z</dcterms:modified>
</cp:coreProperties>
</file>